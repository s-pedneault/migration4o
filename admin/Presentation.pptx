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9" r:id="rId3"/>
    <p:sldId id="268" r:id="rId4"/>
    <p:sldId id="278" r:id="rId5"/>
    <p:sldId id="263" r:id="rId6"/>
    <p:sldId id="269" r:id="rId7"/>
    <p:sldId id="264" r:id="rId8"/>
    <p:sldId id="270" r:id="rId9"/>
    <p:sldId id="271" r:id="rId10"/>
    <p:sldId id="266" r:id="rId11"/>
    <p:sldId id="274" r:id="rId12"/>
    <p:sldId id="277" r:id="rId13"/>
    <p:sldId id="272" r:id="rId14"/>
    <p:sldId id="273" r:id="rId15"/>
    <p:sldId id="275" r:id="rId16"/>
    <p:sldId id="279" r:id="rId17"/>
    <p:sldId id="27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a:srgbClr val="005DB4"/>
    <a:srgbClr val="3286BF"/>
    <a:srgbClr val="008F00"/>
    <a:srgbClr val="910002"/>
    <a:srgbClr val="00488C"/>
    <a:srgbClr val="0063C1"/>
    <a:srgbClr val="000000"/>
    <a:srgbClr val="F2F2F2"/>
    <a:srgbClr val="00B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89"/>
    <p:restoredTop sz="94630"/>
  </p:normalViewPr>
  <p:slideViewPr>
    <p:cSldViewPr snapToGrid="0">
      <p:cViewPr varScale="1">
        <p:scale>
          <a:sx n="93" d="100"/>
          <a:sy n="93" d="100"/>
        </p:scale>
        <p:origin x="208" y="6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a:latin typeface="+mj-lt"/>
            </a:rPr>
            <a:t>Organisation</a:t>
          </a:r>
        </a:p>
      </dgm:t>
    </dgm:pt>
    <dgm:pt modelId="{3FC636D2-4005-3B49-97E3-35FAAD928FA5}" type="parTrans" cxnId="{980B8827-360B-B543-84B7-B6634629C32D}">
      <dgm:prSet/>
      <dgm:spPr/>
      <dgm:t>
        <a:bodyPr/>
        <a:lstStyle/>
        <a:p>
          <a:endParaRPr lang="fr-CA" noProof="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a:latin typeface="+mj-lt"/>
            </a:rPr>
            <a:t>Territoire</a:t>
          </a:r>
        </a:p>
      </dgm:t>
    </dgm:pt>
    <dgm:pt modelId="{A729CA63-8E1F-E14E-8225-6197ACB8AFF1}" type="parTrans" cxnId="{0D8D6F8C-9E17-A34E-82B4-9CDDA2512241}">
      <dgm:prSet/>
      <dgm:spPr/>
      <dgm:t>
        <a:bodyPr/>
        <a:lstStyle/>
        <a:p>
          <a:endParaRPr lang="fr-CA" noProof="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a:latin typeface="+mj-lt"/>
            </a:rPr>
            <a:t>Personnel</a:t>
          </a:r>
        </a:p>
      </dgm:t>
    </dgm:pt>
    <dgm:pt modelId="{D22836B9-D636-CF48-8B9E-16871CED4F09}" type="parTrans" cxnId="{E6CFF6DB-D918-394B-8F98-988A94F4F7DE}">
      <dgm:prSet/>
      <dgm:spPr/>
      <dgm:t>
        <a:bodyPr/>
        <a:lstStyle/>
        <a:p>
          <a:endParaRPr lang="fr-CA" noProof="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a:latin typeface="+mj-lt"/>
            </a:rPr>
            <a:t>Matériel</a:t>
          </a:r>
        </a:p>
      </dgm:t>
    </dgm:pt>
    <dgm:pt modelId="{3B6B3369-E329-8549-9F41-B472DA78149A}" type="parTrans" cxnId="{7652B3E2-78AC-C642-B77F-FAA385BC90FC}">
      <dgm:prSet/>
      <dgm:spPr/>
      <dgm:t>
        <a:bodyPr/>
        <a:lstStyle/>
        <a:p>
          <a:endParaRPr lang="fr-CA" noProof="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a:latin typeface="+mj-lt"/>
            </a:rPr>
            <a:t>Activités</a:t>
          </a:r>
        </a:p>
      </dgm:t>
    </dgm:pt>
    <dgm:pt modelId="{5D676FF5-63FD-9642-829D-F918D4E22A2C}" type="parTrans" cxnId="{9442C15D-D4BB-6B4B-989A-C45FC1581ABB}">
      <dgm:prSet/>
      <dgm:spPr/>
      <dgm:t>
        <a:bodyPr/>
        <a:lstStyle/>
        <a:p>
          <a:endParaRPr lang="fr-CA" noProof="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a:latin typeface="+mj-lt"/>
            </a:rPr>
            <a:t>Configurations</a:t>
          </a:r>
        </a:p>
      </dgm:t>
    </dgm:pt>
    <dgm:pt modelId="{A819F38E-035C-F34C-978E-008DC59BCB32}" type="parTrans" cxnId="{0152837F-2D50-EF4B-820A-16D228676CE3}">
      <dgm:prSet/>
      <dgm:spPr/>
      <dgm:t>
        <a:bodyPr/>
        <a:lstStyle/>
        <a:p>
          <a:endParaRPr lang="fr-CA" noProof="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a:latin typeface="+mj-lt"/>
            </a:rPr>
            <a:t>Rapports</a:t>
          </a:r>
        </a:p>
      </dgm:t>
    </dgm:pt>
    <dgm:pt modelId="{31C8F8FC-DD1C-4040-9C79-47EBD1194570}" type="parTrans" cxnId="{A309E0B5-F5DA-DF41-A88D-FDCDF0C3717E}">
      <dgm:prSet/>
      <dgm:spPr/>
      <dgm:t>
        <a:bodyPr/>
        <a:lstStyle/>
        <a:p>
          <a:endParaRPr lang="fr-CA" noProof="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a:latin typeface="+mj-lt"/>
            </a:rPr>
            <a:t>Pièces jointes</a:t>
          </a:r>
        </a:p>
      </dgm:t>
    </dgm:pt>
    <dgm:pt modelId="{74C5C5CE-93DF-C14D-A8BF-57DD531372F9}" type="parTrans" cxnId="{925BB2D7-FA90-BC4B-86A3-7B807A62F77B}">
      <dgm:prSet/>
      <dgm:spPr/>
      <dgm:t>
        <a:bodyPr/>
        <a:lstStyle/>
        <a:p>
          <a:endParaRPr lang="fr-CA" noProof="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a:latin typeface="+mj-lt"/>
            </a:rPr>
            <a:t>Dossiers adresse</a:t>
          </a:r>
        </a:p>
      </dgm:t>
    </dgm:pt>
    <dgm:pt modelId="{7CDDF432-D442-6C4A-9222-D2A4EEAE7EBE}" type="parTrans" cxnId="{2F4B15BE-AD43-EC4F-97C5-2FF939B4B6AC}">
      <dgm:prSet/>
      <dgm:spPr/>
      <dgm:t>
        <a:bodyPr/>
        <a:lstStyle/>
        <a:p>
          <a:endParaRPr lang="fr-CA" noProof="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a:latin typeface="+mj-lt"/>
            </a:rPr>
            <a:t>Plans d'intervention</a:t>
          </a:r>
        </a:p>
      </dgm:t>
    </dgm:pt>
    <dgm:pt modelId="{45590686-1B12-A94C-9244-54B83D9C19D0}" type="parTrans" cxnId="{E79DD4A5-9F12-FC4D-A762-D5E308E7E075}">
      <dgm:prSet/>
      <dgm:spPr/>
      <dgm:t>
        <a:bodyPr/>
        <a:lstStyle/>
        <a:p>
          <a:endParaRPr lang="fr-CA" noProof="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a:latin typeface="+mj-lt"/>
            </a:rPr>
            <a:t>Sécurité civile</a:t>
          </a:r>
        </a:p>
      </dgm:t>
    </dgm:pt>
    <dgm:pt modelId="{27C1F03A-729D-1148-90B5-74B550B21870}" type="parTrans" cxnId="{87291B74-A204-164A-B00C-6C37256A1149}">
      <dgm:prSet/>
      <dgm:spPr/>
      <dgm:t>
        <a:bodyPr/>
        <a:lstStyle/>
        <a:p>
          <a:endParaRPr lang="fr-CA" noProof="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a:latin typeface="+mj-lt"/>
            </a:rPr>
            <a:t>Employés</a:t>
          </a:r>
        </a:p>
      </dgm:t>
    </dgm:pt>
    <dgm:pt modelId="{082F229C-B78F-3C40-AC8F-1E0E3CC044B4}" type="parTrans" cxnId="{DF7CFF7C-1137-EA48-BB61-3FB0938CBE7C}">
      <dgm:prSet/>
      <dgm:spPr/>
      <dgm:t>
        <a:bodyPr/>
        <a:lstStyle/>
        <a:p>
          <a:endParaRPr lang="fr-CA" noProof="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a:latin typeface="+mj-lt"/>
            </a:rPr>
            <a:t>Équipes</a:t>
          </a:r>
        </a:p>
      </dgm:t>
    </dgm:pt>
    <dgm:pt modelId="{62D3DCBC-065E-F84C-BCEB-FD9B809500B8}" type="parTrans" cxnId="{C0BDC28C-877C-8849-9CFF-2AD883F77A16}">
      <dgm:prSet/>
      <dgm:spPr/>
      <dgm:t>
        <a:bodyPr/>
        <a:lstStyle/>
        <a:p>
          <a:endParaRPr lang="fr-CA" noProof="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a:latin typeface="+mj-lt"/>
            </a:rPr>
            <a:t>Formations</a:t>
          </a:r>
        </a:p>
      </dgm:t>
    </dgm:pt>
    <dgm:pt modelId="{AF0C04CD-B054-264F-A802-38714C8E84C3}" type="parTrans" cxnId="{B0024C66-CF11-D444-8FBE-179B08F3998A}">
      <dgm:prSet/>
      <dgm:spPr/>
      <dgm:t>
        <a:bodyPr/>
        <a:lstStyle/>
        <a:p>
          <a:endParaRPr lang="fr-CA" noProof="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a:latin typeface="+mj-lt"/>
            </a:rPr>
            <a:t>Horaires</a:t>
          </a:r>
        </a:p>
      </dgm:t>
    </dgm:pt>
    <dgm:pt modelId="{C1CAABC4-49A4-1C49-8874-52E665D1B24F}" type="parTrans" cxnId="{E708C396-0248-3C42-9E9B-8970996DD46D}">
      <dgm:prSet/>
      <dgm:spPr/>
      <dgm:t>
        <a:bodyPr/>
        <a:lstStyle/>
        <a:p>
          <a:endParaRPr lang="fr-CA" noProof="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a:latin typeface="+mj-lt"/>
            </a:rPr>
            <a:t>Casernes</a:t>
          </a:r>
        </a:p>
      </dgm:t>
    </dgm:pt>
    <dgm:pt modelId="{5497E20D-2D8E-BC45-9CE3-473076F07DB4}" type="parTrans" cxnId="{34EC3FE1-2D93-6A4E-BED5-1B5164B5D9D9}">
      <dgm:prSet/>
      <dgm:spPr/>
      <dgm:t>
        <a:bodyPr/>
        <a:lstStyle/>
        <a:p>
          <a:endParaRPr lang="fr-CA" noProof="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a:latin typeface="+mj-lt"/>
            </a:rPr>
            <a:t>Véhicules</a:t>
          </a:r>
        </a:p>
      </dgm:t>
    </dgm:pt>
    <dgm:pt modelId="{A988ABD4-C2DC-E541-B429-C97AD38FE7DE}" type="parTrans" cxnId="{AEC3E3F8-66D7-0E4D-8CE1-D6ADECFFCE80}">
      <dgm:prSet/>
      <dgm:spPr/>
      <dgm:t>
        <a:bodyPr/>
        <a:lstStyle/>
        <a:p>
          <a:endParaRPr lang="fr-CA" noProof="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a:latin typeface="+mj-lt"/>
            </a:rPr>
            <a:t>Équipements</a:t>
          </a:r>
        </a:p>
      </dgm:t>
    </dgm:pt>
    <dgm:pt modelId="{BAC49245-A2FF-0E4E-A438-57E867F94F1F}" type="parTrans" cxnId="{2B38135B-BE6D-BC48-8D2F-BA4CC7280064}">
      <dgm:prSet/>
      <dgm:spPr/>
      <dgm:t>
        <a:bodyPr/>
        <a:lstStyle/>
        <a:p>
          <a:endParaRPr lang="fr-CA" noProof="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a:latin typeface="+mj-lt"/>
            </a:rPr>
            <a:t>Bornes et points d'eau</a:t>
          </a:r>
        </a:p>
      </dgm:t>
    </dgm:pt>
    <dgm:pt modelId="{262F255D-E9E2-744C-A3E2-16DE872AE773}" type="parTrans" cxnId="{FDF61D09-6B29-E547-B457-0DF2DBE06726}">
      <dgm:prSet/>
      <dgm:spPr/>
      <dgm:t>
        <a:bodyPr/>
        <a:lstStyle/>
        <a:p>
          <a:endParaRPr lang="fr-CA" noProof="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a:latin typeface="+mj-lt"/>
            </a:rPr>
            <a:t>Préventions</a:t>
          </a:r>
        </a:p>
      </dgm:t>
    </dgm:pt>
    <dgm:pt modelId="{C001D1A6-A83F-F143-A276-15B0F274BDF1}" type="parTrans" cxnId="{EDFDE2B8-3562-4841-A291-323A181A1F34}">
      <dgm:prSet/>
      <dgm:spPr/>
      <dgm:t>
        <a:bodyPr/>
        <a:lstStyle/>
        <a:p>
          <a:endParaRPr lang="fr-CA" noProof="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a:latin typeface="+mj-lt"/>
            </a:rPr>
            <a:t>Interventions</a:t>
          </a:r>
        </a:p>
      </dgm:t>
    </dgm:pt>
    <dgm:pt modelId="{4662EA61-5A5E-5445-9859-27FE060460B5}" type="parTrans" cxnId="{0D9F5BB1-DEF9-174C-B3E3-6B7229687045}">
      <dgm:prSet/>
      <dgm:spPr/>
      <dgm:t>
        <a:bodyPr/>
        <a:lstStyle/>
        <a:p>
          <a:endParaRPr lang="fr-CA" noProof="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a:latin typeface="+mj-lt"/>
            </a:rPr>
            <a:t>Enquêtes (RCCI)</a:t>
          </a:r>
        </a:p>
      </dgm:t>
    </dgm:pt>
    <dgm:pt modelId="{7AE6153A-5E54-1741-BDD2-1355B351ADA1}" type="parTrans" cxnId="{72C7DCE0-0FC8-474A-960B-8528429A8ABF}">
      <dgm:prSet/>
      <dgm:spPr/>
      <dgm:t>
        <a:bodyPr/>
        <a:lstStyle/>
        <a:p>
          <a:endParaRPr lang="fr-CA" noProof="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a:latin typeface="+mj-lt"/>
            </a:rPr>
            <a:t>Travail (autre)</a:t>
          </a:r>
        </a:p>
      </dgm:t>
    </dgm:pt>
    <dgm:pt modelId="{D5721754-84AE-5748-A12B-479F9B834DD2}" type="parTrans" cxnId="{517C5639-6AE3-DA49-999A-8AC5F3E7DE37}">
      <dgm:prSet/>
      <dgm:spPr/>
      <dgm:t>
        <a:bodyPr/>
        <a:lstStyle/>
        <a:p>
          <a:endParaRPr lang="fr-CA" noProof="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a:solidFill>
                <a:schemeClr val="accent5">
                  <a:lumMod val="40000"/>
                  <a:lumOff val="60000"/>
                </a:schemeClr>
              </a:solidFill>
              <a:latin typeface="+mj-lt"/>
            </a:rPr>
            <a:t>100%</a:t>
          </a:r>
        </a:p>
        <a:p>
          <a:pPr marL="7938" indent="0" algn="ctr">
            <a:lnSpc>
              <a:spcPts val="2000"/>
            </a:lnSpc>
            <a:spcAft>
              <a:spcPts val="0"/>
            </a:spcAft>
            <a:tabLst/>
          </a:pPr>
          <a:r>
            <a:rPr lang="fr-CA" sz="2000" b="1" noProof="0">
              <a:latin typeface="+mj-lt"/>
            </a:rPr>
            <a:t>Données</a:t>
          </a:r>
          <a:endParaRPr lang="fr-CA" sz="1000" b="1" noProof="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68600"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943200"/>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a:latin typeface="+mj-lt"/>
            </a:rPr>
            <a:t>Données</a:t>
          </a:r>
          <a:endParaRPr lang="fr-CA" sz="1000" b="1" kern="1200" noProof="0">
            <a:latin typeface="+mj-lt"/>
          </a:endParaRPr>
        </a:p>
      </dsp:txBody>
      <dsp:txXfrm>
        <a:off x="577955" y="976247"/>
        <a:ext cx="1062205" cy="1331025"/>
      </dsp:txXfrm>
    </dsp:sp>
    <dsp:sp modelId="{BA0D9FC2-208D-4048-84C4-69AC3A1FDE15}">
      <dsp:nvSpPr>
        <dsp:cNvPr id="0" name=""/>
        <dsp:cNvSpPr/>
      </dsp:nvSpPr>
      <dsp:spPr>
        <a:xfrm rot="18430527">
          <a:off x="1372424" y="1031784"/>
          <a:ext cx="1520097" cy="8756"/>
        </a:xfrm>
        <a:custGeom>
          <a:avLst/>
          <a:gdLst/>
          <a:ahLst/>
          <a:cxnLst/>
          <a:rect l="0" t="0" r="0" b="0"/>
          <a:pathLst>
            <a:path>
              <a:moveTo>
                <a:pt x="0" y="4378"/>
              </a:moveTo>
              <a:lnTo>
                <a:pt x="1520097"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094470" y="998159"/>
        <a:ext cx="76004" cy="76004"/>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Pièces jointes</a:t>
          </a:r>
        </a:p>
      </dsp:txBody>
      <dsp:txXfrm>
        <a:off x="4304555" y="607443"/>
        <a:ext cx="1282292" cy="245134"/>
      </dsp:txXfrm>
    </dsp:sp>
    <dsp:sp modelId="{80DD587E-5A9B-9D4D-AFC9-EC6A4C53614F}">
      <dsp:nvSpPr>
        <dsp:cNvPr id="0" name=""/>
        <dsp:cNvSpPr/>
      </dsp:nvSpPr>
      <dsp:spPr>
        <a:xfrm rot="20471452">
          <a:off x="1647298" y="1480954"/>
          <a:ext cx="970349" cy="8756"/>
        </a:xfrm>
        <a:custGeom>
          <a:avLst/>
          <a:gdLst/>
          <a:ahLst/>
          <a:cxnLst/>
          <a:rect l="0" t="0" r="0" b="0"/>
          <a:pathLst>
            <a:path>
              <a:moveTo>
                <a:pt x="0" y="4378"/>
              </a:moveTo>
              <a:lnTo>
                <a:pt x="970349"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8214" y="1461073"/>
        <a:ext cx="48517" cy="48517"/>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Sécurité civile</a:t>
          </a:r>
        </a:p>
      </dsp:txBody>
      <dsp:txXfrm>
        <a:off x="4304555" y="1505783"/>
        <a:ext cx="1282292" cy="245134"/>
      </dsp:txXfrm>
    </dsp:sp>
    <dsp:sp modelId="{0552F4E7-B625-EF4A-B564-AB82C7F33F48}">
      <dsp:nvSpPr>
        <dsp:cNvPr id="0" name=""/>
        <dsp:cNvSpPr/>
      </dsp:nvSpPr>
      <dsp:spPr>
        <a:xfrm rot="2320461">
          <a:off x="1544207" y="2004985"/>
          <a:ext cx="1176531" cy="8756"/>
        </a:xfrm>
        <a:custGeom>
          <a:avLst/>
          <a:gdLst/>
          <a:ahLst/>
          <a:cxnLst/>
          <a:rect l="0" t="0" r="0" b="0"/>
          <a:pathLst>
            <a:path>
              <a:moveTo>
                <a:pt x="0" y="4378"/>
              </a:moveTo>
              <a:lnTo>
                <a:pt x="11765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3059" y="1979950"/>
        <a:ext cx="58826" cy="58826"/>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Horaires</a:t>
          </a:r>
        </a:p>
      </dsp:txBody>
      <dsp:txXfrm>
        <a:off x="4304555" y="2703570"/>
        <a:ext cx="1282292" cy="245134"/>
      </dsp:txXfrm>
    </dsp:sp>
    <dsp:sp modelId="{D9E699DB-8A91-6345-AEE7-8495C0709F54}">
      <dsp:nvSpPr>
        <dsp:cNvPr id="0" name=""/>
        <dsp:cNvSpPr/>
      </dsp:nvSpPr>
      <dsp:spPr>
        <a:xfrm rot="3875016">
          <a:off x="1062407" y="2603879"/>
          <a:ext cx="2140131" cy="8756"/>
        </a:xfrm>
        <a:custGeom>
          <a:avLst/>
          <a:gdLst/>
          <a:ahLst/>
          <a:cxnLst/>
          <a:rect l="0" t="0" r="0" b="0"/>
          <a:pathLst>
            <a:path>
              <a:moveTo>
                <a:pt x="0" y="4378"/>
              </a:moveTo>
              <a:lnTo>
                <a:pt x="21401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CA" sz="700" kern="1200" noProof="0"/>
        </a:p>
      </dsp:txBody>
      <dsp:txXfrm>
        <a:off x="2078969" y="2554754"/>
        <a:ext cx="107006" cy="107006"/>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Bornes et points d'eau</a:t>
          </a:r>
        </a:p>
      </dsp:txBody>
      <dsp:txXfrm>
        <a:off x="4304555" y="3901356"/>
        <a:ext cx="1282292" cy="245134"/>
      </dsp:txXfrm>
    </dsp:sp>
    <dsp:sp modelId="{35D070D9-3457-BB47-AF59-94E973A60D7E}">
      <dsp:nvSpPr>
        <dsp:cNvPr id="0" name=""/>
        <dsp:cNvSpPr/>
      </dsp:nvSpPr>
      <dsp:spPr>
        <a:xfrm rot="4418939">
          <a:off x="501102" y="3202772"/>
          <a:ext cx="3262741" cy="8756"/>
        </a:xfrm>
        <a:custGeom>
          <a:avLst/>
          <a:gdLst/>
          <a:ahLst/>
          <a:cxnLst/>
          <a:rect l="0" t="0" r="0" b="0"/>
          <a:pathLst>
            <a:path>
              <a:moveTo>
                <a:pt x="0" y="4378"/>
              </a:moveTo>
              <a:lnTo>
                <a:pt x="326274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a:p>
      </dsp:txBody>
      <dsp:txXfrm>
        <a:off x="2050904" y="3125582"/>
        <a:ext cx="163137" cy="163137"/>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2026-05-09</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dirty="0"/>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a:p>
        </p:txBody>
      </p:sp>
      <p:sp>
        <p:nvSpPr>
          <p:cNvPr id="4" name="Slide Number Placeholder 3"/>
          <p:cNvSpPr>
            <a:spLocks noGrp="1"/>
          </p:cNvSpPr>
          <p:nvPr>
            <p:ph type="sldNum" sz="quarter" idx="5"/>
          </p:nvPr>
        </p:nvSpPr>
        <p:spPr/>
        <p:txBody>
          <a:bodyPr/>
          <a:lstStyle/>
          <a:p>
            <a:fld id="{6E54BC39-AF6E-904D-B3EC-2CC8030D2C60}" type="slidenum">
              <a:rPr lang="fr-CA" smtClean="0"/>
              <a:t>7</a:t>
            </a:fld>
            <a:endParaRPr lang="fr-CA"/>
          </a:p>
        </p:txBody>
      </p:sp>
    </p:spTree>
    <p:extLst>
      <p:ext uri="{BB962C8B-B14F-4D97-AF65-F5344CB8AC3E}">
        <p14:creationId xmlns:p14="http://schemas.microsoft.com/office/powerpoint/2010/main" val="813170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15</a:t>
            </a:fld>
            <a:endParaRPr lang="fr-CA"/>
          </a:p>
        </p:txBody>
      </p:sp>
    </p:spTree>
    <p:extLst>
      <p:ext uri="{BB962C8B-B14F-4D97-AF65-F5344CB8AC3E}">
        <p14:creationId xmlns:p14="http://schemas.microsoft.com/office/powerpoint/2010/main" val="257378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16</a:t>
            </a:fld>
            <a:endParaRPr lang="fr-CA"/>
          </a:p>
        </p:txBody>
      </p:sp>
    </p:spTree>
    <p:extLst>
      <p:ext uri="{BB962C8B-B14F-4D97-AF65-F5344CB8AC3E}">
        <p14:creationId xmlns:p14="http://schemas.microsoft.com/office/powerpoint/2010/main" val="3511649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9C3FF-9C0B-EBDD-644D-FF1EF5E52F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AE8B1-F902-D3BF-028A-EE11069AB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6D7A3-895D-FAF2-F4C8-9836362BA72B}"/>
              </a:ext>
            </a:extLst>
          </p:cNvPr>
          <p:cNvSpPr>
            <a:spLocks noGrp="1"/>
          </p:cNvSpPr>
          <p:nvPr>
            <p:ph type="body" idx="1"/>
          </p:nvPr>
        </p:nvSpPr>
        <p:spPr/>
        <p:txBody>
          <a:bodyPr/>
          <a:lstStyle/>
          <a:p>
            <a:endParaRPr lang="fr-CA"/>
          </a:p>
        </p:txBody>
      </p:sp>
      <p:sp>
        <p:nvSpPr>
          <p:cNvPr id="4" name="Slide Number Placeholder 3">
            <a:extLst>
              <a:ext uri="{FF2B5EF4-FFF2-40B4-BE49-F238E27FC236}">
                <a16:creationId xmlns:a16="http://schemas.microsoft.com/office/drawing/2014/main" id="{8BC457E7-B6F7-4C7B-C8C3-3F48979B3DFB}"/>
              </a:ext>
            </a:extLst>
          </p:cNvPr>
          <p:cNvSpPr>
            <a:spLocks noGrp="1"/>
          </p:cNvSpPr>
          <p:nvPr>
            <p:ph type="sldNum" sz="quarter" idx="5"/>
          </p:nvPr>
        </p:nvSpPr>
        <p:spPr/>
        <p:txBody>
          <a:bodyPr/>
          <a:lstStyle/>
          <a:p>
            <a:fld id="{6E54BC39-AF6E-904D-B3EC-2CC8030D2C60}" type="slidenum">
              <a:rPr lang="fr-CA" smtClean="0"/>
              <a:t>17</a:t>
            </a:fld>
            <a:endParaRPr lang="fr-CA"/>
          </a:p>
        </p:txBody>
      </p:sp>
    </p:spTree>
    <p:extLst>
      <p:ext uri="{BB962C8B-B14F-4D97-AF65-F5344CB8AC3E}">
        <p14:creationId xmlns:p14="http://schemas.microsoft.com/office/powerpoint/2010/main" val="3372811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2026-05-09</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4" Type="http://schemas.microsoft.com/office/2007/relationships/hdphoto" Target="../media/hdphoto4.wdp"/></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9.png"/><Relationship Id="rId4" Type="http://schemas.microsoft.com/office/2007/relationships/hdphoto" Target="../media/hdphoto5.wdp"/></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microsoft.com/office/2007/relationships/hdphoto" Target="../media/hdphoto5.wdp"/><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12.png"/><Relationship Id="rId5" Type="http://schemas.openxmlformats.org/officeDocument/2006/relationships/image" Target="../media/image4.png"/><Relationship Id="rId10" Type="http://schemas.openxmlformats.org/officeDocument/2006/relationships/image" Target="../media/image11.jpeg"/><Relationship Id="rId4" Type="http://schemas.openxmlformats.org/officeDocument/2006/relationships/image" Target="../media/image5.png"/><Relationship Id="rId9" Type="http://schemas.microsoft.com/office/2007/relationships/hdphoto" Target="../media/hdphoto6.wdp"/></Relationships>
</file>

<file path=ppt/slides/_rels/slide16.xml.rels><?xml version="1.0" encoding="UTF-8" standalone="yes"?>
<Relationships xmlns="http://schemas.openxmlformats.org/package/2006/relationships"><Relationship Id="rId3" Type="http://schemas.openxmlformats.org/officeDocument/2006/relationships/hyperlink" Target="https://wetransfer.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pic>
        <p:nvPicPr>
          <p:cNvPr id="3" name="Picture 2" descr="A person sitting at a desk with a computer&#10;&#10;AI-generated content may be incorrect.">
            <a:extLst>
              <a:ext uri="{FF2B5EF4-FFF2-40B4-BE49-F238E27FC236}">
                <a16:creationId xmlns:a16="http://schemas.microsoft.com/office/drawing/2014/main" id="{382FA9AE-83CC-AAEF-3111-8146604262DA}"/>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DE24BD96-3C4B-5F55-3D79-25C25BA71F11}"/>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438124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949913"/>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429588"/>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par>
                          <p:cTn id="58" fill="hold">
                            <p:stCondLst>
                              <p:cond delay="2200"/>
                            </p:stCondLst>
                            <p:childTnLst>
                              <p:par>
                                <p:cTn id="59" presetID="47" presetClass="entr" presetSubtype="0" fill="hold" grpId="0" nodeType="afterEffect">
                                  <p:stCondLst>
                                    <p:cond delay="0"/>
                                  </p:stCondLst>
                                  <p:childTnLst>
                                    <p:set>
                                      <p:cBhvr>
                                        <p:cTn id="60" dur="1" fill="hold">
                                          <p:stCondLst>
                                            <p:cond delay="0"/>
                                          </p:stCondLst>
                                        </p:cTn>
                                        <p:tgtEl>
                                          <p:spTgt spid="2"/>
                                        </p:tgtEl>
                                        <p:attrNameLst>
                                          <p:attrName>style.visibility</p:attrName>
                                        </p:attrNameLst>
                                      </p:cBhvr>
                                      <p:to>
                                        <p:strVal val="visible"/>
                                      </p:to>
                                    </p:set>
                                    <p:animEffect transition="in" filter="fade">
                                      <p:cBhvr>
                                        <p:cTn id="61" dur="500"/>
                                        <p:tgtEl>
                                          <p:spTgt spid="2"/>
                                        </p:tgtEl>
                                      </p:cBhvr>
                                    </p:animEffect>
                                    <p:anim calcmode="lin" valueType="num">
                                      <p:cBhvr>
                                        <p:cTn id="62" dur="500" fill="hold"/>
                                        <p:tgtEl>
                                          <p:spTgt spid="2"/>
                                        </p:tgtEl>
                                        <p:attrNameLst>
                                          <p:attrName>ppt_x</p:attrName>
                                        </p:attrNameLst>
                                      </p:cBhvr>
                                      <p:tavLst>
                                        <p:tav tm="0">
                                          <p:val>
                                            <p:strVal val="#ppt_x"/>
                                          </p:val>
                                        </p:tav>
                                        <p:tav tm="100000">
                                          <p:val>
                                            <p:strVal val="#ppt_x"/>
                                          </p:val>
                                        </p:tav>
                                      </p:tavLst>
                                    </p:anim>
                                    <p:anim calcmode="lin" valueType="num">
                                      <p:cBhvr>
                                        <p:cTn id="63" dur="500" fill="hold"/>
                                        <p:tgtEl>
                                          <p:spTgt spid="2"/>
                                        </p:tgtEl>
                                        <p:attrNameLst>
                                          <p:attrName>ppt_y</p:attrName>
                                        </p:attrNameLst>
                                      </p:cBhvr>
                                      <p:tavLst>
                                        <p:tav tm="0">
                                          <p:val>
                                            <p:strVal val="#ppt_y-.1"/>
                                          </p:val>
                                        </p:tav>
                                        <p:tav tm="100000">
                                          <p:val>
                                            <p:strVal val="#ppt_y"/>
                                          </p:val>
                                        </p:tav>
                                      </p:tavLst>
                                    </p:anim>
                                  </p:childTnLst>
                                </p:cTn>
                              </p:par>
                            </p:childTnLst>
                          </p:cTn>
                        </p:par>
                        <p:par>
                          <p:cTn id="64" fill="hold">
                            <p:stCondLst>
                              <p:cond delay="2700"/>
                            </p:stCondLst>
                            <p:childTnLst>
                              <p:par>
                                <p:cTn id="65" presetID="42" presetClass="entr" presetSubtype="0" fill="hold" grpId="0" nodeType="afterEffect">
                                  <p:stCondLst>
                                    <p:cond delay="0"/>
                                  </p:stCondLst>
                                  <p:childTnLst>
                                    <p:set>
                                      <p:cBhvr>
                                        <p:cTn id="66" dur="1" fill="hold">
                                          <p:stCondLst>
                                            <p:cond delay="0"/>
                                          </p:stCondLst>
                                        </p:cTn>
                                        <p:tgtEl>
                                          <p:spTgt spid="3">
                                            <p:txEl>
                                              <p:pRg st="0" end="0"/>
                                            </p:txEl>
                                          </p:spTgt>
                                        </p:tgtEl>
                                        <p:attrNameLst>
                                          <p:attrName>style.visibility</p:attrName>
                                        </p:attrNameLst>
                                      </p:cBhvr>
                                      <p:to>
                                        <p:strVal val="visible"/>
                                      </p:to>
                                    </p:set>
                                    <p:animEffect transition="in" filter="fade">
                                      <p:cBhvr>
                                        <p:cTn id="67" dur="500"/>
                                        <p:tgtEl>
                                          <p:spTgt spid="3">
                                            <p:txEl>
                                              <p:pRg st="0" end="0"/>
                                            </p:txEl>
                                          </p:spTgt>
                                        </p:tgtEl>
                                      </p:cBhvr>
                                    </p:animEffect>
                                    <p:anim calcmode="lin" valueType="num">
                                      <p:cBhvr>
                                        <p:cTn id="68"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69"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314837"/>
            <a:chOff x="517253" y="2111058"/>
            <a:chExt cx="11107479" cy="1314837"/>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26387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Une </a:t>
              </a:r>
              <a:r>
                <a:rPr lang="fr-CA" sz="2200" b="1" noProof="0" dirty="0"/>
                <a:t>licence valide </a:t>
              </a:r>
              <a:r>
                <a:rPr lang="fr-CA" sz="2200" noProof="0" dirty="0"/>
                <a:t>est requise pour que le serveur PL fonctionne. L’accès aux données historiques nécessite donc de </a:t>
              </a:r>
              <a:r>
                <a:rPr lang="fr-CA" sz="2200" b="1" noProof="0" dirty="0">
                  <a:solidFill>
                    <a:srgbClr val="C00000"/>
                  </a:solidFill>
                </a:rPr>
                <a:t>continuer de payer pour PL </a:t>
              </a:r>
              <a:r>
                <a:rPr lang="fr-CA" sz="2200" noProof="0" dirty="0"/>
                <a:t>tant et aussi longtemps que vous voudrez pouvoir consulter vos propres données.</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1242949"/>
              <a:chOff x="517253" y="2111058"/>
              <a:chExt cx="2996415" cy="1242949"/>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1190942"/>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Licence PL requise pour consulter les données</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634500"/>
            <a:ext cx="11157494" cy="1947600"/>
            <a:chOff x="517253" y="3634500"/>
            <a:chExt cx="11157494" cy="1947600"/>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843104"/>
              <a:ext cx="11157494" cy="1738996"/>
              <a:chOff x="517253" y="2419815"/>
              <a:chExt cx="11157494" cy="1738996"/>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487673"/>
                <a:ext cx="8025614" cy="16711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La consultation des données historiques stockées dans la base de données ne peut se faire que via le logiciel Première Ligne, et donc </a:t>
                </a:r>
                <a:r>
                  <a:rPr lang="fr-CA" sz="2200" b="1" noProof="0" dirty="0"/>
                  <a:t>nécessite que le serveur PL demeure fonctionnel</a:t>
                </a:r>
                <a:r>
                  <a:rPr lang="fr-CA" sz="2200" noProof="0" dirty="0"/>
                  <a:t>, en ligne, et maintenu en vie par les TI tant et aussi longtemps que vous pourrez avoir besoin de consulter vos données.</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419815"/>
                <a:ext cx="2996415" cy="1512591"/>
                <a:chOff x="517253" y="2419815"/>
                <a:chExt cx="2996415" cy="1512591"/>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483698"/>
                  <a:ext cx="2589228" cy="1448708"/>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Serveur PL fonctionnel requis pour consulter les données</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419815"/>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6345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442949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5" name="Group 4">
            <a:extLst>
              <a:ext uri="{FF2B5EF4-FFF2-40B4-BE49-F238E27FC236}">
                <a16:creationId xmlns:a16="http://schemas.microsoft.com/office/drawing/2014/main" id="{68DB71BD-167F-0D09-193E-50B93BD2F789}"/>
              </a:ext>
            </a:extLst>
          </p:cNvPr>
          <p:cNvGrpSpPr/>
          <p:nvPr/>
        </p:nvGrpSpPr>
        <p:grpSpPr>
          <a:xfrm>
            <a:off x="4146008" y="3302000"/>
            <a:ext cx="7639592" cy="1620696"/>
            <a:chOff x="4146008" y="3302000"/>
            <a:chExt cx="7639592" cy="1620696"/>
          </a:xfrm>
        </p:grpSpPr>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7235553" y="3575950"/>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4146008" y="3524991"/>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grpSp>
        <p:nvGrpSpPr>
          <p:cNvPr id="3" name="Group 2">
            <a:extLst>
              <a:ext uri="{FF2B5EF4-FFF2-40B4-BE49-F238E27FC236}">
                <a16:creationId xmlns:a16="http://schemas.microsoft.com/office/drawing/2014/main" id="{1E4F5482-4D2C-46A4-DFF7-5C05D3DCAB96}"/>
              </a:ext>
            </a:extLst>
          </p:cNvPr>
          <p:cNvGrpSpPr/>
          <p:nvPr/>
        </p:nvGrpSpPr>
        <p:grpSpPr>
          <a:xfrm>
            <a:off x="4146008" y="4978400"/>
            <a:ext cx="7639592" cy="1746578"/>
            <a:chOff x="4146008" y="4978400"/>
            <a:chExt cx="7639592" cy="1746578"/>
          </a:xfrm>
        </p:grpSpPr>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7235553" y="5235217"/>
              <a:ext cx="4550047" cy="14897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 </a:t>
              </a:r>
              <a:r>
                <a:rPr lang="fr-CA" sz="2000" b="1" noProof="0" dirty="0">
                  <a:solidFill>
                    <a:srgbClr val="C00000"/>
                  </a:solidFill>
                </a:rPr>
                <a:t>Ce n’est pas du SQL standard!</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4146008" y="5226791"/>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2" name="Group 1">
            <a:extLst>
              <a:ext uri="{FF2B5EF4-FFF2-40B4-BE49-F238E27FC236}">
                <a16:creationId xmlns:a16="http://schemas.microsoft.com/office/drawing/2014/main" id="{E5BF9C46-5F0D-582A-6332-83EEE08C8FE1}"/>
              </a:ext>
            </a:extLst>
          </p:cNvPr>
          <p:cNvGrpSpPr/>
          <p:nvPr/>
        </p:nvGrpSpPr>
        <p:grpSpPr>
          <a:xfrm>
            <a:off x="-68900" y="2606578"/>
            <a:ext cx="3558334" cy="4160936"/>
            <a:chOff x="-68900" y="2606578"/>
            <a:chExt cx="3558334" cy="4160936"/>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a:t>PL</a:t>
            </a:r>
          </a:p>
        </p:txBody>
      </p:sp>
    </p:spTree>
    <p:extLst>
      <p:ext uri="{BB962C8B-B14F-4D97-AF65-F5344CB8AC3E}">
        <p14:creationId xmlns:p14="http://schemas.microsoft.com/office/powerpoint/2010/main" val="90820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p:cTn id="11" dur="1000" fill="hold"/>
                                        <p:tgtEl>
                                          <p:spTgt spid="2"/>
                                        </p:tgtEl>
                                        <p:attrNameLst>
                                          <p:attrName>ppt_w</p:attrName>
                                        </p:attrNameLst>
                                      </p:cBhvr>
                                      <p:tavLst>
                                        <p:tav tm="0">
                                          <p:val>
                                            <p:fltVal val="0"/>
                                          </p:val>
                                        </p:tav>
                                        <p:tav tm="100000">
                                          <p:val>
                                            <p:strVal val="#ppt_w"/>
                                          </p:val>
                                        </p:tav>
                                      </p:tavLst>
                                    </p:anim>
                                    <p:anim calcmode="lin" valueType="num">
                                      <p:cBhvr>
                                        <p:cTn id="12" dur="1000" fill="hold"/>
                                        <p:tgtEl>
                                          <p:spTgt spid="2"/>
                                        </p:tgtEl>
                                        <p:attrNameLst>
                                          <p:attrName>ppt_h</p:attrName>
                                        </p:attrNameLst>
                                      </p:cBhvr>
                                      <p:tavLst>
                                        <p:tav tm="0">
                                          <p:val>
                                            <p:fltVal val="0"/>
                                          </p:val>
                                        </p:tav>
                                        <p:tav tm="100000">
                                          <p:val>
                                            <p:strVal val="#ppt_h"/>
                                          </p:val>
                                        </p:tav>
                                      </p:tavLst>
                                    </p:anim>
                                    <p:animEffect transition="in" filter="fade">
                                      <p:cBhvr>
                                        <p:cTn id="13" dur="1000"/>
                                        <p:tgtEl>
                                          <p:spTgt spid="2"/>
                                        </p:tgtEl>
                                      </p:cBhvr>
                                    </p:animEffect>
                                  </p:childTnLst>
                                </p:cTn>
                              </p:par>
                            </p:childTnLst>
                          </p:cTn>
                        </p:par>
                        <p:par>
                          <p:cTn id="14" fill="hold">
                            <p:stCondLst>
                              <p:cond delay="1500"/>
                            </p:stCondLst>
                            <p:childTnLst>
                              <p:par>
                                <p:cTn id="15" presetID="12" presetClass="entr" presetSubtype="1"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 calcmode="lin" valueType="num">
                                      <p:cBhvr additive="base">
                                        <p:cTn id="17" dur="1000"/>
                                        <p:tgtEl>
                                          <p:spTgt spid="35"/>
                                        </p:tgtEl>
                                        <p:attrNameLst>
                                          <p:attrName>ppt_y</p:attrName>
                                        </p:attrNameLst>
                                      </p:cBhvr>
                                      <p:tavLst>
                                        <p:tav tm="0">
                                          <p:val>
                                            <p:strVal val="#ppt_y-#ppt_h*1.125000"/>
                                          </p:val>
                                        </p:tav>
                                        <p:tav tm="100000">
                                          <p:val>
                                            <p:strVal val="#ppt_y"/>
                                          </p:val>
                                        </p:tav>
                                      </p:tavLst>
                                    </p:anim>
                                    <p:animEffect transition="in" filter="wipe(down)">
                                      <p:cBhvr>
                                        <p:cTn id="18" dur="1000"/>
                                        <p:tgtEl>
                                          <p:spTgt spid="35"/>
                                        </p:tgtEl>
                                      </p:cBhvr>
                                    </p:animEffect>
                                  </p:childTnLst>
                                </p:cTn>
                              </p:par>
                            </p:childTnLst>
                          </p:cTn>
                        </p:par>
                        <p:par>
                          <p:cTn id="19" fill="hold">
                            <p:stCondLst>
                              <p:cond delay="2500"/>
                            </p:stCondLst>
                            <p:childTnLst>
                              <p:par>
                                <p:cTn id="20" presetID="22" presetClass="entr" presetSubtype="4" fill="hold" nodeType="after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wipe(down)">
                                      <p:cBhvr>
                                        <p:cTn id="22" dur="1000"/>
                                        <p:tgtEl>
                                          <p:spTgt spid="59"/>
                                        </p:tgtEl>
                                      </p:cBhvr>
                                    </p:animEffect>
                                  </p:childTnLst>
                                </p:cTn>
                              </p:par>
                            </p:childTnLst>
                          </p:cTn>
                        </p:par>
                        <p:par>
                          <p:cTn id="23" fill="hold">
                            <p:stCondLst>
                              <p:cond delay="3500"/>
                            </p:stCondLst>
                            <p:childTnLst>
                              <p:par>
                                <p:cTn id="24" presetID="22" presetClass="entr" presetSubtype="8" fill="hold" nodeType="after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10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wipe(left)">
                                      <p:cBhvr>
                                        <p:cTn id="31" dur="1000"/>
                                        <p:tgtEl>
                                          <p:spTgt spid="61"/>
                                        </p:tgtEl>
                                      </p:cBhvr>
                                    </p:animEffect>
                                  </p:childTnLst>
                                </p:cTn>
                              </p:par>
                            </p:childTnLst>
                          </p:cTn>
                        </p:par>
                        <p:par>
                          <p:cTn id="32" fill="hold">
                            <p:stCondLst>
                              <p:cond delay="1000"/>
                            </p:stCondLst>
                            <p:childTnLst>
                              <p:par>
                                <p:cTn id="33" presetID="22" presetClass="entr" presetSubtype="8" fill="hold" nodeType="after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10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1000"/>
                                        <p:tgtEl>
                                          <p:spTgt spid="64"/>
                                        </p:tgtEl>
                                      </p:cBhvr>
                                    </p:animEffect>
                                  </p:childTnLst>
                                </p:cTn>
                              </p:par>
                            </p:childTnLst>
                          </p:cTn>
                        </p:par>
                        <p:par>
                          <p:cTn id="41" fill="hold">
                            <p:stCondLst>
                              <p:cond delay="1000"/>
                            </p:stCondLst>
                            <p:childTnLst>
                              <p:par>
                                <p:cTn id="42" presetID="22" presetClass="entr" presetSubtype="8" fill="hold" nodeType="after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left)">
                                      <p:cBhvr>
                                        <p:cTn id="44"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Extraire 100% des</a:t>
                </a:r>
                <a:br>
                  <a:rPr lang="fr-CA" b="1" noProof="0">
                    <a:latin typeface="+mj-lt"/>
                  </a:rPr>
                </a:br>
                <a:r>
                  <a:rPr lang="fr-CA" b="1" noProof="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4" name="Group 3">
            <a:extLst>
              <a:ext uri="{FF2B5EF4-FFF2-40B4-BE49-F238E27FC236}">
                <a16:creationId xmlns:a16="http://schemas.microsoft.com/office/drawing/2014/main" id="{ECB70EFF-E2C9-85BA-4EB1-94FA8FEF3484}"/>
              </a:ext>
            </a:extLst>
          </p:cNvPr>
          <p:cNvGrpSpPr/>
          <p:nvPr/>
        </p:nvGrpSpPr>
        <p:grpSpPr>
          <a:xfrm>
            <a:off x="517253" y="4224038"/>
            <a:ext cx="11107479" cy="1180185"/>
            <a:chOff x="517253" y="4224038"/>
            <a:chExt cx="11107479" cy="1180185"/>
          </a:xfrm>
        </p:grpSpPr>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Exporter les données dans un format structuré reconnu mondialement et compatible: </a:t>
                </a:r>
                <a:r>
                  <a:rPr lang="fr-CA" sz="2000" b="1" noProof="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Exporter les données</a:t>
                  </a:r>
                  <a:br>
                    <a:rPr lang="fr-CA" b="1" noProof="0">
                      <a:latin typeface="+mj-lt"/>
                    </a:rPr>
                  </a:br>
                  <a:r>
                    <a:rPr lang="fr-CA" b="1" noProof="0">
                      <a:latin typeface="+mj-lt"/>
                    </a:rPr>
                    <a:t>dans un format universel</a:t>
                  </a:r>
                  <a:endParaRPr lang="fr-CA" noProof="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grpSp>
      <p:grpSp>
        <p:nvGrpSpPr>
          <p:cNvPr id="5" name="Group 4">
            <a:extLst>
              <a:ext uri="{FF2B5EF4-FFF2-40B4-BE49-F238E27FC236}">
                <a16:creationId xmlns:a16="http://schemas.microsoft.com/office/drawing/2014/main" id="{19016555-9C7D-2EC4-C9E8-5EED311D5182}"/>
              </a:ext>
            </a:extLst>
          </p:cNvPr>
          <p:cNvGrpSpPr/>
          <p:nvPr/>
        </p:nvGrpSpPr>
        <p:grpSpPr>
          <a:xfrm>
            <a:off x="517253" y="3030742"/>
            <a:ext cx="11369945" cy="1123443"/>
            <a:chOff x="517253" y="3030742"/>
            <a:chExt cx="11369945" cy="1123443"/>
          </a:xfrm>
        </p:grpSpPr>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t>
                </a:r>
                <a:r>
                  <a:rPr lang="fr-CA" sz="2000" b="1" noProof="0" dirty="0">
                    <a:solidFill>
                      <a:srgbClr val="008F00"/>
                    </a:solidFill>
                  </a:rPr>
                  <a:t>et gratuitement à vie</a:t>
                </a:r>
                <a:r>
                  <a:rPr lang="fr-CA" sz="2000" noProof="0" dirty="0"/>
                  <a:t>) aux données via une </a:t>
                </a:r>
                <a:r>
                  <a:rPr lang="fr-CA" sz="2000" b="1" noProof="0" dirty="0"/>
                  <a:t>application locale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application locale gratuite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grpSp>
      <p:grpSp>
        <p:nvGrpSpPr>
          <p:cNvPr id="3" name="Group 2">
            <a:extLst>
              <a:ext uri="{FF2B5EF4-FFF2-40B4-BE49-F238E27FC236}">
                <a16:creationId xmlns:a16="http://schemas.microsoft.com/office/drawing/2014/main" id="{1A026CAB-E7E2-C089-8744-699C09313D33}"/>
              </a:ext>
            </a:extLst>
          </p:cNvPr>
          <p:cNvGrpSpPr/>
          <p:nvPr/>
        </p:nvGrpSpPr>
        <p:grpSpPr>
          <a:xfrm>
            <a:off x="517253" y="5297064"/>
            <a:ext cx="11107479" cy="1218218"/>
            <a:chOff x="517253" y="5297064"/>
            <a:chExt cx="11107479" cy="1218218"/>
          </a:xfrm>
        </p:grpSpPr>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Générer un schéma de données de format standard (</a:t>
                </a:r>
                <a:r>
                  <a:rPr lang="fr-CA" sz="2000" b="1" noProof="0"/>
                  <a:t>XSD</a:t>
                </a:r>
                <a:r>
                  <a:rPr lang="fr-CA" sz="2000" noProof="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grpSp>
    </p:spTree>
    <p:extLst>
      <p:ext uri="{BB962C8B-B14F-4D97-AF65-F5344CB8AC3E}">
        <p14:creationId xmlns:p14="http://schemas.microsoft.com/office/powerpoint/2010/main" val="79902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grpSp>
        <p:nvGrpSpPr>
          <p:cNvPr id="2" name="Group 1">
            <a:extLst>
              <a:ext uri="{FF2B5EF4-FFF2-40B4-BE49-F238E27FC236}">
                <a16:creationId xmlns:a16="http://schemas.microsoft.com/office/drawing/2014/main" id="{92D8EF8E-98D9-77CD-A864-A39A879ACCBC}"/>
              </a:ext>
            </a:extLst>
          </p:cNvPr>
          <p:cNvGrpSpPr/>
          <p:nvPr/>
        </p:nvGrpSpPr>
        <p:grpSpPr>
          <a:xfrm>
            <a:off x="0" y="2572837"/>
            <a:ext cx="2722884" cy="3849094"/>
            <a:chOff x="0" y="2572837"/>
            <a:chExt cx="2722884" cy="3849094"/>
          </a:xfrm>
        </p:grpSpPr>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grpSp>
        <p:nvGrpSpPr>
          <p:cNvPr id="3" name="Group 2">
            <a:extLst>
              <a:ext uri="{FF2B5EF4-FFF2-40B4-BE49-F238E27FC236}">
                <a16:creationId xmlns:a16="http://schemas.microsoft.com/office/drawing/2014/main" id="{08921A4E-24B6-3825-6157-9D809A6DC3D1}"/>
              </a:ext>
            </a:extLst>
          </p:cNvPr>
          <p:cNvGrpSpPr/>
          <p:nvPr/>
        </p:nvGrpSpPr>
        <p:grpSpPr>
          <a:xfrm>
            <a:off x="2788170" y="1032933"/>
            <a:ext cx="3245903" cy="5825067"/>
            <a:chOff x="2788170" y="1032933"/>
            <a:chExt cx="3245903" cy="5825067"/>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a:solidFill>
                    <a:srgbClr val="0063C1"/>
                  </a:solidFill>
                  <a:latin typeface="+mj-lt"/>
                </a:rPr>
                <a:t>Service</a:t>
              </a:r>
              <a:endParaRPr lang="fr-CA" sz="3600" noProof="0">
                <a:solidFill>
                  <a:srgbClr val="0063C1"/>
                </a:solidFill>
                <a:latin typeface="+mj-lt"/>
              </a:endParaRPr>
            </a:p>
            <a:p>
              <a:pPr algn="ctr">
                <a:lnSpc>
                  <a:spcPts val="3600"/>
                </a:lnSpc>
              </a:pPr>
              <a:r>
                <a:rPr lang="fr-CA" sz="4400" b="1" noProof="0">
                  <a:solidFill>
                    <a:srgbClr val="0063C1"/>
                  </a:solidFill>
                  <a:latin typeface="+mj-lt"/>
                </a:rPr>
                <a:t>Migration</a:t>
              </a:r>
              <a:r>
                <a:rPr lang="fr-CA" sz="4400" b="1" noProof="0">
                  <a:solidFill>
                    <a:srgbClr val="4D95D9"/>
                  </a:solidFill>
                  <a:latin typeface="+mj-lt"/>
                </a:rPr>
                <a:t>4o</a:t>
              </a:r>
              <a:endParaRPr lang="fr-CA" sz="3600" b="1" noProof="0">
                <a:solidFill>
                  <a:srgbClr val="4D95D9"/>
                </a:solidFill>
                <a:latin typeface="+mj-lt"/>
              </a:endParaRPr>
            </a:p>
          </p:txBody>
        </p:sp>
      </p:gr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4043881774"/>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59" name="Cross 258">
            <a:extLst>
              <a:ext uri="{FF2B5EF4-FFF2-40B4-BE49-F238E27FC236}">
                <a16:creationId xmlns:a16="http://schemas.microsoft.com/office/drawing/2014/main" id="{E8718150-85DC-DAF3-3313-7F4BF738DF0B}"/>
              </a:ext>
            </a:extLst>
          </p:cNvPr>
          <p:cNvSpPr/>
          <p:nvPr/>
        </p:nvSpPr>
        <p:spPr>
          <a:xfrm>
            <a:off x="7205958" y="3914797"/>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6808774" y="445202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2691973"/>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a:solidFill>
                    <a:srgbClr val="2677B6"/>
                  </a:solidFill>
                  <a:latin typeface="+mj-lt"/>
                </a:rPr>
                <a:t>SCHÉMA</a:t>
              </a:r>
            </a:p>
          </p:txBody>
        </p:sp>
      </p:grpSp>
      <p:grpSp>
        <p:nvGrpSpPr>
          <p:cNvPr id="8" name="Group 7">
            <a:extLst>
              <a:ext uri="{FF2B5EF4-FFF2-40B4-BE49-F238E27FC236}">
                <a16:creationId xmlns:a16="http://schemas.microsoft.com/office/drawing/2014/main" id="{4FB4A620-6EE1-00D0-FF42-9F537D8E2E2A}"/>
              </a:ext>
            </a:extLst>
          </p:cNvPr>
          <p:cNvGrpSpPr/>
          <p:nvPr/>
        </p:nvGrpSpPr>
        <p:grpSpPr>
          <a:xfrm>
            <a:off x="11833821" y="1294608"/>
            <a:ext cx="296979" cy="5447142"/>
            <a:chOff x="11833821" y="1294608"/>
            <a:chExt cx="296979" cy="5447142"/>
          </a:xfrm>
        </p:grpSpPr>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gr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Analyse</a:t>
            </a:r>
          </a:p>
        </p:txBody>
      </p:sp>
      <p:grpSp>
        <p:nvGrpSpPr>
          <p:cNvPr id="4" name="Group 3">
            <a:extLst>
              <a:ext uri="{FF2B5EF4-FFF2-40B4-BE49-F238E27FC236}">
                <a16:creationId xmlns:a16="http://schemas.microsoft.com/office/drawing/2014/main" id="{BF75CE2F-F5D3-96D9-76EA-E5C99BB0633A}"/>
              </a:ext>
            </a:extLst>
          </p:cNvPr>
          <p:cNvGrpSpPr/>
          <p:nvPr/>
        </p:nvGrpSpPr>
        <p:grpSpPr>
          <a:xfrm>
            <a:off x="3499823" y="3102797"/>
            <a:ext cx="1854000" cy="797218"/>
            <a:chOff x="3499823" y="3102797"/>
            <a:chExt cx="1854000" cy="797218"/>
          </a:xfrm>
        </p:grpSpPr>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Assemblage</a:t>
              </a: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5" name="Group 4">
            <a:extLst>
              <a:ext uri="{FF2B5EF4-FFF2-40B4-BE49-F238E27FC236}">
                <a16:creationId xmlns:a16="http://schemas.microsoft.com/office/drawing/2014/main" id="{F80567EE-17BB-474B-4813-38341C634F13}"/>
              </a:ext>
            </a:extLst>
          </p:cNvPr>
          <p:cNvGrpSpPr/>
          <p:nvPr/>
        </p:nvGrpSpPr>
        <p:grpSpPr>
          <a:xfrm>
            <a:off x="3499823" y="3960445"/>
            <a:ext cx="1854000" cy="797218"/>
            <a:chOff x="3499823" y="3960445"/>
            <a:chExt cx="1854000" cy="797218"/>
          </a:xfrm>
        </p:grpSpPr>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Nettoyage</a:t>
              </a:r>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6" name="Group 5">
            <a:extLst>
              <a:ext uri="{FF2B5EF4-FFF2-40B4-BE49-F238E27FC236}">
                <a16:creationId xmlns:a16="http://schemas.microsoft.com/office/drawing/2014/main" id="{60F366E7-7CD0-777D-CCC7-ACEEAFA18BFD}"/>
              </a:ext>
            </a:extLst>
          </p:cNvPr>
          <p:cNvGrpSpPr/>
          <p:nvPr/>
        </p:nvGrpSpPr>
        <p:grpSpPr>
          <a:xfrm>
            <a:off x="3499823" y="4818093"/>
            <a:ext cx="1854000" cy="797218"/>
            <a:chOff x="3499823" y="4818093"/>
            <a:chExt cx="1854000" cy="797218"/>
          </a:xfrm>
        </p:grpSpPr>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Adaptation</a:t>
              </a:r>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7" name="Group 6">
            <a:extLst>
              <a:ext uri="{FF2B5EF4-FFF2-40B4-BE49-F238E27FC236}">
                <a16:creationId xmlns:a16="http://schemas.microsoft.com/office/drawing/2014/main" id="{B3CA8127-8065-8779-CA97-B2EB7B871623}"/>
              </a:ext>
            </a:extLst>
          </p:cNvPr>
          <p:cNvGrpSpPr/>
          <p:nvPr/>
        </p:nvGrpSpPr>
        <p:grpSpPr>
          <a:xfrm>
            <a:off x="3499823" y="5675741"/>
            <a:ext cx="1854000" cy="797218"/>
            <a:chOff x="3499823" y="5675741"/>
            <a:chExt cx="1854000" cy="797218"/>
          </a:xfrm>
        </p:grpSpPr>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Standardisation</a:t>
              </a:r>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30" name="Group 29">
            <a:extLst>
              <a:ext uri="{FF2B5EF4-FFF2-40B4-BE49-F238E27FC236}">
                <a16:creationId xmlns:a16="http://schemas.microsoft.com/office/drawing/2014/main" id="{61F2D149-899A-6B3F-072F-C64A9171191E}"/>
              </a:ext>
            </a:extLst>
          </p:cNvPr>
          <p:cNvGrpSpPr/>
          <p:nvPr/>
        </p:nvGrpSpPr>
        <p:grpSpPr>
          <a:xfrm>
            <a:off x="6002452" y="1472623"/>
            <a:ext cx="887903" cy="860622"/>
            <a:chOff x="5473854" y="5944529"/>
            <a:chExt cx="887903" cy="860622"/>
          </a:xfrm>
        </p:grpSpPr>
        <p:sp>
          <p:nvSpPr>
            <p:cNvPr id="26" name="&quot;No&quot; Symbol 25">
              <a:extLst>
                <a:ext uri="{FF2B5EF4-FFF2-40B4-BE49-F238E27FC236}">
                  <a16:creationId xmlns:a16="http://schemas.microsoft.com/office/drawing/2014/main" id="{F7982558-AA13-B961-AB4B-B40A86C94D22}"/>
                </a:ext>
              </a:extLst>
            </p:cNvPr>
            <p:cNvSpPr/>
            <p:nvPr/>
          </p:nvSpPr>
          <p:spPr>
            <a:xfrm>
              <a:off x="5473854" y="5944529"/>
              <a:ext cx="887903" cy="851744"/>
            </a:xfrm>
            <a:prstGeom prst="noSmoking">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solidFill>
                  <a:schemeClr val="tx1"/>
                </a:solidFill>
              </a:endParaRPr>
            </a:p>
          </p:txBody>
        </p:sp>
        <p:sp>
          <p:nvSpPr>
            <p:cNvPr id="27" name="TextBox 26">
              <a:extLst>
                <a:ext uri="{FF2B5EF4-FFF2-40B4-BE49-F238E27FC236}">
                  <a16:creationId xmlns:a16="http://schemas.microsoft.com/office/drawing/2014/main" id="{7ABC3CAA-59EE-BACB-98F4-29A6F41F103B}"/>
                </a:ext>
              </a:extLst>
            </p:cNvPr>
            <p:cNvSpPr txBox="1"/>
            <p:nvPr/>
          </p:nvSpPr>
          <p:spPr>
            <a:xfrm>
              <a:off x="5530553" y="5974154"/>
              <a:ext cx="768934" cy="830997"/>
            </a:xfrm>
            <a:prstGeom prst="rect">
              <a:avLst/>
            </a:prstGeom>
            <a:noFill/>
          </p:spPr>
          <p:txBody>
            <a:bodyPr wrap="square" rtlCol="0">
              <a:spAutoFit/>
            </a:bodyPr>
            <a:lstStyle/>
            <a:p>
              <a:pPr algn="ctr"/>
              <a:r>
                <a:rPr lang="fr-CA" sz="4800" b="1" dirty="0">
                  <a:solidFill>
                    <a:srgbClr val="910002"/>
                  </a:solidFill>
                </a:rPr>
                <a:t>IA</a:t>
              </a:r>
            </a:p>
          </p:txBody>
        </p:sp>
      </p:grpSp>
    </p:spTree>
    <p:extLst>
      <p:ext uri="{BB962C8B-B14F-4D97-AF65-F5344CB8AC3E}">
        <p14:creationId xmlns:p14="http://schemas.microsoft.com/office/powerpoint/2010/main" val="2676038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par>
                          <p:cTn id="10" fill="hold">
                            <p:stCondLst>
                              <p:cond delay="500"/>
                            </p:stCondLst>
                            <p:childTnLst>
                              <p:par>
                                <p:cTn id="11" presetID="12" presetClass="entr" presetSubtype="8" fill="hold" grpId="0" nodeType="afterEffect">
                                  <p:stCondLst>
                                    <p:cond delay="0"/>
                                  </p:stCondLst>
                                  <p:childTnLst>
                                    <p:set>
                                      <p:cBhvr>
                                        <p:cTn id="12" dur="1" fill="hold">
                                          <p:stCondLst>
                                            <p:cond delay="0"/>
                                          </p:stCondLst>
                                        </p:cTn>
                                        <p:tgtEl>
                                          <p:spTgt spid="292"/>
                                        </p:tgtEl>
                                        <p:attrNameLst>
                                          <p:attrName>style.visibility</p:attrName>
                                        </p:attrNameLst>
                                      </p:cBhvr>
                                      <p:to>
                                        <p:strVal val="visible"/>
                                      </p:to>
                                    </p:set>
                                    <p:anim calcmode="lin" valueType="num">
                                      <p:cBhvr additive="base">
                                        <p:cTn id="13" dur="500"/>
                                        <p:tgtEl>
                                          <p:spTgt spid="292"/>
                                        </p:tgtEl>
                                        <p:attrNameLst>
                                          <p:attrName>ppt_x</p:attrName>
                                        </p:attrNameLst>
                                      </p:cBhvr>
                                      <p:tavLst>
                                        <p:tav tm="0">
                                          <p:val>
                                            <p:strVal val="#ppt_x-#ppt_w*1.125000"/>
                                          </p:val>
                                        </p:tav>
                                        <p:tav tm="100000">
                                          <p:val>
                                            <p:strVal val="#ppt_x"/>
                                          </p:val>
                                        </p:tav>
                                      </p:tavLst>
                                    </p:anim>
                                    <p:animEffect transition="in" filter="wipe(right)">
                                      <p:cBhvr>
                                        <p:cTn id="14" dur="500"/>
                                        <p:tgtEl>
                                          <p:spTgt spid="292"/>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47"/>
                                        </p:tgtEl>
                                        <p:attrNameLst>
                                          <p:attrName>style.visibility</p:attrName>
                                        </p:attrNameLst>
                                      </p:cBhvr>
                                      <p:to>
                                        <p:strVal val="visible"/>
                                      </p:to>
                                    </p:set>
                                    <p:anim calcmode="lin" valueType="num">
                                      <p:cBhvr>
                                        <p:cTn id="23" dur="500" fill="hold"/>
                                        <p:tgtEl>
                                          <p:spTgt spid="47"/>
                                        </p:tgtEl>
                                        <p:attrNameLst>
                                          <p:attrName>ppt_w</p:attrName>
                                        </p:attrNameLst>
                                      </p:cBhvr>
                                      <p:tavLst>
                                        <p:tav tm="0">
                                          <p:val>
                                            <p:fltVal val="0"/>
                                          </p:val>
                                        </p:tav>
                                        <p:tav tm="100000">
                                          <p:val>
                                            <p:strVal val="#ppt_w"/>
                                          </p:val>
                                        </p:tav>
                                      </p:tavLst>
                                    </p:anim>
                                    <p:anim calcmode="lin" valueType="num">
                                      <p:cBhvr>
                                        <p:cTn id="24" dur="500" fill="hold"/>
                                        <p:tgtEl>
                                          <p:spTgt spid="47"/>
                                        </p:tgtEl>
                                        <p:attrNameLst>
                                          <p:attrName>ppt_h</p:attrName>
                                        </p:attrNameLst>
                                      </p:cBhvr>
                                      <p:tavLst>
                                        <p:tav tm="0">
                                          <p:val>
                                            <p:fltVal val="0"/>
                                          </p:val>
                                        </p:tav>
                                        <p:tav tm="100000">
                                          <p:val>
                                            <p:strVal val="#ppt_h"/>
                                          </p:val>
                                        </p:tav>
                                      </p:tavLst>
                                    </p:anim>
                                    <p:animEffect transition="in" filter="fade">
                                      <p:cBhvr>
                                        <p:cTn id="25" dur="500"/>
                                        <p:tgtEl>
                                          <p:spTgt spid="47"/>
                                        </p:tgtEl>
                                      </p:cBhvr>
                                    </p:animEffect>
                                  </p:childTnLst>
                                </p:cTn>
                              </p:par>
                            </p:childTnLst>
                          </p:cTn>
                        </p:par>
                      </p:childTnLst>
                    </p:cTn>
                  </p:par>
                  <p:par>
                    <p:cTn id="26" fill="hold">
                      <p:stCondLst>
                        <p:cond delay="indefinite"/>
                      </p:stCondLst>
                      <p:childTnLst>
                        <p:par>
                          <p:cTn id="27" fill="hold">
                            <p:stCondLst>
                              <p:cond delay="0"/>
                            </p:stCondLst>
                            <p:childTnLst>
                              <p:par>
                                <p:cTn id="28" presetID="12" presetClass="entr" presetSubtype="1"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p:tgtEl>
                                          <p:spTgt spid="4"/>
                                        </p:tgtEl>
                                        <p:attrNameLst>
                                          <p:attrName>ppt_y</p:attrName>
                                        </p:attrNameLst>
                                      </p:cBhvr>
                                      <p:tavLst>
                                        <p:tav tm="0">
                                          <p:val>
                                            <p:strVal val="#ppt_y-#ppt_h*1.125000"/>
                                          </p:val>
                                        </p:tav>
                                        <p:tav tm="100000">
                                          <p:val>
                                            <p:strVal val="#ppt_y"/>
                                          </p:val>
                                        </p:tav>
                                      </p:tavLst>
                                    </p:anim>
                                    <p:animEffect transition="in" filter="wipe(down)">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2" presetClass="entr" presetSubtype="1" fill="hold" nodeType="clickEffect">
                                  <p:stCondLst>
                                    <p:cond delay="0"/>
                                  </p:stCondLst>
                                  <p:childTnLst>
                                    <p:set>
                                      <p:cBhvr>
                                        <p:cTn id="35" dur="1" fill="hold">
                                          <p:stCondLst>
                                            <p:cond delay="0"/>
                                          </p:stCondLst>
                                        </p:cTn>
                                        <p:tgtEl>
                                          <p:spTgt spid="5"/>
                                        </p:tgtEl>
                                        <p:attrNameLst>
                                          <p:attrName>style.visibility</p:attrName>
                                        </p:attrNameLst>
                                      </p:cBhvr>
                                      <p:to>
                                        <p:strVal val="visible"/>
                                      </p:to>
                                    </p:set>
                                    <p:anim calcmode="lin" valueType="num">
                                      <p:cBhvr additive="base">
                                        <p:cTn id="36" dur="500"/>
                                        <p:tgtEl>
                                          <p:spTgt spid="5"/>
                                        </p:tgtEl>
                                        <p:attrNameLst>
                                          <p:attrName>ppt_y</p:attrName>
                                        </p:attrNameLst>
                                      </p:cBhvr>
                                      <p:tavLst>
                                        <p:tav tm="0">
                                          <p:val>
                                            <p:strVal val="#ppt_y-#ppt_h*1.125000"/>
                                          </p:val>
                                        </p:tav>
                                        <p:tav tm="100000">
                                          <p:val>
                                            <p:strVal val="#ppt_y"/>
                                          </p:val>
                                        </p:tav>
                                      </p:tavLst>
                                    </p:anim>
                                    <p:animEffect transition="in" filter="wipe(down)">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1"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additive="base">
                                        <p:cTn id="42" dur="500"/>
                                        <p:tgtEl>
                                          <p:spTgt spid="6"/>
                                        </p:tgtEl>
                                        <p:attrNameLst>
                                          <p:attrName>ppt_y</p:attrName>
                                        </p:attrNameLst>
                                      </p:cBhvr>
                                      <p:tavLst>
                                        <p:tav tm="0">
                                          <p:val>
                                            <p:strVal val="#ppt_y-#ppt_h*1.125000"/>
                                          </p:val>
                                        </p:tav>
                                        <p:tav tm="100000">
                                          <p:val>
                                            <p:strVal val="#ppt_y"/>
                                          </p:val>
                                        </p:tav>
                                      </p:tavLst>
                                    </p:anim>
                                    <p:animEffect transition="in" filter="wipe(down)">
                                      <p:cBhvr>
                                        <p:cTn id="43" dur="500"/>
                                        <p:tgtEl>
                                          <p:spTgt spid="6"/>
                                        </p:tgtEl>
                                      </p:cBhvr>
                                    </p:animEffect>
                                  </p:childTnLst>
                                </p:cTn>
                              </p:par>
                            </p:childTnLst>
                          </p:cTn>
                        </p:par>
                      </p:childTnLst>
                    </p:cTn>
                  </p:par>
                  <p:par>
                    <p:cTn id="44" fill="hold">
                      <p:stCondLst>
                        <p:cond delay="indefinite"/>
                      </p:stCondLst>
                      <p:childTnLst>
                        <p:par>
                          <p:cTn id="45" fill="hold">
                            <p:stCondLst>
                              <p:cond delay="0"/>
                            </p:stCondLst>
                            <p:childTnLst>
                              <p:par>
                                <p:cTn id="46" presetID="12" presetClass="entr" presetSubtype="1"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 calcmode="lin" valueType="num">
                                      <p:cBhvr additive="base">
                                        <p:cTn id="48" dur="500"/>
                                        <p:tgtEl>
                                          <p:spTgt spid="7"/>
                                        </p:tgtEl>
                                        <p:attrNameLst>
                                          <p:attrName>ppt_y</p:attrName>
                                        </p:attrNameLst>
                                      </p:cBhvr>
                                      <p:tavLst>
                                        <p:tav tm="0">
                                          <p:val>
                                            <p:strVal val="#ppt_y-#ppt_h*1.125000"/>
                                          </p:val>
                                        </p:tav>
                                        <p:tav tm="100000">
                                          <p:val>
                                            <p:strVal val="#ppt_y"/>
                                          </p:val>
                                        </p:tav>
                                      </p:tavLst>
                                    </p:anim>
                                    <p:animEffect transition="in" filter="wipe(down)">
                                      <p:cBhvr>
                                        <p:cTn id="49" dur="500"/>
                                        <p:tgtEl>
                                          <p:spTgt spid="7"/>
                                        </p:tgtEl>
                                      </p:cBhvr>
                                    </p:animEffect>
                                  </p:childTnLst>
                                </p:cTn>
                              </p:par>
                            </p:childTnLst>
                          </p:cTn>
                        </p:par>
                      </p:childTnLst>
                    </p:cTn>
                  </p:par>
                  <p:par>
                    <p:cTn id="50" fill="hold">
                      <p:stCondLst>
                        <p:cond delay="indefinite"/>
                      </p:stCondLst>
                      <p:childTnLst>
                        <p:par>
                          <p:cTn id="51" fill="hold">
                            <p:stCondLst>
                              <p:cond delay="0"/>
                            </p:stCondLst>
                            <p:childTnLst>
                              <p:par>
                                <p:cTn id="52" presetID="12" presetClass="entr" presetSubtype="8" fill="hold" nodeType="clickEffect">
                                  <p:stCondLst>
                                    <p:cond delay="0"/>
                                  </p:stCondLst>
                                  <p:childTnLst>
                                    <p:set>
                                      <p:cBhvr>
                                        <p:cTn id="53" dur="1" fill="hold">
                                          <p:stCondLst>
                                            <p:cond delay="0"/>
                                          </p:stCondLst>
                                        </p:cTn>
                                        <p:tgtEl>
                                          <p:spTgt spid="30"/>
                                        </p:tgtEl>
                                        <p:attrNameLst>
                                          <p:attrName>style.visibility</p:attrName>
                                        </p:attrNameLst>
                                      </p:cBhvr>
                                      <p:to>
                                        <p:strVal val="visible"/>
                                      </p:to>
                                    </p:set>
                                    <p:anim calcmode="lin" valueType="num">
                                      <p:cBhvr additive="base">
                                        <p:cTn id="54" dur="500"/>
                                        <p:tgtEl>
                                          <p:spTgt spid="30"/>
                                        </p:tgtEl>
                                        <p:attrNameLst>
                                          <p:attrName>ppt_x</p:attrName>
                                        </p:attrNameLst>
                                      </p:cBhvr>
                                      <p:tavLst>
                                        <p:tav tm="0">
                                          <p:val>
                                            <p:strVal val="#ppt_x-#ppt_w*1.125000"/>
                                          </p:val>
                                        </p:tav>
                                        <p:tav tm="100000">
                                          <p:val>
                                            <p:strVal val="#ppt_x"/>
                                          </p:val>
                                        </p:tav>
                                      </p:tavLst>
                                    </p:anim>
                                    <p:animEffect transition="in" filter="wipe(right)">
                                      <p:cBhvr>
                                        <p:cTn id="55" dur="500"/>
                                        <p:tgtEl>
                                          <p:spTgt spid="30"/>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xit" presetSubtype="0" fill="hold" nodeType="clickEffect">
                                  <p:stCondLst>
                                    <p:cond delay="0"/>
                                  </p:stCondLst>
                                  <p:childTnLst>
                                    <p:animEffect transition="out" filter="dissolve">
                                      <p:cBhvr>
                                        <p:cTn id="59" dur="500"/>
                                        <p:tgtEl>
                                          <p:spTgt spid="30"/>
                                        </p:tgtEl>
                                      </p:cBhvr>
                                    </p:animEffect>
                                    <p:set>
                                      <p:cBhvr>
                                        <p:cTn id="60" dur="1" fill="hold">
                                          <p:stCondLst>
                                            <p:cond delay="499"/>
                                          </p:stCondLst>
                                        </p:cTn>
                                        <p:tgtEl>
                                          <p:spTgt spid="30"/>
                                        </p:tgtEl>
                                        <p:attrNameLst>
                                          <p:attrName>style.visibility</p:attrName>
                                        </p:attrNameLst>
                                      </p:cBhvr>
                                      <p:to>
                                        <p:strVal val="hidden"/>
                                      </p:to>
                                    </p:set>
                                  </p:childTnLst>
                                </p:cTn>
                              </p:par>
                            </p:childTnLst>
                          </p:cTn>
                        </p:par>
                        <p:par>
                          <p:cTn id="61" fill="hold">
                            <p:stCondLst>
                              <p:cond delay="500"/>
                            </p:stCondLst>
                            <p:childTnLst>
                              <p:par>
                                <p:cTn id="62" presetID="12" presetClass="entr" presetSubtype="8" fill="hold" grpId="0" nodeType="afterEffect">
                                  <p:stCondLst>
                                    <p:cond delay="0"/>
                                  </p:stCondLst>
                                  <p:childTnLst>
                                    <p:set>
                                      <p:cBhvr>
                                        <p:cTn id="63" dur="1" fill="hold">
                                          <p:stCondLst>
                                            <p:cond delay="0"/>
                                          </p:stCondLst>
                                        </p:cTn>
                                        <p:tgtEl>
                                          <p:spTgt spid="293"/>
                                        </p:tgtEl>
                                        <p:attrNameLst>
                                          <p:attrName>style.visibility</p:attrName>
                                        </p:attrNameLst>
                                      </p:cBhvr>
                                      <p:to>
                                        <p:strVal val="visible"/>
                                      </p:to>
                                    </p:set>
                                    <p:anim calcmode="lin" valueType="num">
                                      <p:cBhvr additive="base">
                                        <p:cTn id="64" dur="500"/>
                                        <p:tgtEl>
                                          <p:spTgt spid="293"/>
                                        </p:tgtEl>
                                        <p:attrNameLst>
                                          <p:attrName>ppt_x</p:attrName>
                                        </p:attrNameLst>
                                      </p:cBhvr>
                                      <p:tavLst>
                                        <p:tav tm="0">
                                          <p:val>
                                            <p:strVal val="#ppt_x-#ppt_w*1.125000"/>
                                          </p:val>
                                        </p:tav>
                                        <p:tav tm="100000">
                                          <p:val>
                                            <p:strVal val="#ppt_x"/>
                                          </p:val>
                                        </p:tav>
                                      </p:tavLst>
                                    </p:anim>
                                    <p:animEffect transition="in" filter="wipe(right)">
                                      <p:cBhvr>
                                        <p:cTn id="65" dur="500"/>
                                        <p:tgtEl>
                                          <p:spTgt spid="293"/>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109">
                                            <p:graphicEl>
                                              <a:dgm id="{80574F1E-570B-5141-A9AB-8A9A52D0A140}"/>
                                            </p:graphicEl>
                                          </p:spTgt>
                                        </p:tgtEl>
                                        <p:attrNameLst>
                                          <p:attrName>style.visibility</p:attrName>
                                        </p:attrNameLst>
                                      </p:cBhvr>
                                      <p:to>
                                        <p:strVal val="visible"/>
                                      </p:to>
                                    </p:set>
                                    <p:animEffect transition="in" filter="wipe(left)">
                                      <p:cBhvr>
                                        <p:cTn id="69" dur="500"/>
                                        <p:tgtEl>
                                          <p:spTgt spid="109">
                                            <p:graphicEl>
                                              <a:dgm id="{80574F1E-570B-5141-A9AB-8A9A52D0A140}"/>
                                            </p:graphic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109">
                                            <p:graphicEl>
                                              <a:dgm id="{BA0D9FC2-208D-4048-84C4-69AC3A1FDE15}"/>
                                            </p:graphicEl>
                                          </p:spTgt>
                                        </p:tgtEl>
                                        <p:attrNameLst>
                                          <p:attrName>style.visibility</p:attrName>
                                        </p:attrNameLst>
                                      </p:cBhvr>
                                      <p:to>
                                        <p:strVal val="visible"/>
                                      </p:to>
                                    </p:set>
                                    <p:animEffect transition="in" filter="wipe(left)">
                                      <p:cBhvr>
                                        <p:cTn id="73" dur="250"/>
                                        <p:tgtEl>
                                          <p:spTgt spid="109">
                                            <p:graphicEl>
                                              <a:dgm id="{BA0D9FC2-208D-4048-84C4-69AC3A1FDE15}"/>
                                            </p:graphicEl>
                                          </p:spTgt>
                                        </p:tgtEl>
                                      </p:cBhvr>
                                    </p:animEffect>
                                  </p:childTnLst>
                                </p:cTn>
                              </p:par>
                              <p:par>
                                <p:cTn id="74" presetID="22" presetClass="entr" presetSubtype="8" fill="hold" grpId="0" nodeType="withEffect">
                                  <p:stCondLst>
                                    <p:cond delay="0"/>
                                  </p:stCondLst>
                                  <p:childTnLst>
                                    <p:set>
                                      <p:cBhvr>
                                        <p:cTn id="75" dur="1" fill="hold">
                                          <p:stCondLst>
                                            <p:cond delay="0"/>
                                          </p:stCondLst>
                                        </p:cTn>
                                        <p:tgtEl>
                                          <p:spTgt spid="109">
                                            <p:graphicEl>
                                              <a:dgm id="{C488B9ED-2769-304A-B495-1FB2969497A9}"/>
                                            </p:graphicEl>
                                          </p:spTgt>
                                        </p:tgtEl>
                                        <p:attrNameLst>
                                          <p:attrName>style.visibility</p:attrName>
                                        </p:attrNameLst>
                                      </p:cBhvr>
                                      <p:to>
                                        <p:strVal val="visible"/>
                                      </p:to>
                                    </p:set>
                                    <p:animEffect transition="in" filter="wipe(left)">
                                      <p:cBhvr>
                                        <p:cTn id="76" dur="500"/>
                                        <p:tgtEl>
                                          <p:spTgt spid="109">
                                            <p:graphicEl>
                                              <a:dgm id="{C488B9ED-2769-304A-B495-1FB2969497A9}"/>
                                            </p:graphicEl>
                                          </p:spTgt>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09">
                                            <p:graphicEl>
                                              <a:dgm id="{29D1CCD4-03F8-F941-9ABB-AD6230BDCC86}"/>
                                            </p:graphicEl>
                                          </p:spTgt>
                                        </p:tgtEl>
                                        <p:attrNameLst>
                                          <p:attrName>style.visibility</p:attrName>
                                        </p:attrNameLst>
                                      </p:cBhvr>
                                      <p:to>
                                        <p:strVal val="visible"/>
                                      </p:to>
                                    </p:set>
                                    <p:animEffect transition="in" filter="wipe(left)">
                                      <p:cBhvr>
                                        <p:cTn id="80" dur="250"/>
                                        <p:tgtEl>
                                          <p:spTgt spid="109">
                                            <p:graphicEl>
                                              <a:dgm id="{29D1CCD4-03F8-F941-9ABB-AD6230BDCC86}"/>
                                            </p:graphicEl>
                                          </p:spTgt>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109">
                                            <p:graphicEl>
                                              <a:dgm id="{59B30B39-CBE9-B64D-8A2F-F8BF7DFCE8E4}"/>
                                            </p:graphicEl>
                                          </p:spTgt>
                                        </p:tgtEl>
                                        <p:attrNameLst>
                                          <p:attrName>style.visibility</p:attrName>
                                        </p:attrNameLst>
                                      </p:cBhvr>
                                      <p:to>
                                        <p:strVal val="visible"/>
                                      </p:to>
                                    </p:set>
                                    <p:animEffect transition="in" filter="wipe(left)">
                                      <p:cBhvr>
                                        <p:cTn id="83" dur="500"/>
                                        <p:tgtEl>
                                          <p:spTgt spid="109">
                                            <p:graphicEl>
                                              <a:dgm id="{59B30B39-CBE9-B64D-8A2F-F8BF7DFCE8E4}"/>
                                            </p:graphicEl>
                                          </p:spTgt>
                                        </p:tgtEl>
                                      </p:cBhvr>
                                    </p:animEffect>
                                  </p:childTnLst>
                                </p:cTn>
                              </p:par>
                            </p:childTnLst>
                          </p:cTn>
                        </p:par>
                        <p:par>
                          <p:cTn id="84" fill="hold">
                            <p:stCondLst>
                              <p:cond delay="2500"/>
                            </p:stCondLst>
                            <p:childTnLst>
                              <p:par>
                                <p:cTn id="85" presetID="22" presetClass="entr" presetSubtype="8" fill="hold" grpId="0" nodeType="afterEffect">
                                  <p:stCondLst>
                                    <p:cond delay="0"/>
                                  </p:stCondLst>
                                  <p:childTnLst>
                                    <p:set>
                                      <p:cBhvr>
                                        <p:cTn id="86" dur="1" fill="hold">
                                          <p:stCondLst>
                                            <p:cond delay="0"/>
                                          </p:stCondLst>
                                        </p:cTn>
                                        <p:tgtEl>
                                          <p:spTgt spid="109">
                                            <p:graphicEl>
                                              <a:dgm id="{A8A75E39-3F6A-494A-9A5F-4B4120D0E0AA}"/>
                                            </p:graphicEl>
                                          </p:spTgt>
                                        </p:tgtEl>
                                        <p:attrNameLst>
                                          <p:attrName>style.visibility</p:attrName>
                                        </p:attrNameLst>
                                      </p:cBhvr>
                                      <p:to>
                                        <p:strVal val="visible"/>
                                      </p:to>
                                    </p:set>
                                    <p:animEffect transition="in" filter="wipe(left)">
                                      <p:cBhvr>
                                        <p:cTn id="87" dur="250"/>
                                        <p:tgtEl>
                                          <p:spTgt spid="109">
                                            <p:graphicEl>
                                              <a:dgm id="{A8A75E39-3F6A-494A-9A5F-4B4120D0E0AA}"/>
                                            </p:graphicEl>
                                          </p:spTgt>
                                        </p:tgtEl>
                                      </p:cBhvr>
                                    </p:animEffect>
                                  </p:childTnLst>
                                </p:cTn>
                              </p:par>
                              <p:par>
                                <p:cTn id="88" presetID="22" presetClass="entr" presetSubtype="8" fill="hold" grpId="0" nodeType="withEffect">
                                  <p:stCondLst>
                                    <p:cond delay="0"/>
                                  </p:stCondLst>
                                  <p:childTnLst>
                                    <p:set>
                                      <p:cBhvr>
                                        <p:cTn id="89" dur="1" fill="hold">
                                          <p:stCondLst>
                                            <p:cond delay="0"/>
                                          </p:stCondLst>
                                        </p:cTn>
                                        <p:tgtEl>
                                          <p:spTgt spid="109">
                                            <p:graphicEl>
                                              <a:dgm id="{22A4CB7E-5D0A-CE4A-935A-FB9717A091B1}"/>
                                            </p:graphicEl>
                                          </p:spTgt>
                                        </p:tgtEl>
                                        <p:attrNameLst>
                                          <p:attrName>style.visibility</p:attrName>
                                        </p:attrNameLst>
                                      </p:cBhvr>
                                      <p:to>
                                        <p:strVal val="visible"/>
                                      </p:to>
                                    </p:set>
                                    <p:animEffect transition="in" filter="wipe(left)">
                                      <p:cBhvr>
                                        <p:cTn id="90" dur="500"/>
                                        <p:tgtEl>
                                          <p:spTgt spid="109">
                                            <p:graphicEl>
                                              <a:dgm id="{22A4CB7E-5D0A-CE4A-935A-FB9717A091B1}"/>
                                            </p:graphicEl>
                                          </p:spTgt>
                                        </p:tgtEl>
                                      </p:cBhvr>
                                    </p:animEffect>
                                  </p:childTnLst>
                                </p:cTn>
                              </p:par>
                            </p:childTnLst>
                          </p:cTn>
                        </p:par>
                        <p:par>
                          <p:cTn id="91" fill="hold">
                            <p:stCondLst>
                              <p:cond delay="3000"/>
                            </p:stCondLst>
                            <p:childTnLst>
                              <p:par>
                                <p:cTn id="92" presetID="22" presetClass="entr" presetSubtype="8" fill="hold" grpId="0" nodeType="afterEffect">
                                  <p:stCondLst>
                                    <p:cond delay="0"/>
                                  </p:stCondLst>
                                  <p:childTnLst>
                                    <p:set>
                                      <p:cBhvr>
                                        <p:cTn id="93" dur="1" fill="hold">
                                          <p:stCondLst>
                                            <p:cond delay="0"/>
                                          </p:stCondLst>
                                        </p:cTn>
                                        <p:tgtEl>
                                          <p:spTgt spid="109">
                                            <p:graphicEl>
                                              <a:dgm id="{F7E7EC80-58F4-3E44-B799-6DDC417836E8}"/>
                                            </p:graphicEl>
                                          </p:spTgt>
                                        </p:tgtEl>
                                        <p:attrNameLst>
                                          <p:attrName>style.visibility</p:attrName>
                                        </p:attrNameLst>
                                      </p:cBhvr>
                                      <p:to>
                                        <p:strVal val="visible"/>
                                      </p:to>
                                    </p:set>
                                    <p:animEffect transition="in" filter="wipe(left)">
                                      <p:cBhvr>
                                        <p:cTn id="94" dur="250"/>
                                        <p:tgtEl>
                                          <p:spTgt spid="109">
                                            <p:graphicEl>
                                              <a:dgm id="{F7E7EC80-58F4-3E44-B799-6DDC417836E8}"/>
                                            </p:graphicEl>
                                          </p:spTgt>
                                        </p:tgtEl>
                                      </p:cBhvr>
                                    </p:animEffect>
                                  </p:childTnLst>
                                </p:cTn>
                              </p:par>
                              <p:par>
                                <p:cTn id="95" presetID="22" presetClass="entr" presetSubtype="8" fill="hold" grpId="0" nodeType="withEffect">
                                  <p:stCondLst>
                                    <p:cond delay="0"/>
                                  </p:stCondLst>
                                  <p:childTnLst>
                                    <p:set>
                                      <p:cBhvr>
                                        <p:cTn id="96" dur="1" fill="hold">
                                          <p:stCondLst>
                                            <p:cond delay="0"/>
                                          </p:stCondLst>
                                        </p:cTn>
                                        <p:tgtEl>
                                          <p:spTgt spid="109">
                                            <p:graphicEl>
                                              <a:dgm id="{A433B012-32A4-3C4F-82C0-2C6C465BA804}"/>
                                            </p:graphicEl>
                                          </p:spTgt>
                                        </p:tgtEl>
                                        <p:attrNameLst>
                                          <p:attrName>style.visibility</p:attrName>
                                        </p:attrNameLst>
                                      </p:cBhvr>
                                      <p:to>
                                        <p:strVal val="visible"/>
                                      </p:to>
                                    </p:set>
                                    <p:animEffect transition="in" filter="wipe(left)">
                                      <p:cBhvr>
                                        <p:cTn id="97" dur="500"/>
                                        <p:tgtEl>
                                          <p:spTgt spid="109">
                                            <p:graphicEl>
                                              <a:dgm id="{A433B012-32A4-3C4F-82C0-2C6C465BA804}"/>
                                            </p:graphicEl>
                                          </p:spTgt>
                                        </p:tgtEl>
                                      </p:cBhvr>
                                    </p:animEffect>
                                  </p:childTnLst>
                                </p:cTn>
                              </p:par>
                            </p:childTnLst>
                          </p:cTn>
                        </p:par>
                        <p:par>
                          <p:cTn id="98" fill="hold">
                            <p:stCondLst>
                              <p:cond delay="3500"/>
                            </p:stCondLst>
                            <p:childTnLst>
                              <p:par>
                                <p:cTn id="99" presetID="22" presetClass="entr" presetSubtype="8" fill="hold" grpId="0" nodeType="afterEffect">
                                  <p:stCondLst>
                                    <p:cond delay="0"/>
                                  </p:stCondLst>
                                  <p:childTnLst>
                                    <p:set>
                                      <p:cBhvr>
                                        <p:cTn id="100" dur="1" fill="hold">
                                          <p:stCondLst>
                                            <p:cond delay="0"/>
                                          </p:stCondLst>
                                        </p:cTn>
                                        <p:tgtEl>
                                          <p:spTgt spid="109">
                                            <p:graphicEl>
                                              <a:dgm id="{80DD587E-5A9B-9D4D-AFC9-EC6A4C53614F}"/>
                                            </p:graphicEl>
                                          </p:spTgt>
                                        </p:tgtEl>
                                        <p:attrNameLst>
                                          <p:attrName>style.visibility</p:attrName>
                                        </p:attrNameLst>
                                      </p:cBhvr>
                                      <p:to>
                                        <p:strVal val="visible"/>
                                      </p:to>
                                    </p:set>
                                    <p:animEffect transition="in" filter="wipe(left)">
                                      <p:cBhvr>
                                        <p:cTn id="101" dur="250"/>
                                        <p:tgtEl>
                                          <p:spTgt spid="109">
                                            <p:graphicEl>
                                              <a:dgm id="{80DD587E-5A9B-9D4D-AFC9-EC6A4C53614F}"/>
                                            </p:graphicEl>
                                          </p:spTgt>
                                        </p:tgtEl>
                                      </p:cBhvr>
                                    </p:animEffect>
                                  </p:childTnLst>
                                </p:cTn>
                              </p:par>
                              <p:par>
                                <p:cTn id="102" presetID="22" presetClass="entr" presetSubtype="8" fill="hold" grpId="0" nodeType="withEffect">
                                  <p:stCondLst>
                                    <p:cond delay="0"/>
                                  </p:stCondLst>
                                  <p:childTnLst>
                                    <p:set>
                                      <p:cBhvr>
                                        <p:cTn id="103" dur="1" fill="hold">
                                          <p:stCondLst>
                                            <p:cond delay="0"/>
                                          </p:stCondLst>
                                        </p:cTn>
                                        <p:tgtEl>
                                          <p:spTgt spid="109">
                                            <p:graphicEl>
                                              <a:dgm id="{541F6071-7809-CC44-973A-6FA760119F63}"/>
                                            </p:graphicEl>
                                          </p:spTgt>
                                        </p:tgtEl>
                                        <p:attrNameLst>
                                          <p:attrName>style.visibility</p:attrName>
                                        </p:attrNameLst>
                                      </p:cBhvr>
                                      <p:to>
                                        <p:strVal val="visible"/>
                                      </p:to>
                                    </p:set>
                                    <p:animEffect transition="in" filter="wipe(left)">
                                      <p:cBhvr>
                                        <p:cTn id="104" dur="500"/>
                                        <p:tgtEl>
                                          <p:spTgt spid="109">
                                            <p:graphicEl>
                                              <a:dgm id="{541F6071-7809-CC44-973A-6FA760119F63}"/>
                                            </p:graphicEl>
                                          </p:spTgt>
                                        </p:tgtEl>
                                      </p:cBhvr>
                                    </p:animEffect>
                                  </p:childTnLst>
                                </p:cTn>
                              </p:par>
                            </p:childTnLst>
                          </p:cTn>
                        </p:par>
                        <p:par>
                          <p:cTn id="105" fill="hold">
                            <p:stCondLst>
                              <p:cond delay="4000"/>
                            </p:stCondLst>
                            <p:childTnLst>
                              <p:par>
                                <p:cTn id="106" presetID="22" presetClass="entr" presetSubtype="8" fill="hold" grpId="0" nodeType="afterEffect">
                                  <p:stCondLst>
                                    <p:cond delay="0"/>
                                  </p:stCondLst>
                                  <p:childTnLst>
                                    <p:set>
                                      <p:cBhvr>
                                        <p:cTn id="107" dur="1" fill="hold">
                                          <p:stCondLst>
                                            <p:cond delay="0"/>
                                          </p:stCondLst>
                                        </p:cTn>
                                        <p:tgtEl>
                                          <p:spTgt spid="109">
                                            <p:graphicEl>
                                              <a:dgm id="{82AC5FB4-AFCE-CF4C-A178-8E255AF4690D}"/>
                                            </p:graphicEl>
                                          </p:spTgt>
                                        </p:tgtEl>
                                        <p:attrNameLst>
                                          <p:attrName>style.visibility</p:attrName>
                                        </p:attrNameLst>
                                      </p:cBhvr>
                                      <p:to>
                                        <p:strVal val="visible"/>
                                      </p:to>
                                    </p:set>
                                    <p:animEffect transition="in" filter="wipe(left)">
                                      <p:cBhvr>
                                        <p:cTn id="108" dur="250"/>
                                        <p:tgtEl>
                                          <p:spTgt spid="109">
                                            <p:graphicEl>
                                              <a:dgm id="{82AC5FB4-AFCE-CF4C-A178-8E255AF4690D}"/>
                                            </p:graphicEl>
                                          </p:spTgt>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109">
                                            <p:graphicEl>
                                              <a:dgm id="{04DED7E8-518C-D540-9F4E-2D51092C0E5C}"/>
                                            </p:graphicEl>
                                          </p:spTgt>
                                        </p:tgtEl>
                                        <p:attrNameLst>
                                          <p:attrName>style.visibility</p:attrName>
                                        </p:attrNameLst>
                                      </p:cBhvr>
                                      <p:to>
                                        <p:strVal val="visible"/>
                                      </p:to>
                                    </p:set>
                                    <p:animEffect transition="in" filter="wipe(left)">
                                      <p:cBhvr>
                                        <p:cTn id="111" dur="500"/>
                                        <p:tgtEl>
                                          <p:spTgt spid="109">
                                            <p:graphicEl>
                                              <a:dgm id="{04DED7E8-518C-D540-9F4E-2D51092C0E5C}"/>
                                            </p:graphicEl>
                                          </p:spTgt>
                                        </p:tgtEl>
                                      </p:cBhvr>
                                    </p:animEffect>
                                  </p:childTnLst>
                                </p:cTn>
                              </p:par>
                            </p:childTnLst>
                          </p:cTn>
                        </p:par>
                        <p:par>
                          <p:cTn id="112" fill="hold">
                            <p:stCondLst>
                              <p:cond delay="4500"/>
                            </p:stCondLst>
                            <p:childTnLst>
                              <p:par>
                                <p:cTn id="113" presetID="22" presetClass="entr" presetSubtype="8" fill="hold" grpId="0" nodeType="afterEffect">
                                  <p:stCondLst>
                                    <p:cond delay="0"/>
                                  </p:stCondLst>
                                  <p:childTnLst>
                                    <p:set>
                                      <p:cBhvr>
                                        <p:cTn id="114" dur="1" fill="hold">
                                          <p:stCondLst>
                                            <p:cond delay="0"/>
                                          </p:stCondLst>
                                        </p:cTn>
                                        <p:tgtEl>
                                          <p:spTgt spid="109">
                                            <p:graphicEl>
                                              <a:dgm id="{91BBEB3C-7BDD-2146-A823-1DAD6F53A5C0}"/>
                                            </p:graphicEl>
                                          </p:spTgt>
                                        </p:tgtEl>
                                        <p:attrNameLst>
                                          <p:attrName>style.visibility</p:attrName>
                                        </p:attrNameLst>
                                      </p:cBhvr>
                                      <p:to>
                                        <p:strVal val="visible"/>
                                      </p:to>
                                    </p:set>
                                    <p:animEffect transition="in" filter="wipe(left)">
                                      <p:cBhvr>
                                        <p:cTn id="115" dur="250"/>
                                        <p:tgtEl>
                                          <p:spTgt spid="109">
                                            <p:graphicEl>
                                              <a:dgm id="{91BBEB3C-7BDD-2146-A823-1DAD6F53A5C0}"/>
                                            </p:graphicEl>
                                          </p:spTgt>
                                        </p:tgtEl>
                                      </p:cBhvr>
                                    </p:animEffect>
                                  </p:childTnLst>
                                </p:cTn>
                              </p:par>
                              <p:par>
                                <p:cTn id="116" presetID="22" presetClass="entr" presetSubtype="8" fill="hold" grpId="0" nodeType="withEffect">
                                  <p:stCondLst>
                                    <p:cond delay="0"/>
                                  </p:stCondLst>
                                  <p:childTnLst>
                                    <p:set>
                                      <p:cBhvr>
                                        <p:cTn id="117" dur="1" fill="hold">
                                          <p:stCondLst>
                                            <p:cond delay="0"/>
                                          </p:stCondLst>
                                        </p:cTn>
                                        <p:tgtEl>
                                          <p:spTgt spid="109">
                                            <p:graphicEl>
                                              <a:dgm id="{84B6EC93-7F84-8F47-923A-92C42ECFAA28}"/>
                                            </p:graphicEl>
                                          </p:spTgt>
                                        </p:tgtEl>
                                        <p:attrNameLst>
                                          <p:attrName>style.visibility</p:attrName>
                                        </p:attrNameLst>
                                      </p:cBhvr>
                                      <p:to>
                                        <p:strVal val="visible"/>
                                      </p:to>
                                    </p:set>
                                    <p:animEffect transition="in" filter="wipe(left)">
                                      <p:cBhvr>
                                        <p:cTn id="118" dur="500"/>
                                        <p:tgtEl>
                                          <p:spTgt spid="109">
                                            <p:graphicEl>
                                              <a:dgm id="{84B6EC93-7F84-8F47-923A-92C42ECFAA28}"/>
                                            </p:graphicEl>
                                          </p:spTgt>
                                        </p:tgtEl>
                                      </p:cBhvr>
                                    </p:animEffect>
                                  </p:childTnLst>
                                </p:cTn>
                              </p:par>
                            </p:childTnLst>
                          </p:cTn>
                        </p:par>
                        <p:par>
                          <p:cTn id="119" fill="hold">
                            <p:stCondLst>
                              <p:cond delay="5000"/>
                            </p:stCondLst>
                            <p:childTnLst>
                              <p:par>
                                <p:cTn id="120" presetID="22" presetClass="entr" presetSubtype="8" fill="hold" grpId="0" nodeType="afterEffect">
                                  <p:stCondLst>
                                    <p:cond delay="0"/>
                                  </p:stCondLst>
                                  <p:childTnLst>
                                    <p:set>
                                      <p:cBhvr>
                                        <p:cTn id="121" dur="1" fill="hold">
                                          <p:stCondLst>
                                            <p:cond delay="0"/>
                                          </p:stCondLst>
                                        </p:cTn>
                                        <p:tgtEl>
                                          <p:spTgt spid="109">
                                            <p:graphicEl>
                                              <a:dgm id="{7F41A388-CAF6-D54D-BFB4-4BEB2E5A80CC}"/>
                                            </p:graphicEl>
                                          </p:spTgt>
                                        </p:tgtEl>
                                        <p:attrNameLst>
                                          <p:attrName>style.visibility</p:attrName>
                                        </p:attrNameLst>
                                      </p:cBhvr>
                                      <p:to>
                                        <p:strVal val="visible"/>
                                      </p:to>
                                    </p:set>
                                    <p:animEffect transition="in" filter="wipe(left)">
                                      <p:cBhvr>
                                        <p:cTn id="122" dur="250"/>
                                        <p:tgtEl>
                                          <p:spTgt spid="109">
                                            <p:graphicEl>
                                              <a:dgm id="{7F41A388-CAF6-D54D-BFB4-4BEB2E5A80CC}"/>
                                            </p:graphicEl>
                                          </p:spTgt>
                                        </p:tgtEl>
                                      </p:cBhvr>
                                    </p:animEffect>
                                  </p:childTnLst>
                                </p:cTn>
                              </p:par>
                              <p:par>
                                <p:cTn id="123" presetID="22" presetClass="entr" presetSubtype="8" fill="hold" grpId="0" nodeType="withEffect">
                                  <p:stCondLst>
                                    <p:cond delay="0"/>
                                  </p:stCondLst>
                                  <p:childTnLst>
                                    <p:set>
                                      <p:cBhvr>
                                        <p:cTn id="124" dur="1" fill="hold">
                                          <p:stCondLst>
                                            <p:cond delay="0"/>
                                          </p:stCondLst>
                                        </p:cTn>
                                        <p:tgtEl>
                                          <p:spTgt spid="109">
                                            <p:graphicEl>
                                              <a:dgm id="{211054A3-F477-C849-8A63-B4AE5E355D3F}"/>
                                            </p:graphicEl>
                                          </p:spTgt>
                                        </p:tgtEl>
                                        <p:attrNameLst>
                                          <p:attrName>style.visibility</p:attrName>
                                        </p:attrNameLst>
                                      </p:cBhvr>
                                      <p:to>
                                        <p:strVal val="visible"/>
                                      </p:to>
                                    </p:set>
                                    <p:animEffect transition="in" filter="wipe(left)">
                                      <p:cBhvr>
                                        <p:cTn id="125" dur="500"/>
                                        <p:tgtEl>
                                          <p:spTgt spid="109">
                                            <p:graphicEl>
                                              <a:dgm id="{211054A3-F477-C849-8A63-B4AE5E355D3F}"/>
                                            </p:graphicEl>
                                          </p:spTgt>
                                        </p:tgtEl>
                                      </p:cBhvr>
                                    </p:animEffect>
                                  </p:childTnLst>
                                </p:cTn>
                              </p:par>
                            </p:childTnLst>
                          </p:cTn>
                        </p:par>
                        <p:par>
                          <p:cTn id="126" fill="hold">
                            <p:stCondLst>
                              <p:cond delay="5500"/>
                            </p:stCondLst>
                            <p:childTnLst>
                              <p:par>
                                <p:cTn id="127" presetID="22" presetClass="entr" presetSubtype="8" fill="hold" grpId="0" nodeType="afterEffect">
                                  <p:stCondLst>
                                    <p:cond delay="0"/>
                                  </p:stCondLst>
                                  <p:childTnLst>
                                    <p:set>
                                      <p:cBhvr>
                                        <p:cTn id="128" dur="1" fill="hold">
                                          <p:stCondLst>
                                            <p:cond delay="0"/>
                                          </p:stCondLst>
                                        </p:cTn>
                                        <p:tgtEl>
                                          <p:spTgt spid="109">
                                            <p:graphicEl>
                                              <a:dgm id="{0552F4E7-B625-EF4A-B564-AB82C7F33F48}"/>
                                            </p:graphicEl>
                                          </p:spTgt>
                                        </p:tgtEl>
                                        <p:attrNameLst>
                                          <p:attrName>style.visibility</p:attrName>
                                        </p:attrNameLst>
                                      </p:cBhvr>
                                      <p:to>
                                        <p:strVal val="visible"/>
                                      </p:to>
                                    </p:set>
                                    <p:animEffect transition="in" filter="wipe(left)">
                                      <p:cBhvr>
                                        <p:cTn id="129" dur="250"/>
                                        <p:tgtEl>
                                          <p:spTgt spid="109">
                                            <p:graphicEl>
                                              <a:dgm id="{0552F4E7-B625-EF4A-B564-AB82C7F33F48}"/>
                                            </p:graphicEl>
                                          </p:spTgt>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109">
                                            <p:graphicEl>
                                              <a:dgm id="{89466E15-E01B-E74D-9294-4193B26C98B4}"/>
                                            </p:graphicEl>
                                          </p:spTgt>
                                        </p:tgtEl>
                                        <p:attrNameLst>
                                          <p:attrName>style.visibility</p:attrName>
                                        </p:attrNameLst>
                                      </p:cBhvr>
                                      <p:to>
                                        <p:strVal val="visible"/>
                                      </p:to>
                                    </p:set>
                                    <p:animEffect transition="in" filter="wipe(left)">
                                      <p:cBhvr>
                                        <p:cTn id="132" dur="500"/>
                                        <p:tgtEl>
                                          <p:spTgt spid="109">
                                            <p:graphicEl>
                                              <a:dgm id="{89466E15-E01B-E74D-9294-4193B26C98B4}"/>
                                            </p:graphicEl>
                                          </p:spTgt>
                                        </p:tgtEl>
                                      </p:cBhvr>
                                    </p:animEffect>
                                  </p:childTnLst>
                                </p:cTn>
                              </p:par>
                            </p:childTnLst>
                          </p:cTn>
                        </p:par>
                        <p:par>
                          <p:cTn id="133" fill="hold">
                            <p:stCondLst>
                              <p:cond delay="6000"/>
                            </p:stCondLst>
                            <p:childTnLst>
                              <p:par>
                                <p:cTn id="134" presetID="22" presetClass="entr" presetSubtype="8" fill="hold" grpId="0" nodeType="afterEffect">
                                  <p:stCondLst>
                                    <p:cond delay="0"/>
                                  </p:stCondLst>
                                  <p:childTnLst>
                                    <p:set>
                                      <p:cBhvr>
                                        <p:cTn id="135" dur="1" fill="hold">
                                          <p:stCondLst>
                                            <p:cond delay="0"/>
                                          </p:stCondLst>
                                        </p:cTn>
                                        <p:tgtEl>
                                          <p:spTgt spid="109">
                                            <p:graphicEl>
                                              <a:dgm id="{98AE55E7-9272-824D-99DF-E81C208BA2CE}"/>
                                            </p:graphicEl>
                                          </p:spTgt>
                                        </p:tgtEl>
                                        <p:attrNameLst>
                                          <p:attrName>style.visibility</p:attrName>
                                        </p:attrNameLst>
                                      </p:cBhvr>
                                      <p:to>
                                        <p:strVal val="visible"/>
                                      </p:to>
                                    </p:set>
                                    <p:animEffect transition="in" filter="wipe(left)">
                                      <p:cBhvr>
                                        <p:cTn id="136" dur="250"/>
                                        <p:tgtEl>
                                          <p:spTgt spid="109">
                                            <p:graphicEl>
                                              <a:dgm id="{98AE55E7-9272-824D-99DF-E81C208BA2CE}"/>
                                            </p:graphicEl>
                                          </p:spTgt>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109">
                                            <p:graphicEl>
                                              <a:dgm id="{BE128432-A68E-3A46-8B3F-542D17CC6F0F}"/>
                                            </p:graphicEl>
                                          </p:spTgt>
                                        </p:tgtEl>
                                        <p:attrNameLst>
                                          <p:attrName>style.visibility</p:attrName>
                                        </p:attrNameLst>
                                      </p:cBhvr>
                                      <p:to>
                                        <p:strVal val="visible"/>
                                      </p:to>
                                    </p:set>
                                    <p:animEffect transition="in" filter="wipe(left)">
                                      <p:cBhvr>
                                        <p:cTn id="139" dur="500"/>
                                        <p:tgtEl>
                                          <p:spTgt spid="109">
                                            <p:graphicEl>
                                              <a:dgm id="{BE128432-A68E-3A46-8B3F-542D17CC6F0F}"/>
                                            </p:graphicEl>
                                          </p:spTgt>
                                        </p:tgtEl>
                                      </p:cBhvr>
                                    </p:animEffect>
                                  </p:childTnLst>
                                </p:cTn>
                              </p:par>
                            </p:childTnLst>
                          </p:cTn>
                        </p:par>
                        <p:par>
                          <p:cTn id="140" fill="hold">
                            <p:stCondLst>
                              <p:cond delay="6500"/>
                            </p:stCondLst>
                            <p:childTnLst>
                              <p:par>
                                <p:cTn id="141" presetID="22" presetClass="entr" presetSubtype="8" fill="hold" grpId="0" nodeType="afterEffect">
                                  <p:stCondLst>
                                    <p:cond delay="0"/>
                                  </p:stCondLst>
                                  <p:childTnLst>
                                    <p:set>
                                      <p:cBhvr>
                                        <p:cTn id="142" dur="1" fill="hold">
                                          <p:stCondLst>
                                            <p:cond delay="0"/>
                                          </p:stCondLst>
                                        </p:cTn>
                                        <p:tgtEl>
                                          <p:spTgt spid="109">
                                            <p:graphicEl>
                                              <a:dgm id="{D850B91D-6316-4647-9C62-C7C8F5D37507}"/>
                                            </p:graphicEl>
                                          </p:spTgt>
                                        </p:tgtEl>
                                        <p:attrNameLst>
                                          <p:attrName>style.visibility</p:attrName>
                                        </p:attrNameLst>
                                      </p:cBhvr>
                                      <p:to>
                                        <p:strVal val="visible"/>
                                      </p:to>
                                    </p:set>
                                    <p:animEffect transition="in" filter="wipe(left)">
                                      <p:cBhvr>
                                        <p:cTn id="143" dur="250"/>
                                        <p:tgtEl>
                                          <p:spTgt spid="109">
                                            <p:graphicEl>
                                              <a:dgm id="{D850B91D-6316-4647-9C62-C7C8F5D37507}"/>
                                            </p:graphicEl>
                                          </p:spTgt>
                                        </p:tgtEl>
                                      </p:cBhvr>
                                    </p:animEffect>
                                  </p:childTnLst>
                                </p:cTn>
                              </p:par>
                              <p:par>
                                <p:cTn id="144" presetID="22" presetClass="entr" presetSubtype="8" fill="hold" grpId="0" nodeType="withEffect">
                                  <p:stCondLst>
                                    <p:cond delay="0"/>
                                  </p:stCondLst>
                                  <p:childTnLst>
                                    <p:set>
                                      <p:cBhvr>
                                        <p:cTn id="145" dur="1" fill="hold">
                                          <p:stCondLst>
                                            <p:cond delay="0"/>
                                          </p:stCondLst>
                                        </p:cTn>
                                        <p:tgtEl>
                                          <p:spTgt spid="109">
                                            <p:graphicEl>
                                              <a:dgm id="{2D9A46F8-09F4-5843-A133-89458B63ABAA}"/>
                                            </p:graphicEl>
                                          </p:spTgt>
                                        </p:tgtEl>
                                        <p:attrNameLst>
                                          <p:attrName>style.visibility</p:attrName>
                                        </p:attrNameLst>
                                      </p:cBhvr>
                                      <p:to>
                                        <p:strVal val="visible"/>
                                      </p:to>
                                    </p:set>
                                    <p:animEffect transition="in" filter="wipe(left)">
                                      <p:cBhvr>
                                        <p:cTn id="146" dur="500"/>
                                        <p:tgtEl>
                                          <p:spTgt spid="109">
                                            <p:graphicEl>
                                              <a:dgm id="{2D9A46F8-09F4-5843-A133-89458B63ABAA}"/>
                                            </p:graphicEl>
                                          </p:spTgt>
                                        </p:tgtEl>
                                      </p:cBhvr>
                                    </p:animEffect>
                                  </p:childTnLst>
                                </p:cTn>
                              </p:par>
                            </p:childTnLst>
                          </p:cTn>
                        </p:par>
                        <p:par>
                          <p:cTn id="147" fill="hold">
                            <p:stCondLst>
                              <p:cond delay="7000"/>
                            </p:stCondLst>
                            <p:childTnLst>
                              <p:par>
                                <p:cTn id="148" presetID="22" presetClass="entr" presetSubtype="8" fill="hold" grpId="0" nodeType="afterEffect">
                                  <p:stCondLst>
                                    <p:cond delay="0"/>
                                  </p:stCondLst>
                                  <p:childTnLst>
                                    <p:set>
                                      <p:cBhvr>
                                        <p:cTn id="149" dur="1" fill="hold">
                                          <p:stCondLst>
                                            <p:cond delay="0"/>
                                          </p:stCondLst>
                                        </p:cTn>
                                        <p:tgtEl>
                                          <p:spTgt spid="109">
                                            <p:graphicEl>
                                              <a:dgm id="{ECC9DFC6-6DD5-704E-9EFE-6B4C17EA74BB}"/>
                                            </p:graphicEl>
                                          </p:spTgt>
                                        </p:tgtEl>
                                        <p:attrNameLst>
                                          <p:attrName>style.visibility</p:attrName>
                                        </p:attrNameLst>
                                      </p:cBhvr>
                                      <p:to>
                                        <p:strVal val="visible"/>
                                      </p:to>
                                    </p:set>
                                    <p:animEffect transition="in" filter="wipe(left)">
                                      <p:cBhvr>
                                        <p:cTn id="150" dur="250"/>
                                        <p:tgtEl>
                                          <p:spTgt spid="109">
                                            <p:graphicEl>
                                              <a:dgm id="{ECC9DFC6-6DD5-704E-9EFE-6B4C17EA74BB}"/>
                                            </p:graphicEl>
                                          </p:spTgt>
                                        </p:tgtEl>
                                      </p:cBhvr>
                                    </p:animEffect>
                                  </p:childTnLst>
                                </p:cTn>
                              </p:par>
                              <p:par>
                                <p:cTn id="151" presetID="22" presetClass="entr" presetSubtype="8" fill="hold" grpId="0" nodeType="withEffect">
                                  <p:stCondLst>
                                    <p:cond delay="0"/>
                                  </p:stCondLst>
                                  <p:childTnLst>
                                    <p:set>
                                      <p:cBhvr>
                                        <p:cTn id="152" dur="1" fill="hold">
                                          <p:stCondLst>
                                            <p:cond delay="0"/>
                                          </p:stCondLst>
                                        </p:cTn>
                                        <p:tgtEl>
                                          <p:spTgt spid="109">
                                            <p:graphicEl>
                                              <a:dgm id="{69119B04-4CF8-A64D-89AF-3E4BFB78585F}"/>
                                            </p:graphicEl>
                                          </p:spTgt>
                                        </p:tgtEl>
                                        <p:attrNameLst>
                                          <p:attrName>style.visibility</p:attrName>
                                        </p:attrNameLst>
                                      </p:cBhvr>
                                      <p:to>
                                        <p:strVal val="visible"/>
                                      </p:to>
                                    </p:set>
                                    <p:animEffect transition="in" filter="wipe(left)">
                                      <p:cBhvr>
                                        <p:cTn id="153" dur="500"/>
                                        <p:tgtEl>
                                          <p:spTgt spid="109">
                                            <p:graphicEl>
                                              <a:dgm id="{69119B04-4CF8-A64D-89AF-3E4BFB78585F}"/>
                                            </p:graphicEl>
                                          </p:spTgt>
                                        </p:tgtEl>
                                      </p:cBhvr>
                                    </p:animEffect>
                                  </p:childTnLst>
                                </p:cTn>
                              </p:par>
                            </p:childTnLst>
                          </p:cTn>
                        </p:par>
                        <p:par>
                          <p:cTn id="154" fill="hold">
                            <p:stCondLst>
                              <p:cond delay="7500"/>
                            </p:stCondLst>
                            <p:childTnLst>
                              <p:par>
                                <p:cTn id="155" presetID="22" presetClass="entr" presetSubtype="8" fill="hold" grpId="0" nodeType="afterEffect">
                                  <p:stCondLst>
                                    <p:cond delay="0"/>
                                  </p:stCondLst>
                                  <p:childTnLst>
                                    <p:set>
                                      <p:cBhvr>
                                        <p:cTn id="156" dur="1" fill="hold">
                                          <p:stCondLst>
                                            <p:cond delay="0"/>
                                          </p:stCondLst>
                                        </p:cTn>
                                        <p:tgtEl>
                                          <p:spTgt spid="109">
                                            <p:graphicEl>
                                              <a:dgm id="{741F5C4B-81B5-F440-84B5-5BE16AAA4CF8}"/>
                                            </p:graphicEl>
                                          </p:spTgt>
                                        </p:tgtEl>
                                        <p:attrNameLst>
                                          <p:attrName>style.visibility</p:attrName>
                                        </p:attrNameLst>
                                      </p:cBhvr>
                                      <p:to>
                                        <p:strVal val="visible"/>
                                      </p:to>
                                    </p:set>
                                    <p:animEffect transition="in" filter="wipe(left)">
                                      <p:cBhvr>
                                        <p:cTn id="157" dur="250"/>
                                        <p:tgtEl>
                                          <p:spTgt spid="109">
                                            <p:graphicEl>
                                              <a:dgm id="{741F5C4B-81B5-F440-84B5-5BE16AAA4CF8}"/>
                                            </p:graphicEl>
                                          </p:spTgt>
                                        </p:tgtEl>
                                      </p:cBhvr>
                                    </p:animEffect>
                                  </p:childTnLst>
                                </p:cTn>
                              </p:par>
                              <p:par>
                                <p:cTn id="158" presetID="22" presetClass="entr" presetSubtype="8" fill="hold" grpId="0" nodeType="withEffect">
                                  <p:stCondLst>
                                    <p:cond delay="0"/>
                                  </p:stCondLst>
                                  <p:childTnLst>
                                    <p:set>
                                      <p:cBhvr>
                                        <p:cTn id="159" dur="1" fill="hold">
                                          <p:stCondLst>
                                            <p:cond delay="0"/>
                                          </p:stCondLst>
                                        </p:cTn>
                                        <p:tgtEl>
                                          <p:spTgt spid="109">
                                            <p:graphicEl>
                                              <a:dgm id="{EE9092A8-9228-0E49-BFEA-58C22FA4970A}"/>
                                            </p:graphicEl>
                                          </p:spTgt>
                                        </p:tgtEl>
                                        <p:attrNameLst>
                                          <p:attrName>style.visibility</p:attrName>
                                        </p:attrNameLst>
                                      </p:cBhvr>
                                      <p:to>
                                        <p:strVal val="visible"/>
                                      </p:to>
                                    </p:set>
                                    <p:animEffect transition="in" filter="wipe(left)">
                                      <p:cBhvr>
                                        <p:cTn id="160" dur="500"/>
                                        <p:tgtEl>
                                          <p:spTgt spid="109">
                                            <p:graphicEl>
                                              <a:dgm id="{EE9092A8-9228-0E49-BFEA-58C22FA4970A}"/>
                                            </p:graphicEl>
                                          </p:spTgt>
                                        </p:tgtEl>
                                      </p:cBhvr>
                                    </p:animEffect>
                                  </p:childTnLst>
                                </p:cTn>
                              </p:par>
                            </p:childTnLst>
                          </p:cTn>
                        </p:par>
                        <p:par>
                          <p:cTn id="161" fill="hold">
                            <p:stCondLst>
                              <p:cond delay="8000"/>
                            </p:stCondLst>
                            <p:childTnLst>
                              <p:par>
                                <p:cTn id="162" presetID="22" presetClass="entr" presetSubtype="8" fill="hold" grpId="0" nodeType="afterEffect">
                                  <p:stCondLst>
                                    <p:cond delay="0"/>
                                  </p:stCondLst>
                                  <p:childTnLst>
                                    <p:set>
                                      <p:cBhvr>
                                        <p:cTn id="163" dur="1" fill="hold">
                                          <p:stCondLst>
                                            <p:cond delay="0"/>
                                          </p:stCondLst>
                                        </p:cTn>
                                        <p:tgtEl>
                                          <p:spTgt spid="109">
                                            <p:graphicEl>
                                              <a:dgm id="{D9E699DB-8A91-6345-AEE7-8495C0709F54}"/>
                                            </p:graphicEl>
                                          </p:spTgt>
                                        </p:tgtEl>
                                        <p:attrNameLst>
                                          <p:attrName>style.visibility</p:attrName>
                                        </p:attrNameLst>
                                      </p:cBhvr>
                                      <p:to>
                                        <p:strVal val="visible"/>
                                      </p:to>
                                    </p:set>
                                    <p:animEffect transition="in" filter="wipe(left)">
                                      <p:cBhvr>
                                        <p:cTn id="164" dur="250"/>
                                        <p:tgtEl>
                                          <p:spTgt spid="109">
                                            <p:graphicEl>
                                              <a:dgm id="{D9E699DB-8A91-6345-AEE7-8495C0709F54}"/>
                                            </p:graphicEl>
                                          </p:spTgt>
                                        </p:tgtEl>
                                      </p:cBhvr>
                                    </p:animEffect>
                                  </p:childTnLst>
                                </p:cTn>
                              </p:par>
                              <p:par>
                                <p:cTn id="165" presetID="22" presetClass="entr" presetSubtype="8" fill="hold" grpId="0" nodeType="withEffect">
                                  <p:stCondLst>
                                    <p:cond delay="0"/>
                                  </p:stCondLst>
                                  <p:childTnLst>
                                    <p:set>
                                      <p:cBhvr>
                                        <p:cTn id="166" dur="1" fill="hold">
                                          <p:stCondLst>
                                            <p:cond delay="0"/>
                                          </p:stCondLst>
                                        </p:cTn>
                                        <p:tgtEl>
                                          <p:spTgt spid="109">
                                            <p:graphicEl>
                                              <a:dgm id="{D9FC7307-AF62-F34E-95B1-27F9CD513142}"/>
                                            </p:graphicEl>
                                          </p:spTgt>
                                        </p:tgtEl>
                                        <p:attrNameLst>
                                          <p:attrName>style.visibility</p:attrName>
                                        </p:attrNameLst>
                                      </p:cBhvr>
                                      <p:to>
                                        <p:strVal val="visible"/>
                                      </p:to>
                                    </p:set>
                                    <p:animEffect transition="in" filter="wipe(left)">
                                      <p:cBhvr>
                                        <p:cTn id="167" dur="500"/>
                                        <p:tgtEl>
                                          <p:spTgt spid="109">
                                            <p:graphicEl>
                                              <a:dgm id="{D9FC7307-AF62-F34E-95B1-27F9CD513142}"/>
                                            </p:graphicEl>
                                          </p:spTgt>
                                        </p:tgtEl>
                                      </p:cBhvr>
                                    </p:animEffect>
                                  </p:childTnLst>
                                </p:cTn>
                              </p:par>
                            </p:childTnLst>
                          </p:cTn>
                        </p:par>
                        <p:par>
                          <p:cTn id="168" fill="hold">
                            <p:stCondLst>
                              <p:cond delay="8500"/>
                            </p:stCondLst>
                            <p:childTnLst>
                              <p:par>
                                <p:cTn id="169" presetID="22" presetClass="entr" presetSubtype="8" fill="hold" grpId="0" nodeType="afterEffect">
                                  <p:stCondLst>
                                    <p:cond delay="0"/>
                                  </p:stCondLst>
                                  <p:childTnLst>
                                    <p:set>
                                      <p:cBhvr>
                                        <p:cTn id="170" dur="1" fill="hold">
                                          <p:stCondLst>
                                            <p:cond delay="0"/>
                                          </p:stCondLst>
                                        </p:cTn>
                                        <p:tgtEl>
                                          <p:spTgt spid="109">
                                            <p:graphicEl>
                                              <a:dgm id="{F5549227-84BE-744B-8D13-B48DF71100DF}"/>
                                            </p:graphicEl>
                                          </p:spTgt>
                                        </p:tgtEl>
                                        <p:attrNameLst>
                                          <p:attrName>style.visibility</p:attrName>
                                        </p:attrNameLst>
                                      </p:cBhvr>
                                      <p:to>
                                        <p:strVal val="visible"/>
                                      </p:to>
                                    </p:set>
                                    <p:animEffect transition="in" filter="wipe(left)">
                                      <p:cBhvr>
                                        <p:cTn id="171" dur="250"/>
                                        <p:tgtEl>
                                          <p:spTgt spid="109">
                                            <p:graphicEl>
                                              <a:dgm id="{F5549227-84BE-744B-8D13-B48DF71100DF}"/>
                                            </p:graphicEl>
                                          </p:spTgt>
                                        </p:tgtEl>
                                      </p:cBhvr>
                                    </p:animEffect>
                                  </p:childTnLst>
                                </p:cTn>
                              </p:par>
                              <p:par>
                                <p:cTn id="172" presetID="22" presetClass="entr" presetSubtype="8" fill="hold" grpId="0" nodeType="withEffect">
                                  <p:stCondLst>
                                    <p:cond delay="0"/>
                                  </p:stCondLst>
                                  <p:childTnLst>
                                    <p:set>
                                      <p:cBhvr>
                                        <p:cTn id="173" dur="1" fill="hold">
                                          <p:stCondLst>
                                            <p:cond delay="0"/>
                                          </p:stCondLst>
                                        </p:cTn>
                                        <p:tgtEl>
                                          <p:spTgt spid="109">
                                            <p:graphicEl>
                                              <a:dgm id="{99EEDDF1-6656-984D-AF2A-A00624D7F592}"/>
                                            </p:graphicEl>
                                          </p:spTgt>
                                        </p:tgtEl>
                                        <p:attrNameLst>
                                          <p:attrName>style.visibility</p:attrName>
                                        </p:attrNameLst>
                                      </p:cBhvr>
                                      <p:to>
                                        <p:strVal val="visible"/>
                                      </p:to>
                                    </p:set>
                                    <p:animEffect transition="in" filter="wipe(left)">
                                      <p:cBhvr>
                                        <p:cTn id="174" dur="500"/>
                                        <p:tgtEl>
                                          <p:spTgt spid="109">
                                            <p:graphicEl>
                                              <a:dgm id="{99EEDDF1-6656-984D-AF2A-A00624D7F592}"/>
                                            </p:graphicEl>
                                          </p:spTgt>
                                        </p:tgtEl>
                                      </p:cBhvr>
                                    </p:animEffect>
                                  </p:childTnLst>
                                </p:cTn>
                              </p:par>
                            </p:childTnLst>
                          </p:cTn>
                        </p:par>
                        <p:par>
                          <p:cTn id="175" fill="hold">
                            <p:stCondLst>
                              <p:cond delay="9000"/>
                            </p:stCondLst>
                            <p:childTnLst>
                              <p:par>
                                <p:cTn id="176" presetID="22" presetClass="entr" presetSubtype="8" fill="hold" grpId="0" nodeType="afterEffect">
                                  <p:stCondLst>
                                    <p:cond delay="0"/>
                                  </p:stCondLst>
                                  <p:childTnLst>
                                    <p:set>
                                      <p:cBhvr>
                                        <p:cTn id="177" dur="1" fill="hold">
                                          <p:stCondLst>
                                            <p:cond delay="0"/>
                                          </p:stCondLst>
                                        </p:cTn>
                                        <p:tgtEl>
                                          <p:spTgt spid="109">
                                            <p:graphicEl>
                                              <a:dgm id="{B781BD14-2BE5-074F-BD77-3E50CF1401A0}"/>
                                            </p:graphicEl>
                                          </p:spTgt>
                                        </p:tgtEl>
                                        <p:attrNameLst>
                                          <p:attrName>style.visibility</p:attrName>
                                        </p:attrNameLst>
                                      </p:cBhvr>
                                      <p:to>
                                        <p:strVal val="visible"/>
                                      </p:to>
                                    </p:set>
                                    <p:animEffect transition="in" filter="wipe(left)">
                                      <p:cBhvr>
                                        <p:cTn id="178" dur="250"/>
                                        <p:tgtEl>
                                          <p:spTgt spid="109">
                                            <p:graphicEl>
                                              <a:dgm id="{B781BD14-2BE5-074F-BD77-3E50CF1401A0}"/>
                                            </p:graphicEl>
                                          </p:spTgt>
                                        </p:tgtEl>
                                      </p:cBhvr>
                                    </p:animEffect>
                                  </p:childTnLst>
                                </p:cTn>
                              </p:par>
                              <p:par>
                                <p:cTn id="179" presetID="22" presetClass="entr" presetSubtype="8" fill="hold" grpId="0" nodeType="withEffect">
                                  <p:stCondLst>
                                    <p:cond delay="0"/>
                                  </p:stCondLst>
                                  <p:childTnLst>
                                    <p:set>
                                      <p:cBhvr>
                                        <p:cTn id="180" dur="1" fill="hold">
                                          <p:stCondLst>
                                            <p:cond delay="0"/>
                                          </p:stCondLst>
                                        </p:cTn>
                                        <p:tgtEl>
                                          <p:spTgt spid="109">
                                            <p:graphicEl>
                                              <a:dgm id="{12FC843B-EF1A-1044-AA60-C341A3149EA0}"/>
                                            </p:graphicEl>
                                          </p:spTgt>
                                        </p:tgtEl>
                                        <p:attrNameLst>
                                          <p:attrName>style.visibility</p:attrName>
                                        </p:attrNameLst>
                                      </p:cBhvr>
                                      <p:to>
                                        <p:strVal val="visible"/>
                                      </p:to>
                                    </p:set>
                                    <p:animEffect transition="in" filter="wipe(left)">
                                      <p:cBhvr>
                                        <p:cTn id="181" dur="500"/>
                                        <p:tgtEl>
                                          <p:spTgt spid="109">
                                            <p:graphicEl>
                                              <a:dgm id="{12FC843B-EF1A-1044-AA60-C341A3149EA0}"/>
                                            </p:graphicEl>
                                          </p:spTgt>
                                        </p:tgtEl>
                                      </p:cBhvr>
                                    </p:animEffect>
                                  </p:childTnLst>
                                </p:cTn>
                              </p:par>
                            </p:childTnLst>
                          </p:cTn>
                        </p:par>
                        <p:par>
                          <p:cTn id="182" fill="hold">
                            <p:stCondLst>
                              <p:cond delay="9500"/>
                            </p:stCondLst>
                            <p:childTnLst>
                              <p:par>
                                <p:cTn id="183" presetID="22" presetClass="entr" presetSubtype="8" fill="hold" grpId="0" nodeType="afterEffect">
                                  <p:stCondLst>
                                    <p:cond delay="0"/>
                                  </p:stCondLst>
                                  <p:childTnLst>
                                    <p:set>
                                      <p:cBhvr>
                                        <p:cTn id="184" dur="1" fill="hold">
                                          <p:stCondLst>
                                            <p:cond delay="0"/>
                                          </p:stCondLst>
                                        </p:cTn>
                                        <p:tgtEl>
                                          <p:spTgt spid="109">
                                            <p:graphicEl>
                                              <a:dgm id="{5157B47F-DA1D-CA45-BF63-4ABA9B7BDBFA}"/>
                                            </p:graphicEl>
                                          </p:spTgt>
                                        </p:tgtEl>
                                        <p:attrNameLst>
                                          <p:attrName>style.visibility</p:attrName>
                                        </p:attrNameLst>
                                      </p:cBhvr>
                                      <p:to>
                                        <p:strVal val="visible"/>
                                      </p:to>
                                    </p:set>
                                    <p:animEffect transition="in" filter="wipe(left)">
                                      <p:cBhvr>
                                        <p:cTn id="185" dur="250"/>
                                        <p:tgtEl>
                                          <p:spTgt spid="109">
                                            <p:graphicEl>
                                              <a:dgm id="{5157B47F-DA1D-CA45-BF63-4ABA9B7BDBFA}"/>
                                            </p:graphicEl>
                                          </p:spTgt>
                                        </p:tgtEl>
                                      </p:cBhvr>
                                    </p:animEffect>
                                  </p:childTnLst>
                                </p:cTn>
                              </p:par>
                              <p:par>
                                <p:cTn id="186" presetID="22" presetClass="entr" presetSubtype="8" fill="hold" grpId="0" nodeType="withEffect">
                                  <p:stCondLst>
                                    <p:cond delay="0"/>
                                  </p:stCondLst>
                                  <p:childTnLst>
                                    <p:set>
                                      <p:cBhvr>
                                        <p:cTn id="187" dur="1" fill="hold">
                                          <p:stCondLst>
                                            <p:cond delay="0"/>
                                          </p:stCondLst>
                                        </p:cTn>
                                        <p:tgtEl>
                                          <p:spTgt spid="109">
                                            <p:graphicEl>
                                              <a:dgm id="{8BA9C05F-F29F-7642-B753-EECD821263D0}"/>
                                            </p:graphicEl>
                                          </p:spTgt>
                                        </p:tgtEl>
                                        <p:attrNameLst>
                                          <p:attrName>style.visibility</p:attrName>
                                        </p:attrNameLst>
                                      </p:cBhvr>
                                      <p:to>
                                        <p:strVal val="visible"/>
                                      </p:to>
                                    </p:set>
                                    <p:animEffect transition="in" filter="wipe(left)">
                                      <p:cBhvr>
                                        <p:cTn id="188" dur="500"/>
                                        <p:tgtEl>
                                          <p:spTgt spid="109">
                                            <p:graphicEl>
                                              <a:dgm id="{8BA9C05F-F29F-7642-B753-EECD821263D0}"/>
                                            </p:graphicEl>
                                          </p:spTgt>
                                        </p:tgtEl>
                                      </p:cBhvr>
                                    </p:animEffect>
                                  </p:childTnLst>
                                </p:cTn>
                              </p:par>
                            </p:childTnLst>
                          </p:cTn>
                        </p:par>
                        <p:par>
                          <p:cTn id="189" fill="hold">
                            <p:stCondLst>
                              <p:cond delay="10000"/>
                            </p:stCondLst>
                            <p:childTnLst>
                              <p:par>
                                <p:cTn id="190" presetID="22" presetClass="entr" presetSubtype="8" fill="hold" grpId="0" nodeType="afterEffect">
                                  <p:stCondLst>
                                    <p:cond delay="0"/>
                                  </p:stCondLst>
                                  <p:childTnLst>
                                    <p:set>
                                      <p:cBhvr>
                                        <p:cTn id="191" dur="1" fill="hold">
                                          <p:stCondLst>
                                            <p:cond delay="0"/>
                                          </p:stCondLst>
                                        </p:cTn>
                                        <p:tgtEl>
                                          <p:spTgt spid="109">
                                            <p:graphicEl>
                                              <a:dgm id="{69853B35-D33E-6944-9B36-270921C1975B}"/>
                                            </p:graphicEl>
                                          </p:spTgt>
                                        </p:tgtEl>
                                        <p:attrNameLst>
                                          <p:attrName>style.visibility</p:attrName>
                                        </p:attrNameLst>
                                      </p:cBhvr>
                                      <p:to>
                                        <p:strVal val="visible"/>
                                      </p:to>
                                    </p:set>
                                    <p:animEffect transition="in" filter="wipe(left)">
                                      <p:cBhvr>
                                        <p:cTn id="192" dur="250"/>
                                        <p:tgtEl>
                                          <p:spTgt spid="109">
                                            <p:graphicEl>
                                              <a:dgm id="{69853B35-D33E-6944-9B36-270921C1975B}"/>
                                            </p:graphicEl>
                                          </p:spTgt>
                                        </p:tgtEl>
                                      </p:cBhvr>
                                    </p:animEffect>
                                  </p:childTnLst>
                                </p:cTn>
                              </p:par>
                              <p:par>
                                <p:cTn id="193" presetID="22" presetClass="entr" presetSubtype="8" fill="hold" grpId="0" nodeType="withEffect">
                                  <p:stCondLst>
                                    <p:cond delay="0"/>
                                  </p:stCondLst>
                                  <p:childTnLst>
                                    <p:set>
                                      <p:cBhvr>
                                        <p:cTn id="194" dur="1" fill="hold">
                                          <p:stCondLst>
                                            <p:cond delay="0"/>
                                          </p:stCondLst>
                                        </p:cTn>
                                        <p:tgtEl>
                                          <p:spTgt spid="109">
                                            <p:graphicEl>
                                              <a:dgm id="{B5401A6E-C14E-F247-8FA1-F4F70C3BEA2D}"/>
                                            </p:graphicEl>
                                          </p:spTgt>
                                        </p:tgtEl>
                                        <p:attrNameLst>
                                          <p:attrName>style.visibility</p:attrName>
                                        </p:attrNameLst>
                                      </p:cBhvr>
                                      <p:to>
                                        <p:strVal val="visible"/>
                                      </p:to>
                                    </p:set>
                                    <p:animEffect transition="in" filter="wipe(left)">
                                      <p:cBhvr>
                                        <p:cTn id="195" dur="500"/>
                                        <p:tgtEl>
                                          <p:spTgt spid="109">
                                            <p:graphicEl>
                                              <a:dgm id="{B5401A6E-C14E-F247-8FA1-F4F70C3BEA2D}"/>
                                            </p:graphicEl>
                                          </p:spTgt>
                                        </p:tgtEl>
                                      </p:cBhvr>
                                    </p:animEffect>
                                  </p:childTnLst>
                                </p:cTn>
                              </p:par>
                            </p:childTnLst>
                          </p:cTn>
                        </p:par>
                        <p:par>
                          <p:cTn id="196" fill="hold">
                            <p:stCondLst>
                              <p:cond delay="10500"/>
                            </p:stCondLst>
                            <p:childTnLst>
                              <p:par>
                                <p:cTn id="197" presetID="22" presetClass="entr" presetSubtype="8" fill="hold" grpId="0" nodeType="afterEffect">
                                  <p:stCondLst>
                                    <p:cond delay="0"/>
                                  </p:stCondLst>
                                  <p:childTnLst>
                                    <p:set>
                                      <p:cBhvr>
                                        <p:cTn id="198" dur="1" fill="hold">
                                          <p:stCondLst>
                                            <p:cond delay="0"/>
                                          </p:stCondLst>
                                        </p:cTn>
                                        <p:tgtEl>
                                          <p:spTgt spid="109">
                                            <p:graphicEl>
                                              <a:dgm id="{35D070D9-3457-BB47-AF59-94E973A60D7E}"/>
                                            </p:graphicEl>
                                          </p:spTgt>
                                        </p:tgtEl>
                                        <p:attrNameLst>
                                          <p:attrName>style.visibility</p:attrName>
                                        </p:attrNameLst>
                                      </p:cBhvr>
                                      <p:to>
                                        <p:strVal val="visible"/>
                                      </p:to>
                                    </p:set>
                                    <p:animEffect transition="in" filter="wipe(left)">
                                      <p:cBhvr>
                                        <p:cTn id="199" dur="250"/>
                                        <p:tgtEl>
                                          <p:spTgt spid="109">
                                            <p:graphicEl>
                                              <a:dgm id="{35D070D9-3457-BB47-AF59-94E973A60D7E}"/>
                                            </p:graphicEl>
                                          </p:spTgt>
                                        </p:tgtEl>
                                      </p:cBhvr>
                                    </p:animEffect>
                                  </p:childTnLst>
                                </p:cTn>
                              </p:par>
                              <p:par>
                                <p:cTn id="200" presetID="22" presetClass="entr" presetSubtype="8" fill="hold" grpId="0" nodeType="withEffect">
                                  <p:stCondLst>
                                    <p:cond delay="0"/>
                                  </p:stCondLst>
                                  <p:childTnLst>
                                    <p:set>
                                      <p:cBhvr>
                                        <p:cTn id="201" dur="1" fill="hold">
                                          <p:stCondLst>
                                            <p:cond delay="0"/>
                                          </p:stCondLst>
                                        </p:cTn>
                                        <p:tgtEl>
                                          <p:spTgt spid="109">
                                            <p:graphicEl>
                                              <a:dgm id="{635E1555-82A1-CE4C-8217-5BF1B764D6CC}"/>
                                            </p:graphicEl>
                                          </p:spTgt>
                                        </p:tgtEl>
                                        <p:attrNameLst>
                                          <p:attrName>style.visibility</p:attrName>
                                        </p:attrNameLst>
                                      </p:cBhvr>
                                      <p:to>
                                        <p:strVal val="visible"/>
                                      </p:to>
                                    </p:set>
                                    <p:animEffect transition="in" filter="wipe(left)">
                                      <p:cBhvr>
                                        <p:cTn id="202" dur="500"/>
                                        <p:tgtEl>
                                          <p:spTgt spid="109">
                                            <p:graphicEl>
                                              <a:dgm id="{635E1555-82A1-CE4C-8217-5BF1B764D6CC}"/>
                                            </p:graphicEl>
                                          </p:spTgt>
                                        </p:tgtEl>
                                      </p:cBhvr>
                                    </p:animEffect>
                                  </p:childTnLst>
                                </p:cTn>
                              </p:par>
                            </p:childTnLst>
                          </p:cTn>
                        </p:par>
                        <p:par>
                          <p:cTn id="203" fill="hold">
                            <p:stCondLst>
                              <p:cond delay="11000"/>
                            </p:stCondLst>
                            <p:childTnLst>
                              <p:par>
                                <p:cTn id="204" presetID="22" presetClass="entr" presetSubtype="8" fill="hold" grpId="0" nodeType="afterEffect">
                                  <p:stCondLst>
                                    <p:cond delay="0"/>
                                  </p:stCondLst>
                                  <p:childTnLst>
                                    <p:set>
                                      <p:cBhvr>
                                        <p:cTn id="205" dur="1" fill="hold">
                                          <p:stCondLst>
                                            <p:cond delay="0"/>
                                          </p:stCondLst>
                                        </p:cTn>
                                        <p:tgtEl>
                                          <p:spTgt spid="109">
                                            <p:graphicEl>
                                              <a:dgm id="{E8902E91-7009-4142-9E5A-0EBA47C9FB9A}"/>
                                            </p:graphicEl>
                                          </p:spTgt>
                                        </p:tgtEl>
                                        <p:attrNameLst>
                                          <p:attrName>style.visibility</p:attrName>
                                        </p:attrNameLst>
                                      </p:cBhvr>
                                      <p:to>
                                        <p:strVal val="visible"/>
                                      </p:to>
                                    </p:set>
                                    <p:animEffect transition="in" filter="wipe(left)">
                                      <p:cBhvr>
                                        <p:cTn id="206" dur="250"/>
                                        <p:tgtEl>
                                          <p:spTgt spid="109">
                                            <p:graphicEl>
                                              <a:dgm id="{E8902E91-7009-4142-9E5A-0EBA47C9FB9A}"/>
                                            </p:graphicEl>
                                          </p:spTgt>
                                        </p:tgtEl>
                                      </p:cBhvr>
                                    </p:animEffect>
                                  </p:childTnLst>
                                </p:cTn>
                              </p:par>
                              <p:par>
                                <p:cTn id="207" presetID="22" presetClass="entr" presetSubtype="8" fill="hold" grpId="0" nodeType="withEffect">
                                  <p:stCondLst>
                                    <p:cond delay="0"/>
                                  </p:stCondLst>
                                  <p:childTnLst>
                                    <p:set>
                                      <p:cBhvr>
                                        <p:cTn id="208" dur="1" fill="hold">
                                          <p:stCondLst>
                                            <p:cond delay="0"/>
                                          </p:stCondLst>
                                        </p:cTn>
                                        <p:tgtEl>
                                          <p:spTgt spid="109">
                                            <p:graphicEl>
                                              <a:dgm id="{8EC479E1-FAA0-5B46-9001-3C6AC82ED22D}"/>
                                            </p:graphicEl>
                                          </p:spTgt>
                                        </p:tgtEl>
                                        <p:attrNameLst>
                                          <p:attrName>style.visibility</p:attrName>
                                        </p:attrNameLst>
                                      </p:cBhvr>
                                      <p:to>
                                        <p:strVal val="visible"/>
                                      </p:to>
                                    </p:set>
                                    <p:animEffect transition="in" filter="wipe(left)">
                                      <p:cBhvr>
                                        <p:cTn id="209" dur="500"/>
                                        <p:tgtEl>
                                          <p:spTgt spid="109">
                                            <p:graphicEl>
                                              <a:dgm id="{8EC479E1-FAA0-5B46-9001-3C6AC82ED22D}"/>
                                            </p:graphicEl>
                                          </p:spTgt>
                                        </p:tgtEl>
                                      </p:cBhvr>
                                    </p:animEffect>
                                  </p:childTnLst>
                                </p:cTn>
                              </p:par>
                            </p:childTnLst>
                          </p:cTn>
                        </p:par>
                        <p:par>
                          <p:cTn id="210" fill="hold">
                            <p:stCondLst>
                              <p:cond delay="11500"/>
                            </p:stCondLst>
                            <p:childTnLst>
                              <p:par>
                                <p:cTn id="211" presetID="22" presetClass="entr" presetSubtype="8" fill="hold" grpId="0" nodeType="afterEffect">
                                  <p:stCondLst>
                                    <p:cond delay="0"/>
                                  </p:stCondLst>
                                  <p:childTnLst>
                                    <p:set>
                                      <p:cBhvr>
                                        <p:cTn id="212" dur="1" fill="hold">
                                          <p:stCondLst>
                                            <p:cond delay="0"/>
                                          </p:stCondLst>
                                        </p:cTn>
                                        <p:tgtEl>
                                          <p:spTgt spid="109">
                                            <p:graphicEl>
                                              <a:dgm id="{F9640B6D-3E86-7343-8C27-CF14A21DCBC7}"/>
                                            </p:graphicEl>
                                          </p:spTgt>
                                        </p:tgtEl>
                                        <p:attrNameLst>
                                          <p:attrName>style.visibility</p:attrName>
                                        </p:attrNameLst>
                                      </p:cBhvr>
                                      <p:to>
                                        <p:strVal val="visible"/>
                                      </p:to>
                                    </p:set>
                                    <p:animEffect transition="in" filter="wipe(left)">
                                      <p:cBhvr>
                                        <p:cTn id="213" dur="250"/>
                                        <p:tgtEl>
                                          <p:spTgt spid="109">
                                            <p:graphicEl>
                                              <a:dgm id="{F9640B6D-3E86-7343-8C27-CF14A21DCBC7}"/>
                                            </p:graphicEl>
                                          </p:spTgt>
                                        </p:tgtEl>
                                      </p:cBhvr>
                                    </p:animEffect>
                                  </p:childTnLst>
                                </p:cTn>
                              </p:par>
                              <p:par>
                                <p:cTn id="214" presetID="22" presetClass="entr" presetSubtype="8" fill="hold" grpId="0" nodeType="withEffect">
                                  <p:stCondLst>
                                    <p:cond delay="0"/>
                                  </p:stCondLst>
                                  <p:childTnLst>
                                    <p:set>
                                      <p:cBhvr>
                                        <p:cTn id="215" dur="1" fill="hold">
                                          <p:stCondLst>
                                            <p:cond delay="0"/>
                                          </p:stCondLst>
                                        </p:cTn>
                                        <p:tgtEl>
                                          <p:spTgt spid="109">
                                            <p:graphicEl>
                                              <a:dgm id="{8BD45A57-0BC9-8345-9BE7-90EAEF55D2C2}"/>
                                            </p:graphicEl>
                                          </p:spTgt>
                                        </p:tgtEl>
                                        <p:attrNameLst>
                                          <p:attrName>style.visibility</p:attrName>
                                        </p:attrNameLst>
                                      </p:cBhvr>
                                      <p:to>
                                        <p:strVal val="visible"/>
                                      </p:to>
                                    </p:set>
                                    <p:animEffect transition="in" filter="wipe(left)">
                                      <p:cBhvr>
                                        <p:cTn id="216" dur="500"/>
                                        <p:tgtEl>
                                          <p:spTgt spid="109">
                                            <p:graphicEl>
                                              <a:dgm id="{8BD45A57-0BC9-8345-9BE7-90EAEF55D2C2}"/>
                                            </p:graphicEl>
                                          </p:spTgt>
                                        </p:tgtEl>
                                      </p:cBhvr>
                                    </p:animEffect>
                                  </p:childTnLst>
                                </p:cTn>
                              </p:par>
                            </p:childTnLst>
                          </p:cTn>
                        </p:par>
                        <p:par>
                          <p:cTn id="217" fill="hold">
                            <p:stCondLst>
                              <p:cond delay="12000"/>
                            </p:stCondLst>
                            <p:childTnLst>
                              <p:par>
                                <p:cTn id="218" presetID="22" presetClass="entr" presetSubtype="8" fill="hold" grpId="0" nodeType="afterEffect">
                                  <p:stCondLst>
                                    <p:cond delay="0"/>
                                  </p:stCondLst>
                                  <p:childTnLst>
                                    <p:set>
                                      <p:cBhvr>
                                        <p:cTn id="219" dur="1" fill="hold">
                                          <p:stCondLst>
                                            <p:cond delay="0"/>
                                          </p:stCondLst>
                                        </p:cTn>
                                        <p:tgtEl>
                                          <p:spTgt spid="109">
                                            <p:graphicEl>
                                              <a:dgm id="{6CBCD4E5-194F-2E47-870F-DCFE04246BBB}"/>
                                            </p:graphicEl>
                                          </p:spTgt>
                                        </p:tgtEl>
                                        <p:attrNameLst>
                                          <p:attrName>style.visibility</p:attrName>
                                        </p:attrNameLst>
                                      </p:cBhvr>
                                      <p:to>
                                        <p:strVal val="visible"/>
                                      </p:to>
                                    </p:set>
                                    <p:animEffect transition="in" filter="wipe(left)">
                                      <p:cBhvr>
                                        <p:cTn id="220" dur="250"/>
                                        <p:tgtEl>
                                          <p:spTgt spid="109">
                                            <p:graphicEl>
                                              <a:dgm id="{6CBCD4E5-194F-2E47-870F-DCFE04246BBB}"/>
                                            </p:graphicEl>
                                          </p:spTgt>
                                        </p:tgtEl>
                                      </p:cBhvr>
                                    </p:animEffect>
                                  </p:childTnLst>
                                </p:cTn>
                              </p:par>
                              <p:par>
                                <p:cTn id="221" presetID="22" presetClass="entr" presetSubtype="8" fill="hold" grpId="0" nodeType="withEffect">
                                  <p:stCondLst>
                                    <p:cond delay="0"/>
                                  </p:stCondLst>
                                  <p:childTnLst>
                                    <p:set>
                                      <p:cBhvr>
                                        <p:cTn id="222" dur="1" fill="hold">
                                          <p:stCondLst>
                                            <p:cond delay="0"/>
                                          </p:stCondLst>
                                        </p:cTn>
                                        <p:tgtEl>
                                          <p:spTgt spid="109">
                                            <p:graphicEl>
                                              <a:dgm id="{F14C3F55-079C-F148-BEC4-5668FEBE256B}"/>
                                            </p:graphicEl>
                                          </p:spTgt>
                                        </p:tgtEl>
                                        <p:attrNameLst>
                                          <p:attrName>style.visibility</p:attrName>
                                        </p:attrNameLst>
                                      </p:cBhvr>
                                      <p:to>
                                        <p:strVal val="visible"/>
                                      </p:to>
                                    </p:set>
                                    <p:animEffect transition="in" filter="wipe(left)">
                                      <p:cBhvr>
                                        <p:cTn id="223" dur="500"/>
                                        <p:tgtEl>
                                          <p:spTgt spid="109">
                                            <p:graphicEl>
                                              <a:dgm id="{F14C3F55-079C-F148-BEC4-5668FEBE256B}"/>
                                            </p:graphicEl>
                                          </p:spTgt>
                                        </p:tgtEl>
                                      </p:cBhvr>
                                    </p:animEffect>
                                  </p:childTnLst>
                                </p:cTn>
                              </p:par>
                            </p:childTnLst>
                          </p:cTn>
                        </p:par>
                        <p:par>
                          <p:cTn id="224" fill="hold">
                            <p:stCondLst>
                              <p:cond delay="12500"/>
                            </p:stCondLst>
                            <p:childTnLst>
                              <p:par>
                                <p:cTn id="225" presetID="22" presetClass="entr" presetSubtype="8" fill="hold" grpId="0" nodeType="afterEffect">
                                  <p:stCondLst>
                                    <p:cond delay="0"/>
                                  </p:stCondLst>
                                  <p:childTnLst>
                                    <p:set>
                                      <p:cBhvr>
                                        <p:cTn id="226" dur="1" fill="hold">
                                          <p:stCondLst>
                                            <p:cond delay="0"/>
                                          </p:stCondLst>
                                        </p:cTn>
                                        <p:tgtEl>
                                          <p:spTgt spid="109">
                                            <p:graphicEl>
                                              <a:dgm id="{7EB6BCE5-CAD8-2A44-919B-12FD28A9877A}"/>
                                            </p:graphicEl>
                                          </p:spTgt>
                                        </p:tgtEl>
                                        <p:attrNameLst>
                                          <p:attrName>style.visibility</p:attrName>
                                        </p:attrNameLst>
                                      </p:cBhvr>
                                      <p:to>
                                        <p:strVal val="visible"/>
                                      </p:to>
                                    </p:set>
                                    <p:animEffect transition="in" filter="wipe(left)">
                                      <p:cBhvr>
                                        <p:cTn id="227" dur="250"/>
                                        <p:tgtEl>
                                          <p:spTgt spid="109">
                                            <p:graphicEl>
                                              <a:dgm id="{7EB6BCE5-CAD8-2A44-919B-12FD28A9877A}"/>
                                            </p:graphicEl>
                                          </p:spTgt>
                                        </p:tgtEl>
                                      </p:cBhvr>
                                    </p:animEffect>
                                  </p:childTnLst>
                                </p:cTn>
                              </p:par>
                              <p:par>
                                <p:cTn id="228" presetID="22" presetClass="entr" presetSubtype="8" fill="hold" grpId="0" nodeType="withEffect">
                                  <p:stCondLst>
                                    <p:cond delay="0"/>
                                  </p:stCondLst>
                                  <p:childTnLst>
                                    <p:set>
                                      <p:cBhvr>
                                        <p:cTn id="229" dur="1" fill="hold">
                                          <p:stCondLst>
                                            <p:cond delay="0"/>
                                          </p:stCondLst>
                                        </p:cTn>
                                        <p:tgtEl>
                                          <p:spTgt spid="109">
                                            <p:graphicEl>
                                              <a:dgm id="{FAB8CCBF-5E4E-0641-8034-E8E0790B46B3}"/>
                                            </p:graphicEl>
                                          </p:spTgt>
                                        </p:tgtEl>
                                        <p:attrNameLst>
                                          <p:attrName>style.visibility</p:attrName>
                                        </p:attrNameLst>
                                      </p:cBhvr>
                                      <p:to>
                                        <p:strVal val="visible"/>
                                      </p:to>
                                    </p:set>
                                    <p:animEffect transition="in" filter="wipe(left)">
                                      <p:cBhvr>
                                        <p:cTn id="230" dur="500"/>
                                        <p:tgtEl>
                                          <p:spTgt spid="109">
                                            <p:graphicEl>
                                              <a:dgm id="{FAB8CCBF-5E4E-0641-8034-E8E0790B46B3}"/>
                                            </p:graphicEl>
                                          </p:spTgt>
                                        </p:tgtEl>
                                      </p:cBhvr>
                                    </p:animEffect>
                                  </p:childTnLst>
                                </p:cTn>
                              </p:par>
                            </p:childTnLst>
                          </p:cTn>
                        </p:par>
                      </p:childTnLst>
                    </p:cTn>
                  </p:par>
                  <p:par>
                    <p:cTn id="231" fill="hold">
                      <p:stCondLst>
                        <p:cond delay="indefinite"/>
                      </p:stCondLst>
                      <p:childTnLst>
                        <p:par>
                          <p:cTn id="232" fill="hold">
                            <p:stCondLst>
                              <p:cond delay="0"/>
                            </p:stCondLst>
                            <p:childTnLst>
                              <p:par>
                                <p:cTn id="233" presetID="12" presetClass="entr" presetSubtype="2" fill="hold" nodeType="clickEffect">
                                  <p:stCondLst>
                                    <p:cond delay="0"/>
                                  </p:stCondLst>
                                  <p:childTnLst>
                                    <p:set>
                                      <p:cBhvr>
                                        <p:cTn id="234" dur="1" fill="hold">
                                          <p:stCondLst>
                                            <p:cond delay="0"/>
                                          </p:stCondLst>
                                        </p:cTn>
                                        <p:tgtEl>
                                          <p:spTgt spid="8"/>
                                        </p:tgtEl>
                                        <p:attrNameLst>
                                          <p:attrName>style.visibility</p:attrName>
                                        </p:attrNameLst>
                                      </p:cBhvr>
                                      <p:to>
                                        <p:strVal val="visible"/>
                                      </p:to>
                                    </p:set>
                                    <p:anim calcmode="lin" valueType="num">
                                      <p:cBhvr additive="base">
                                        <p:cTn id="235" dur="500"/>
                                        <p:tgtEl>
                                          <p:spTgt spid="8"/>
                                        </p:tgtEl>
                                        <p:attrNameLst>
                                          <p:attrName>ppt_x</p:attrName>
                                        </p:attrNameLst>
                                      </p:cBhvr>
                                      <p:tavLst>
                                        <p:tav tm="0">
                                          <p:val>
                                            <p:strVal val="#ppt_x+#ppt_w*1.125000"/>
                                          </p:val>
                                        </p:tav>
                                        <p:tav tm="100000">
                                          <p:val>
                                            <p:strVal val="#ppt_x"/>
                                          </p:val>
                                        </p:tav>
                                      </p:tavLst>
                                    </p:anim>
                                    <p:animEffect transition="in" filter="wipe(left)">
                                      <p:cBhvr>
                                        <p:cTn id="236" dur="500"/>
                                        <p:tgtEl>
                                          <p:spTgt spid="8"/>
                                        </p:tgtEl>
                                      </p:cBhvr>
                                    </p:animEffect>
                                  </p:childTnLst>
                                </p:cTn>
                              </p:par>
                            </p:childTnLst>
                          </p:cTn>
                        </p:par>
                        <p:par>
                          <p:cTn id="237" fill="hold">
                            <p:stCondLst>
                              <p:cond delay="500"/>
                            </p:stCondLst>
                            <p:childTnLst>
                              <p:par>
                                <p:cTn id="238" presetID="10" presetClass="entr" presetSubtype="0" fill="hold" nodeType="afterEffect">
                                  <p:stCondLst>
                                    <p:cond delay="0"/>
                                  </p:stCondLst>
                                  <p:childTnLst>
                                    <p:set>
                                      <p:cBhvr>
                                        <p:cTn id="239" dur="1" fill="hold">
                                          <p:stCondLst>
                                            <p:cond delay="0"/>
                                          </p:stCondLst>
                                        </p:cTn>
                                        <p:tgtEl>
                                          <p:spTgt spid="264"/>
                                        </p:tgtEl>
                                        <p:attrNameLst>
                                          <p:attrName>style.visibility</p:attrName>
                                        </p:attrNameLst>
                                      </p:cBhvr>
                                      <p:to>
                                        <p:strVal val="visible"/>
                                      </p:to>
                                    </p:set>
                                    <p:animEffect transition="in" filter="fade">
                                      <p:cBhvr>
                                        <p:cTn id="240" dur="500"/>
                                        <p:tgtEl>
                                          <p:spTgt spid="264"/>
                                        </p:tgtEl>
                                      </p:cBhvr>
                                    </p:animEffect>
                                  </p:childTnLst>
                                </p:cTn>
                              </p:par>
                            </p:childTnLst>
                          </p:cTn>
                        </p:par>
                      </p:childTnLst>
                    </p:cTn>
                  </p:par>
                  <p:par>
                    <p:cTn id="241" fill="hold">
                      <p:stCondLst>
                        <p:cond delay="indefinite"/>
                      </p:stCondLst>
                      <p:childTnLst>
                        <p:par>
                          <p:cTn id="242" fill="hold">
                            <p:stCondLst>
                              <p:cond delay="0"/>
                            </p:stCondLst>
                            <p:childTnLst>
                              <p:par>
                                <p:cTn id="243" presetID="10" presetClass="entr" presetSubtype="0" fill="hold" grpId="0" nodeType="clickEffect">
                                  <p:stCondLst>
                                    <p:cond delay="0"/>
                                  </p:stCondLst>
                                  <p:childTnLst>
                                    <p:set>
                                      <p:cBhvr>
                                        <p:cTn id="244" dur="1" fill="hold">
                                          <p:stCondLst>
                                            <p:cond delay="0"/>
                                          </p:stCondLst>
                                        </p:cTn>
                                        <p:tgtEl>
                                          <p:spTgt spid="259"/>
                                        </p:tgtEl>
                                        <p:attrNameLst>
                                          <p:attrName>style.visibility</p:attrName>
                                        </p:attrNameLst>
                                      </p:cBhvr>
                                      <p:to>
                                        <p:strVal val="visible"/>
                                      </p:to>
                                    </p:set>
                                    <p:animEffect transition="in" filter="fade">
                                      <p:cBhvr>
                                        <p:cTn id="245" dur="500"/>
                                        <p:tgtEl>
                                          <p:spTgt spid="259"/>
                                        </p:tgtEl>
                                      </p:cBhvr>
                                    </p:animEffect>
                                  </p:childTnLst>
                                </p:cTn>
                              </p:par>
                            </p:childTnLst>
                          </p:cTn>
                        </p:par>
                        <p:par>
                          <p:cTn id="246" fill="hold">
                            <p:stCondLst>
                              <p:cond delay="500"/>
                            </p:stCondLst>
                            <p:childTnLst>
                              <p:par>
                                <p:cTn id="247" presetID="53" presetClass="entr" presetSubtype="16" fill="hold" nodeType="afterEffect">
                                  <p:stCondLst>
                                    <p:cond delay="0"/>
                                  </p:stCondLst>
                                  <p:childTnLst>
                                    <p:set>
                                      <p:cBhvr>
                                        <p:cTn id="248" dur="1" fill="hold">
                                          <p:stCondLst>
                                            <p:cond delay="0"/>
                                          </p:stCondLst>
                                        </p:cTn>
                                        <p:tgtEl>
                                          <p:spTgt spid="285"/>
                                        </p:tgtEl>
                                        <p:attrNameLst>
                                          <p:attrName>style.visibility</p:attrName>
                                        </p:attrNameLst>
                                      </p:cBhvr>
                                      <p:to>
                                        <p:strVal val="visible"/>
                                      </p:to>
                                    </p:set>
                                    <p:anim calcmode="lin" valueType="num">
                                      <p:cBhvr>
                                        <p:cTn id="249" dur="500" fill="hold"/>
                                        <p:tgtEl>
                                          <p:spTgt spid="285"/>
                                        </p:tgtEl>
                                        <p:attrNameLst>
                                          <p:attrName>ppt_w</p:attrName>
                                        </p:attrNameLst>
                                      </p:cBhvr>
                                      <p:tavLst>
                                        <p:tav tm="0">
                                          <p:val>
                                            <p:fltVal val="0"/>
                                          </p:val>
                                        </p:tav>
                                        <p:tav tm="100000">
                                          <p:val>
                                            <p:strVal val="#ppt_w"/>
                                          </p:val>
                                        </p:tav>
                                      </p:tavLst>
                                    </p:anim>
                                    <p:anim calcmode="lin" valueType="num">
                                      <p:cBhvr>
                                        <p:cTn id="250" dur="500" fill="hold"/>
                                        <p:tgtEl>
                                          <p:spTgt spid="285"/>
                                        </p:tgtEl>
                                        <p:attrNameLst>
                                          <p:attrName>ppt_h</p:attrName>
                                        </p:attrNameLst>
                                      </p:cBhvr>
                                      <p:tavLst>
                                        <p:tav tm="0">
                                          <p:val>
                                            <p:fltVal val="0"/>
                                          </p:val>
                                        </p:tav>
                                        <p:tav tm="100000">
                                          <p:val>
                                            <p:strVal val="#ppt_h"/>
                                          </p:val>
                                        </p:tav>
                                      </p:tavLst>
                                    </p:anim>
                                    <p:animEffect transition="in" filter="fade">
                                      <p:cBhvr>
                                        <p:cTn id="251" dur="500"/>
                                        <p:tgtEl>
                                          <p:spTgt spid="2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9" grpId="0">
        <p:bldSub>
          <a:bldDgm bld="one"/>
        </p:bldSub>
      </p:bldGraphic>
      <p:bldP spid="259" grpId="0" animBg="1"/>
      <p:bldP spid="293" grpId="0" animBg="1"/>
      <p:bldP spid="292" grpId="0" animBg="1"/>
      <p:bldP spid="4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a:t>La </a:t>
            </a:r>
            <a:r>
              <a:rPr lang="fr-CA" sz="2200" b="1" noProof="0">
                <a:solidFill>
                  <a:srgbClr val="0063C1"/>
                </a:solidFill>
              </a:rPr>
              <a:t>totalité</a:t>
            </a:r>
            <a:r>
              <a:rPr lang="fr-CA" sz="2200" noProof="0"/>
              <a:t> des données est extraite et migrée, dans les moindres détails.</a:t>
            </a:r>
            <a:br>
              <a:rPr lang="fr-CA" sz="2200" noProof="0"/>
            </a:br>
            <a:r>
              <a:rPr lang="fr-CA" sz="2200" noProof="0"/>
              <a:t>Si la donnée est visible dans PL, elle est migrée.</a:t>
            </a:r>
          </a:p>
          <a:p>
            <a:pPr>
              <a:spcAft>
                <a:spcPts val="1000"/>
              </a:spcAft>
            </a:pPr>
            <a:r>
              <a:rPr lang="fr-CA" sz="2200" noProof="0"/>
              <a:t>Les liens avec les </a:t>
            </a:r>
            <a:r>
              <a:rPr lang="fr-CA" sz="2200" b="1" noProof="0">
                <a:solidFill>
                  <a:srgbClr val="0063C1"/>
                </a:solidFill>
              </a:rPr>
              <a:t>pièces jointes </a:t>
            </a:r>
            <a:r>
              <a:rPr lang="fr-CA" sz="2200" noProof="0"/>
              <a:t>sont également migrés, permettant d'accéder à toutes les photos, documents numérisés, plans, etc. </a:t>
            </a:r>
          </a:p>
          <a:p>
            <a:pPr>
              <a:spcAft>
                <a:spcPts val="1000"/>
              </a:spcAft>
            </a:pPr>
            <a:r>
              <a:rPr lang="fr-CA" sz="2200" noProof="0"/>
              <a:t>Plusieurs </a:t>
            </a:r>
            <a:r>
              <a:rPr lang="fr-CA" sz="2200" b="1" noProof="0">
                <a:solidFill>
                  <a:srgbClr val="0063C1"/>
                </a:solidFill>
              </a:rPr>
              <a:t>informations d'archive </a:t>
            </a:r>
            <a:r>
              <a:rPr lang="fr-CA" sz="2200" noProof="0"/>
              <a:t>ne sont pas visibles dans l'application PL (éléments inactifs, dossiers adresse archivés, etc.), mais son </a:t>
            </a:r>
            <a:r>
              <a:rPr lang="fr-CA" sz="2200" u="sng" noProof="0"/>
              <a:t>toutes exportées</a:t>
            </a:r>
            <a:r>
              <a:rPr lang="fr-CA" sz="2200" noProof="0"/>
              <a:t> par Migration4o.</a:t>
            </a:r>
          </a:p>
          <a:p>
            <a:pPr>
              <a:spcAft>
                <a:spcPts val="1000"/>
              </a:spcAft>
            </a:pPr>
            <a:r>
              <a:rPr lang="fr-CA" sz="2200" noProof="0"/>
              <a:t>Les </a:t>
            </a:r>
            <a:r>
              <a:rPr lang="fr-CA" sz="2200" b="1" noProof="0">
                <a:solidFill>
                  <a:srgbClr val="0063C1"/>
                </a:solidFill>
              </a:rPr>
              <a:t>dossiers adresse </a:t>
            </a:r>
            <a:r>
              <a:rPr lang="fr-CA" sz="2200" noProof="0"/>
              <a:t>sont exportés tel qu'ils sont dans votre PL. Si votre PL est à jour par rapport au rôle d'évaluation, vos données exportées seront à jour.</a:t>
            </a:r>
          </a:p>
          <a:p>
            <a:pPr>
              <a:spcAft>
                <a:spcPts val="1000"/>
              </a:spcAft>
            </a:pPr>
            <a:r>
              <a:rPr lang="fr-CA" sz="2200" noProof="0"/>
              <a:t>Tous les petits détails sont exportés, tel que le temps payé pour chaque employé pour chaque activité, les champs persos, les plans d'intervention, les anomalies,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Granularité des données:</a:t>
            </a:r>
          </a:p>
        </p:txBody>
      </p:sp>
    </p:spTree>
    <p:extLst>
      <p:ext uri="{BB962C8B-B14F-4D97-AF65-F5344CB8AC3E}">
        <p14:creationId xmlns:p14="http://schemas.microsoft.com/office/powerpoint/2010/main" val="65908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a:t>Il n'est </a:t>
            </a:r>
            <a:r>
              <a:rPr lang="fr-CA" sz="2200" u="sng" noProof="0"/>
              <a:t>pas possible </a:t>
            </a:r>
            <a:r>
              <a:rPr lang="fr-CA" sz="2200" noProof="0"/>
              <a:t>d'extraire seulement </a:t>
            </a:r>
            <a:r>
              <a:rPr lang="fr-CA" sz="2200" b="1" noProof="0"/>
              <a:t>une partie </a:t>
            </a:r>
            <a:r>
              <a:rPr lang="fr-CA" sz="2200" noProof="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a:solidFill>
                  <a:srgbClr val="0063C1"/>
                </a:solidFill>
              </a:rPr>
              <a:t>Cependant</a:t>
            </a:r>
            <a:r>
              <a:rPr lang="fr-CA" sz="2200" noProof="0"/>
              <a:t>, pour répondre à des préoccupations de confidentialité des données sensibles, </a:t>
            </a:r>
            <a:r>
              <a:rPr lang="fr-CA" sz="2200" u="sng" noProof="0"/>
              <a:t>il est possible </a:t>
            </a:r>
            <a:r>
              <a:rPr lang="fr-CA" sz="2200" noProof="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err="1">
                <a:latin typeface="Courier New" panose="02070309020205020404" pitchFamily="49" charset="0"/>
                <a:cs typeface="Courier New" panose="02070309020205020404" pitchFamily="49" charset="0"/>
              </a:rPr>
              <a:t>Employé.NAS</a:t>
            </a:r>
            <a:endParaRPr lang="fr-CA" sz="1800" noProof="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a:latin typeface="Courier New" panose="02070309020205020404" pitchFamily="49" charset="0"/>
                <a:cs typeface="Courier New" panose="02070309020205020404" pitchFamily="49" charset="0"/>
              </a:rPr>
              <a:t>Employé.</a:t>
            </a:r>
            <a:r>
              <a:rPr lang="fr-CA" sz="1800" err="1">
                <a:latin typeface="Courier New" panose="02070309020205020404" pitchFamily="49" charset="0"/>
                <a:cs typeface="Courier New" panose="02070309020205020404" pitchFamily="49" charset="0"/>
              </a:rPr>
              <a:t>NumeroAssuranceMaladie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Employé.NumeroPermisConduire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Employé.DateDeNaissance</a:t>
            </a:r>
            <a:endParaRPr lang="fr-CA" sz="1800" noProof="0">
              <a:latin typeface="Courier New" panose="02070309020205020404" pitchFamily="49" charset="0"/>
              <a:cs typeface="Courier New" panose="02070309020205020404" pitchFamily="49" charset="0"/>
            </a:endParaRPr>
          </a:p>
          <a:p>
            <a:pPr>
              <a:spcAft>
                <a:spcPts val="1000"/>
              </a:spcAft>
            </a:pPr>
            <a:endParaRPr lang="fr-CA" sz="2200" noProof="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7" name="Rounded Rectangle 16">
            <a:extLst>
              <a:ext uri="{FF2B5EF4-FFF2-40B4-BE49-F238E27FC236}">
                <a16:creationId xmlns:a16="http://schemas.microsoft.com/office/drawing/2014/main" id="{44B672D9-52EC-CF51-F0BC-7931FF21320D}"/>
              </a:ext>
            </a:extLst>
          </p:cNvPr>
          <p:cNvSpPr/>
          <p:nvPr/>
        </p:nvSpPr>
        <p:spPr>
          <a:xfrm>
            <a:off x="825503" y="2571118"/>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2628904" y="2571118"/>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4542370" y="2571118"/>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21" name="Rounded Rectangle 20">
            <a:extLst>
              <a:ext uri="{FF2B5EF4-FFF2-40B4-BE49-F238E27FC236}">
                <a16:creationId xmlns:a16="http://schemas.microsoft.com/office/drawing/2014/main" id="{49805065-5151-292A-E4AF-B4E068ACEF40}"/>
              </a:ext>
            </a:extLst>
          </p:cNvPr>
          <p:cNvSpPr/>
          <p:nvPr/>
        </p:nvSpPr>
        <p:spPr>
          <a:xfrm>
            <a:off x="829733" y="2878239"/>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2937930" y="2878239"/>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3920068" y="2878239"/>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2" name="Rounded Rectangle 31">
            <a:extLst>
              <a:ext uri="{FF2B5EF4-FFF2-40B4-BE49-F238E27FC236}">
                <a16:creationId xmlns:a16="http://schemas.microsoft.com/office/drawing/2014/main" id="{9D2BB270-56FD-3CF7-1140-94927A96B87D}"/>
              </a:ext>
            </a:extLst>
          </p:cNvPr>
          <p:cNvSpPr/>
          <p:nvPr/>
        </p:nvSpPr>
        <p:spPr>
          <a:xfrm>
            <a:off x="1574800" y="3798726"/>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4004741" y="3798726"/>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4682077" y="3798726"/>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5" name="Rounded Rectangle 34">
            <a:extLst>
              <a:ext uri="{FF2B5EF4-FFF2-40B4-BE49-F238E27FC236}">
                <a16:creationId xmlns:a16="http://schemas.microsoft.com/office/drawing/2014/main" id="{257F4BEB-A5F9-A1A0-A2B7-F023C4B68BE8}"/>
              </a:ext>
            </a:extLst>
          </p:cNvPr>
          <p:cNvSpPr/>
          <p:nvPr/>
        </p:nvSpPr>
        <p:spPr>
          <a:xfrm>
            <a:off x="1574800" y="410352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2556939" y="410352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4347646" y="410352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a:t>Dossier </a:t>
            </a:r>
            <a:r>
              <a:rPr lang="fr-CA" b="1" noProof="0" err="1"/>
              <a:t>adresse.xml</a:t>
            </a:r>
            <a:endParaRPr lang="fr-CA" b="1" noProof="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cs typeface="Courier New" panose="02070309020205020404" pitchFamily="49" charset="0"/>
              </a:rPr>
              <a:t>Autres propriétés de l'adresse...</a:t>
            </a:r>
          </a:p>
        </p:txBody>
      </p:sp>
      <p:sp>
        <p:nvSpPr>
          <p:cNvPr id="77" name="Rounded Rectangle 76">
            <a:extLst>
              <a:ext uri="{FF2B5EF4-FFF2-40B4-BE49-F238E27FC236}">
                <a16:creationId xmlns:a16="http://schemas.microsoft.com/office/drawing/2014/main" id="{8AF81BF6-B68F-85F4-D7DA-D414667CB11D}"/>
              </a:ext>
            </a:extLst>
          </p:cNvPr>
          <p:cNvSpPr/>
          <p:nvPr/>
        </p:nvSpPr>
        <p:spPr>
          <a:xfrm>
            <a:off x="804333" y="5325106"/>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3158067" y="5325106"/>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4140205" y="5325106"/>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a:t>Schéma de </a:t>
            </a:r>
            <a:r>
              <a:rPr lang="fr-CA" b="1" noProof="0" err="1"/>
              <a:t>données.xsd</a:t>
            </a:r>
            <a:endParaRPr lang="fr-CA" b="1" noProof="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err="1">
                <a:solidFill>
                  <a:srgbClr val="004F9A"/>
                </a:solidFill>
                <a:latin typeface="Courier New" panose="02070309020205020404" pitchFamily="49" charset="0"/>
                <a:cs typeface="Courier New" panose="02070309020205020404" pitchFamily="49" charset="0"/>
              </a:rPr>
              <a:t>DossierAdresse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id</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matricule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subdivision</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 format </a:t>
            </a:r>
            <a:r>
              <a:rPr lang="fr-CA" sz="1200" b="1" spc="-100" noProof="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raisonSociale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anneeConstruction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valeurImmeuble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valeurTerrain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listePersonneRessource</a:t>
            </a:r>
            <a:r>
              <a:rPr lang="fr-CA" sz="1200" spc="-100" noProof="0">
                <a:latin typeface="Courier New" panose="02070309020205020404" pitchFamily="49" charset="0"/>
                <a:cs typeface="Courier New" panose="02070309020205020404" pitchFamily="49" charset="0"/>
              </a:rPr>
              <a:t>": </a:t>
            </a:r>
            <a:br>
              <a:rPr lang="fr-CA" sz="1200" spc="-100" noProof="0">
                <a:latin typeface="Courier New" panose="02070309020205020404" pitchFamily="49" charset="0"/>
                <a:cs typeface="Courier New" panose="02070309020205020404" pitchFamily="49" charset="0"/>
              </a:rPr>
            </a:br>
            <a:r>
              <a:rPr lang="fr-CA" sz="1200" spc="-100" noProof="0">
                <a:latin typeface="Courier New" panose="02070309020205020404" pitchFamily="49" charset="0"/>
                <a:cs typeface="Courier New" panose="02070309020205020404" pitchFamily="49" charset="0"/>
              </a:rPr>
              <a:t>		 format </a:t>
            </a: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 0 à N</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a:solidFill>
                  <a:srgbClr val="9437FF"/>
                </a:solidFill>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numeroCivique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rue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arrondissement</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secteur</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codePostal</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nom</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E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a:solidFill>
                  <a:schemeClr val="bg1"/>
                </a:solidFill>
              </a:rPr>
              <a:t>Conformité</a:t>
            </a:r>
            <a:br>
              <a:rPr lang="fr-CA" sz="1600" b="1" noProof="0">
                <a:solidFill>
                  <a:schemeClr val="bg1"/>
                </a:solidFill>
              </a:rPr>
            </a:br>
            <a:r>
              <a:rPr lang="fr-CA" sz="1600" b="1" noProof="0">
                <a:solidFill>
                  <a:schemeClr val="bg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1278612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50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right)">
                                      <p:cBhvr>
                                        <p:cTn id="22" dur="500"/>
                                        <p:tgtEl>
                                          <p:spTgt spid="28"/>
                                        </p:tgtEl>
                                      </p:cBhvr>
                                    </p:animEffect>
                                  </p:childTnLst>
                                </p:cTn>
                              </p:par>
                            </p:childTnLst>
                          </p:cTn>
                        </p:par>
                        <p:par>
                          <p:cTn id="23" fill="hold">
                            <p:stCondLst>
                              <p:cond delay="500"/>
                            </p:stCondLst>
                            <p:childTnLst>
                              <p:par>
                                <p:cTn id="24" presetID="16" presetClass="entr" presetSubtype="26"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barn(inHorizontal)">
                                      <p:cBhvr>
                                        <p:cTn id="26" dur="10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par>
                                <p:cTn id="32" presetID="22" presetClass="entr" presetSubtype="2"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500"/>
                                        <p:tgtEl>
                                          <p:spTgt spid="1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2"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right)">
                                      <p:cBhvr>
                                        <p:cTn id="46" dur="500"/>
                                        <p:tgtEl>
                                          <p:spTgt spid="20"/>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500"/>
                                        <p:tgtEl>
                                          <p:spTgt spid="21"/>
                                        </p:tgtEl>
                                      </p:cBhvr>
                                    </p:animEffect>
                                  </p:childTnLst>
                                </p:cTn>
                              </p:par>
                              <p:par>
                                <p:cTn id="56" presetID="22" presetClass="entr" presetSubtype="2"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right)">
                                      <p:cBhvr>
                                        <p:cTn id="58" dur="500"/>
                                        <p:tgtEl>
                                          <p:spTgt spid="23"/>
                                        </p:tgtEl>
                                      </p:cBhvr>
                                    </p:animEffect>
                                  </p:childTnLst>
                                </p:cTn>
                              </p:par>
                            </p:childTnLst>
                          </p:cTn>
                        </p:par>
                        <p:par>
                          <p:cTn id="59" fill="hold">
                            <p:stCondLst>
                              <p:cond delay="500"/>
                            </p:stCondLst>
                            <p:childTnLst>
                              <p:par>
                                <p:cTn id="60" presetID="10" presetClass="entr" presetSubtype="0" fill="hold" grpId="0"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500"/>
                                        <p:tgtEl>
                                          <p:spTgt spid="26"/>
                                        </p:tgtEl>
                                      </p:cBhvr>
                                    </p:animEffect>
                                  </p:childTnLst>
                                </p:cTn>
                              </p:par>
                              <p:par>
                                <p:cTn id="68" presetID="22" presetClass="entr" presetSubtype="2"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right)">
                                      <p:cBhvr>
                                        <p:cTn id="70" dur="500"/>
                                        <p:tgtEl>
                                          <p:spTgt spid="27"/>
                                        </p:tgtEl>
                                      </p:cBhvr>
                                    </p:animEffect>
                                  </p:childTnLst>
                                </p:cTn>
                              </p:par>
                            </p:childTnLst>
                          </p:cTn>
                        </p:par>
                        <p:par>
                          <p:cTn id="71" fill="hold">
                            <p:stCondLst>
                              <p:cond delay="500"/>
                            </p:stCondLst>
                            <p:childTnLst>
                              <p:par>
                                <p:cTn id="72" presetID="16" presetClass="entr" presetSubtype="26"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barn(inHorizontal)">
                                      <p:cBhvr>
                                        <p:cTn id="74" dur="10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wipe(left)">
                                      <p:cBhvr>
                                        <p:cTn id="79" dur="500"/>
                                        <p:tgtEl>
                                          <p:spTgt spid="30"/>
                                        </p:tgtEl>
                                      </p:cBhvr>
                                    </p:animEffect>
                                  </p:childTnLst>
                                </p:cTn>
                              </p:par>
                              <p:par>
                                <p:cTn id="80" presetID="22" presetClass="entr" presetSubtype="2"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wipe(right)">
                                      <p:cBhvr>
                                        <p:cTn id="82" dur="500"/>
                                        <p:tgtEl>
                                          <p:spTgt spid="31"/>
                                        </p:tgtEl>
                                      </p:cBhvr>
                                    </p:animEffect>
                                  </p:childTnLst>
                                </p:cTn>
                              </p:par>
                            </p:childTnLst>
                          </p:cTn>
                        </p:par>
                        <p:par>
                          <p:cTn id="83" fill="hold">
                            <p:stCondLst>
                              <p:cond delay="500"/>
                            </p:stCondLst>
                            <p:childTnLst>
                              <p:par>
                                <p:cTn id="84" presetID="16" presetClass="entr" presetSubtype="26" fill="hold" grpId="0" nodeType="after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barn(inHorizontal)">
                                      <p:cBhvr>
                                        <p:cTn id="86" dur="1000"/>
                                        <p:tgtEl>
                                          <p:spTgt spid="38"/>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par>
                                <p:cTn id="92" presetID="22" presetClass="entr" presetSubtype="2"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wipe(right)">
                                      <p:cBhvr>
                                        <p:cTn id="94" dur="500"/>
                                        <p:tgtEl>
                                          <p:spTgt spid="34"/>
                                        </p:tgtEl>
                                      </p:cBhvr>
                                    </p:animEffect>
                                  </p:childTnLst>
                                </p:cTn>
                              </p:par>
                            </p:childTnLst>
                          </p:cTn>
                        </p:par>
                        <p:par>
                          <p:cTn id="95" fill="hold">
                            <p:stCondLst>
                              <p:cond delay="500"/>
                            </p:stCondLst>
                            <p:childTnLst>
                              <p:par>
                                <p:cTn id="96" presetID="10"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par>
                                <p:cTn id="104" presetID="22" presetClass="entr" presetSubtype="2"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wipe(right)">
                                      <p:cBhvr>
                                        <p:cTn id="106" dur="500"/>
                                        <p:tgtEl>
                                          <p:spTgt spid="37"/>
                                        </p:tgtEl>
                                      </p:cBhvr>
                                    </p:animEffect>
                                  </p:childTnLst>
                                </p:cTn>
                              </p:par>
                            </p:childTnLst>
                          </p:cTn>
                        </p:par>
                        <p:par>
                          <p:cTn id="107" fill="hold">
                            <p:stCondLst>
                              <p:cond delay="50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8" fill="hold" grpId="0" nodeType="clickEffect">
                                  <p:stCondLst>
                                    <p:cond delay="0"/>
                                  </p:stCondLst>
                                  <p:childTnLst>
                                    <p:set>
                                      <p:cBhvr>
                                        <p:cTn id="114" dur="1" fill="hold">
                                          <p:stCondLst>
                                            <p:cond delay="0"/>
                                          </p:stCondLst>
                                        </p:cTn>
                                        <p:tgtEl>
                                          <p:spTgt spid="75"/>
                                        </p:tgtEl>
                                        <p:attrNameLst>
                                          <p:attrName>style.visibility</p:attrName>
                                        </p:attrNameLst>
                                      </p:cBhvr>
                                      <p:to>
                                        <p:strVal val="visible"/>
                                      </p:to>
                                    </p:set>
                                    <p:anim calcmode="lin" valueType="num">
                                      <p:cBhvr additive="base">
                                        <p:cTn id="115" dur="500"/>
                                        <p:tgtEl>
                                          <p:spTgt spid="75"/>
                                        </p:tgtEl>
                                        <p:attrNameLst>
                                          <p:attrName>ppt_x</p:attrName>
                                        </p:attrNameLst>
                                      </p:cBhvr>
                                      <p:tavLst>
                                        <p:tav tm="0">
                                          <p:val>
                                            <p:strVal val="#ppt_x-#ppt_w*1.125000"/>
                                          </p:val>
                                        </p:tav>
                                        <p:tav tm="100000">
                                          <p:val>
                                            <p:strVal val="#ppt_x"/>
                                          </p:val>
                                        </p:tav>
                                      </p:tavLst>
                                    </p:anim>
                                    <p:animEffect transition="in" filter="wipe(right)">
                                      <p:cBhvr>
                                        <p:cTn id="116" dur="500"/>
                                        <p:tgtEl>
                                          <p:spTgt spid="75"/>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wipe(left)">
                                      <p:cBhvr>
                                        <p:cTn id="121" dur="500"/>
                                        <p:tgtEl>
                                          <p:spTgt spid="77"/>
                                        </p:tgtEl>
                                      </p:cBhvr>
                                    </p:animEffect>
                                  </p:childTnLst>
                                </p:cTn>
                              </p:par>
                              <p:par>
                                <p:cTn id="122" presetID="22" presetClass="entr" presetSubtype="2" fill="hold" grpId="0" nodeType="withEffect">
                                  <p:stCondLst>
                                    <p:cond delay="0"/>
                                  </p:stCondLst>
                                  <p:childTnLst>
                                    <p:set>
                                      <p:cBhvr>
                                        <p:cTn id="123" dur="1" fill="hold">
                                          <p:stCondLst>
                                            <p:cond delay="0"/>
                                          </p:stCondLst>
                                        </p:cTn>
                                        <p:tgtEl>
                                          <p:spTgt spid="79"/>
                                        </p:tgtEl>
                                        <p:attrNameLst>
                                          <p:attrName>style.visibility</p:attrName>
                                        </p:attrNameLst>
                                      </p:cBhvr>
                                      <p:to>
                                        <p:strVal val="visible"/>
                                      </p:to>
                                    </p:set>
                                    <p:animEffect transition="in" filter="wipe(right)">
                                      <p:cBhvr>
                                        <p:cTn id="124" dur="500"/>
                                        <p:tgtEl>
                                          <p:spTgt spid="79"/>
                                        </p:tgtEl>
                                      </p:cBhvr>
                                    </p:animEffect>
                                  </p:childTnLst>
                                </p:cTn>
                              </p:par>
                            </p:childTnLst>
                          </p:cTn>
                        </p:par>
                        <p:par>
                          <p:cTn id="125" fill="hold">
                            <p:stCondLst>
                              <p:cond delay="500"/>
                            </p:stCondLst>
                            <p:childTnLst>
                              <p:par>
                                <p:cTn id="126" presetID="10" presetClass="entr" presetSubtype="0" fill="hold" grpId="0" nodeType="afterEffect">
                                  <p:stCondLst>
                                    <p:cond delay="0"/>
                                  </p:stCondLst>
                                  <p:childTnLst>
                                    <p:set>
                                      <p:cBhvr>
                                        <p:cTn id="127" dur="1" fill="hold">
                                          <p:stCondLst>
                                            <p:cond delay="0"/>
                                          </p:stCondLst>
                                        </p:cTn>
                                        <p:tgtEl>
                                          <p:spTgt spid="78"/>
                                        </p:tgtEl>
                                        <p:attrNameLst>
                                          <p:attrName>style.visibility</p:attrName>
                                        </p:attrNameLst>
                                      </p:cBhvr>
                                      <p:to>
                                        <p:strVal val="visible"/>
                                      </p:to>
                                    </p:set>
                                    <p:animEffect transition="in" filter="fade">
                                      <p:cBhvr>
                                        <p:cTn id="128" dur="500"/>
                                        <p:tgtEl>
                                          <p:spTgt spid="78"/>
                                        </p:tgtEl>
                                      </p:cBhvr>
                                    </p:animEffect>
                                  </p:childTnLst>
                                </p:cTn>
                              </p:par>
                            </p:childTnLst>
                          </p:cTn>
                        </p:par>
                      </p:childTnLst>
                    </p:cTn>
                  </p:par>
                  <p:par>
                    <p:cTn id="129" fill="hold">
                      <p:stCondLst>
                        <p:cond delay="indefinite"/>
                      </p:stCondLst>
                      <p:childTnLst>
                        <p:par>
                          <p:cTn id="130" fill="hold">
                            <p:stCondLst>
                              <p:cond delay="0"/>
                            </p:stCondLst>
                            <p:childTnLst>
                              <p:par>
                                <p:cTn id="131" presetID="12" presetClass="entr" presetSubtype="8" fill="hold" grpId="0" nodeType="clickEffect">
                                  <p:stCondLst>
                                    <p:cond delay="0"/>
                                  </p:stCondLst>
                                  <p:childTnLst>
                                    <p:set>
                                      <p:cBhvr>
                                        <p:cTn id="132" dur="1" fill="hold">
                                          <p:stCondLst>
                                            <p:cond delay="0"/>
                                          </p:stCondLst>
                                        </p:cTn>
                                        <p:tgtEl>
                                          <p:spTgt spid="100"/>
                                        </p:tgtEl>
                                        <p:attrNameLst>
                                          <p:attrName>style.visibility</p:attrName>
                                        </p:attrNameLst>
                                      </p:cBhvr>
                                      <p:to>
                                        <p:strVal val="visible"/>
                                      </p:to>
                                    </p:set>
                                    <p:anim calcmode="lin" valueType="num">
                                      <p:cBhvr additive="base">
                                        <p:cTn id="133" dur="500"/>
                                        <p:tgtEl>
                                          <p:spTgt spid="100"/>
                                        </p:tgtEl>
                                        <p:attrNameLst>
                                          <p:attrName>ppt_x</p:attrName>
                                        </p:attrNameLst>
                                      </p:cBhvr>
                                      <p:tavLst>
                                        <p:tav tm="0">
                                          <p:val>
                                            <p:strVal val="#ppt_x-#ppt_w*1.125000"/>
                                          </p:val>
                                        </p:tav>
                                        <p:tav tm="100000">
                                          <p:val>
                                            <p:strVal val="#ppt_x"/>
                                          </p:val>
                                        </p:tav>
                                      </p:tavLst>
                                    </p:anim>
                                    <p:animEffect transition="in" filter="wipe(right)">
                                      <p:cBhvr>
                                        <p:cTn id="134" dur="500"/>
                                        <p:tgtEl>
                                          <p:spTgt spid="100"/>
                                        </p:tgtEl>
                                      </p:cBhvr>
                                    </p:animEffect>
                                  </p:childTnLst>
                                </p:cTn>
                              </p:par>
                            </p:childTnLst>
                          </p:cTn>
                        </p:par>
                      </p:childTnLst>
                    </p:cTn>
                  </p:par>
                  <p:par>
                    <p:cTn id="135" fill="hold">
                      <p:stCondLst>
                        <p:cond delay="indefinite"/>
                      </p:stCondLst>
                      <p:childTnLst>
                        <p:par>
                          <p:cTn id="136" fill="hold">
                            <p:stCondLst>
                              <p:cond delay="0"/>
                            </p:stCondLst>
                            <p:childTnLst>
                              <p:par>
                                <p:cTn id="137" presetID="12" presetClass="entr" presetSubtype="8" fill="hold" grpId="0" nodeType="clickEffect">
                                  <p:stCondLst>
                                    <p:cond delay="0"/>
                                  </p:stCondLst>
                                  <p:childTnLst>
                                    <p:set>
                                      <p:cBhvr>
                                        <p:cTn id="138" dur="1" fill="hold">
                                          <p:stCondLst>
                                            <p:cond delay="0"/>
                                          </p:stCondLst>
                                        </p:cTn>
                                        <p:tgtEl>
                                          <p:spTgt spid="101"/>
                                        </p:tgtEl>
                                        <p:attrNameLst>
                                          <p:attrName>style.visibility</p:attrName>
                                        </p:attrNameLst>
                                      </p:cBhvr>
                                      <p:to>
                                        <p:strVal val="visible"/>
                                      </p:to>
                                    </p:set>
                                    <p:anim calcmode="lin" valueType="num">
                                      <p:cBhvr additive="base">
                                        <p:cTn id="139" dur="500"/>
                                        <p:tgtEl>
                                          <p:spTgt spid="101"/>
                                        </p:tgtEl>
                                        <p:attrNameLst>
                                          <p:attrName>ppt_x</p:attrName>
                                        </p:attrNameLst>
                                      </p:cBhvr>
                                      <p:tavLst>
                                        <p:tav tm="0">
                                          <p:val>
                                            <p:strVal val="#ppt_x-#ppt_w*1.125000"/>
                                          </p:val>
                                        </p:tav>
                                        <p:tav tm="100000">
                                          <p:val>
                                            <p:strVal val="#ppt_x"/>
                                          </p:val>
                                        </p:tav>
                                      </p:tavLst>
                                    </p:anim>
                                    <p:animEffect transition="in" filter="wipe(right)">
                                      <p:cBhvr>
                                        <p:cTn id="140" dur="500"/>
                                        <p:tgtEl>
                                          <p:spTgt spid="101"/>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19"/>
                                        </p:tgtEl>
                                        <p:attrNameLst>
                                          <p:attrName>style.visibility</p:attrName>
                                        </p:attrNameLst>
                                      </p:cBhvr>
                                      <p:to>
                                        <p:strVal val="visible"/>
                                      </p:to>
                                    </p:set>
                                    <p:animEffect transition="in" filter="fade">
                                      <p:cBhvr>
                                        <p:cTn id="145" dur="500"/>
                                        <p:tgtEl>
                                          <p:spTgt spid="11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102"/>
                                        </p:tgtEl>
                                        <p:attrNameLst>
                                          <p:attrName>style.visibility</p:attrName>
                                        </p:attrNameLst>
                                      </p:cBhvr>
                                      <p:to>
                                        <p:strVal val="visible"/>
                                      </p:to>
                                    </p:set>
                                    <p:animEffect transition="in" filter="fade">
                                      <p:cBhvr>
                                        <p:cTn id="148" dur="500"/>
                                        <p:tgtEl>
                                          <p:spTgt spid="102"/>
                                        </p:tgtEl>
                                      </p:cBhvr>
                                    </p:animEffect>
                                  </p:childTnLst>
                                </p:cTn>
                              </p:par>
                            </p:childTnLst>
                          </p:cTn>
                        </p:par>
                        <p:par>
                          <p:cTn id="149" fill="hold">
                            <p:stCondLst>
                              <p:cond delay="500"/>
                            </p:stCondLst>
                            <p:childTnLst>
                              <p:par>
                                <p:cTn id="150" presetID="1" presetClass="entr" presetSubtype="0" fill="hold" grpId="0" nodeType="afterEffect">
                                  <p:stCondLst>
                                    <p:cond delay="0"/>
                                  </p:stCondLst>
                                  <p:childTnLst>
                                    <p:set>
                                      <p:cBhvr>
                                        <p:cTn id="151" dur="1" fill="hold">
                                          <p:stCondLst>
                                            <p:cond delay="0"/>
                                          </p:stCondLst>
                                        </p:cTn>
                                        <p:tgtEl>
                                          <p:spTgt spid="120">
                                            <p:txEl>
                                              <p:pRg st="0" end="0"/>
                                            </p:txEl>
                                          </p:spTgt>
                                        </p:tgtEl>
                                        <p:attrNameLst>
                                          <p:attrName>style.visibility</p:attrName>
                                        </p:attrNameLst>
                                      </p:cBhvr>
                                      <p:to>
                                        <p:strVal val="visible"/>
                                      </p:to>
                                    </p:set>
                                  </p:childTnLst>
                                </p:cTn>
                              </p:par>
                            </p:childTnLst>
                          </p:cTn>
                        </p:par>
                        <p:par>
                          <p:cTn id="152" fill="hold">
                            <p:stCondLst>
                              <p:cond delay="500"/>
                            </p:stCondLst>
                            <p:childTnLst>
                              <p:par>
                                <p:cTn id="153" presetID="1" presetClass="entr" presetSubtype="0" fill="hold" grpId="0" nodeType="afterEffect">
                                  <p:stCondLst>
                                    <p:cond delay="100"/>
                                  </p:stCondLst>
                                  <p:childTnLst>
                                    <p:set>
                                      <p:cBhvr>
                                        <p:cTn id="154" dur="1" fill="hold">
                                          <p:stCondLst>
                                            <p:cond delay="0"/>
                                          </p:stCondLst>
                                        </p:cTn>
                                        <p:tgtEl>
                                          <p:spTgt spid="120">
                                            <p:txEl>
                                              <p:pRg st="1" end="1"/>
                                            </p:txEl>
                                          </p:spTgt>
                                        </p:tgtEl>
                                        <p:attrNameLst>
                                          <p:attrName>style.visibility</p:attrName>
                                        </p:attrNameLst>
                                      </p:cBhvr>
                                      <p:to>
                                        <p:strVal val="visible"/>
                                      </p:to>
                                    </p:set>
                                  </p:childTnLst>
                                </p:cTn>
                              </p:par>
                            </p:childTnLst>
                          </p:cTn>
                        </p:par>
                        <p:par>
                          <p:cTn id="155" fill="hold">
                            <p:stCondLst>
                              <p:cond delay="600"/>
                            </p:stCondLst>
                            <p:childTnLst>
                              <p:par>
                                <p:cTn id="156" presetID="1" presetClass="entr" presetSubtype="0" fill="hold" grpId="0" nodeType="afterEffect">
                                  <p:stCondLst>
                                    <p:cond delay="100"/>
                                  </p:stCondLst>
                                  <p:childTnLst>
                                    <p:set>
                                      <p:cBhvr>
                                        <p:cTn id="157" dur="1" fill="hold">
                                          <p:stCondLst>
                                            <p:cond delay="0"/>
                                          </p:stCondLst>
                                        </p:cTn>
                                        <p:tgtEl>
                                          <p:spTgt spid="120">
                                            <p:txEl>
                                              <p:pRg st="2" end="2"/>
                                            </p:txEl>
                                          </p:spTgt>
                                        </p:tgtEl>
                                        <p:attrNameLst>
                                          <p:attrName>style.visibility</p:attrName>
                                        </p:attrNameLst>
                                      </p:cBhvr>
                                      <p:to>
                                        <p:strVal val="visible"/>
                                      </p:to>
                                    </p:set>
                                  </p:childTnLst>
                                </p:cTn>
                              </p:par>
                            </p:childTnLst>
                          </p:cTn>
                        </p:par>
                        <p:par>
                          <p:cTn id="158" fill="hold">
                            <p:stCondLst>
                              <p:cond delay="700"/>
                            </p:stCondLst>
                            <p:childTnLst>
                              <p:par>
                                <p:cTn id="159" presetID="1" presetClass="entr" presetSubtype="0" fill="hold" grpId="0" nodeType="afterEffect">
                                  <p:stCondLst>
                                    <p:cond delay="100"/>
                                  </p:stCondLst>
                                  <p:childTnLst>
                                    <p:set>
                                      <p:cBhvr>
                                        <p:cTn id="160" dur="1" fill="hold">
                                          <p:stCondLst>
                                            <p:cond delay="0"/>
                                          </p:stCondLst>
                                        </p:cTn>
                                        <p:tgtEl>
                                          <p:spTgt spid="120">
                                            <p:txEl>
                                              <p:pRg st="3" end="3"/>
                                            </p:txEl>
                                          </p:spTgt>
                                        </p:tgtEl>
                                        <p:attrNameLst>
                                          <p:attrName>style.visibility</p:attrName>
                                        </p:attrNameLst>
                                      </p:cBhvr>
                                      <p:to>
                                        <p:strVal val="visible"/>
                                      </p:to>
                                    </p:set>
                                  </p:childTnLst>
                                </p:cTn>
                              </p:par>
                            </p:childTnLst>
                          </p:cTn>
                        </p:par>
                        <p:par>
                          <p:cTn id="161" fill="hold">
                            <p:stCondLst>
                              <p:cond delay="800"/>
                            </p:stCondLst>
                            <p:childTnLst>
                              <p:par>
                                <p:cTn id="162" presetID="1" presetClass="entr" presetSubtype="0" fill="hold" grpId="0" nodeType="afterEffect">
                                  <p:stCondLst>
                                    <p:cond delay="100"/>
                                  </p:stCondLst>
                                  <p:childTnLst>
                                    <p:set>
                                      <p:cBhvr>
                                        <p:cTn id="163" dur="1" fill="hold">
                                          <p:stCondLst>
                                            <p:cond delay="0"/>
                                          </p:stCondLst>
                                        </p:cTn>
                                        <p:tgtEl>
                                          <p:spTgt spid="120">
                                            <p:txEl>
                                              <p:pRg st="4" end="4"/>
                                            </p:txEl>
                                          </p:spTgt>
                                        </p:tgtEl>
                                        <p:attrNameLst>
                                          <p:attrName>style.visibility</p:attrName>
                                        </p:attrNameLst>
                                      </p:cBhvr>
                                      <p:to>
                                        <p:strVal val="visible"/>
                                      </p:to>
                                    </p:set>
                                  </p:childTnLst>
                                </p:cTn>
                              </p:par>
                            </p:childTnLst>
                          </p:cTn>
                        </p:par>
                        <p:par>
                          <p:cTn id="164" fill="hold">
                            <p:stCondLst>
                              <p:cond delay="900"/>
                            </p:stCondLst>
                            <p:childTnLst>
                              <p:par>
                                <p:cTn id="165" presetID="1" presetClass="entr" presetSubtype="0" fill="hold" grpId="0" nodeType="afterEffect">
                                  <p:stCondLst>
                                    <p:cond delay="100"/>
                                  </p:stCondLst>
                                  <p:childTnLst>
                                    <p:set>
                                      <p:cBhvr>
                                        <p:cTn id="166" dur="1" fill="hold">
                                          <p:stCondLst>
                                            <p:cond delay="0"/>
                                          </p:stCondLst>
                                        </p:cTn>
                                        <p:tgtEl>
                                          <p:spTgt spid="120">
                                            <p:txEl>
                                              <p:pRg st="5" end="5"/>
                                            </p:txEl>
                                          </p:spTgt>
                                        </p:tgtEl>
                                        <p:attrNameLst>
                                          <p:attrName>style.visibility</p:attrName>
                                        </p:attrNameLst>
                                      </p:cBhvr>
                                      <p:to>
                                        <p:strVal val="visible"/>
                                      </p:to>
                                    </p:set>
                                  </p:childTnLst>
                                </p:cTn>
                              </p:par>
                            </p:childTnLst>
                          </p:cTn>
                        </p:par>
                        <p:par>
                          <p:cTn id="167" fill="hold">
                            <p:stCondLst>
                              <p:cond delay="1000"/>
                            </p:stCondLst>
                            <p:childTnLst>
                              <p:par>
                                <p:cTn id="168" presetID="1" presetClass="entr" presetSubtype="0" fill="hold" grpId="0" nodeType="afterEffect">
                                  <p:stCondLst>
                                    <p:cond delay="100"/>
                                  </p:stCondLst>
                                  <p:childTnLst>
                                    <p:set>
                                      <p:cBhvr>
                                        <p:cTn id="169" dur="1" fill="hold">
                                          <p:stCondLst>
                                            <p:cond delay="0"/>
                                          </p:stCondLst>
                                        </p:cTn>
                                        <p:tgtEl>
                                          <p:spTgt spid="120">
                                            <p:txEl>
                                              <p:pRg st="6" end="6"/>
                                            </p:txEl>
                                          </p:spTgt>
                                        </p:tgtEl>
                                        <p:attrNameLst>
                                          <p:attrName>style.visibility</p:attrName>
                                        </p:attrNameLst>
                                      </p:cBhvr>
                                      <p:to>
                                        <p:strVal val="visible"/>
                                      </p:to>
                                    </p:set>
                                  </p:childTnLst>
                                </p:cTn>
                              </p:par>
                            </p:childTnLst>
                          </p:cTn>
                        </p:par>
                        <p:par>
                          <p:cTn id="170" fill="hold">
                            <p:stCondLst>
                              <p:cond delay="1100"/>
                            </p:stCondLst>
                            <p:childTnLst>
                              <p:par>
                                <p:cTn id="171" presetID="1" presetClass="entr" presetSubtype="0" fill="hold" grpId="0" nodeType="afterEffect">
                                  <p:stCondLst>
                                    <p:cond delay="100"/>
                                  </p:stCondLst>
                                  <p:childTnLst>
                                    <p:set>
                                      <p:cBhvr>
                                        <p:cTn id="172" dur="1" fill="hold">
                                          <p:stCondLst>
                                            <p:cond delay="0"/>
                                          </p:stCondLst>
                                        </p:cTn>
                                        <p:tgtEl>
                                          <p:spTgt spid="120">
                                            <p:txEl>
                                              <p:pRg st="7" end="7"/>
                                            </p:txEl>
                                          </p:spTgt>
                                        </p:tgtEl>
                                        <p:attrNameLst>
                                          <p:attrName>style.visibility</p:attrName>
                                        </p:attrNameLst>
                                      </p:cBhvr>
                                      <p:to>
                                        <p:strVal val="visible"/>
                                      </p:to>
                                    </p:set>
                                  </p:childTnLst>
                                </p:cTn>
                              </p:par>
                            </p:childTnLst>
                          </p:cTn>
                        </p:par>
                        <p:par>
                          <p:cTn id="173" fill="hold">
                            <p:stCondLst>
                              <p:cond delay="1200"/>
                            </p:stCondLst>
                            <p:childTnLst>
                              <p:par>
                                <p:cTn id="174" presetID="1" presetClass="entr" presetSubtype="0" fill="hold" grpId="0" nodeType="afterEffect">
                                  <p:stCondLst>
                                    <p:cond delay="100"/>
                                  </p:stCondLst>
                                  <p:childTnLst>
                                    <p:set>
                                      <p:cBhvr>
                                        <p:cTn id="175" dur="1" fill="hold">
                                          <p:stCondLst>
                                            <p:cond delay="0"/>
                                          </p:stCondLst>
                                        </p:cTn>
                                        <p:tgtEl>
                                          <p:spTgt spid="120">
                                            <p:txEl>
                                              <p:pRg st="8" end="8"/>
                                            </p:txEl>
                                          </p:spTgt>
                                        </p:tgtEl>
                                        <p:attrNameLst>
                                          <p:attrName>style.visibility</p:attrName>
                                        </p:attrNameLst>
                                      </p:cBhvr>
                                      <p:to>
                                        <p:strVal val="visible"/>
                                      </p:to>
                                    </p:set>
                                  </p:childTnLst>
                                </p:cTn>
                              </p:par>
                            </p:childTnLst>
                          </p:cTn>
                        </p:par>
                        <p:par>
                          <p:cTn id="176" fill="hold">
                            <p:stCondLst>
                              <p:cond delay="1300"/>
                            </p:stCondLst>
                            <p:childTnLst>
                              <p:par>
                                <p:cTn id="177" presetID="1" presetClass="entr" presetSubtype="0" fill="hold" grpId="0" nodeType="afterEffect">
                                  <p:stCondLst>
                                    <p:cond delay="100"/>
                                  </p:stCondLst>
                                  <p:childTnLst>
                                    <p:set>
                                      <p:cBhvr>
                                        <p:cTn id="178" dur="1" fill="hold">
                                          <p:stCondLst>
                                            <p:cond delay="0"/>
                                          </p:stCondLst>
                                        </p:cTn>
                                        <p:tgtEl>
                                          <p:spTgt spid="120">
                                            <p:txEl>
                                              <p:pRg st="9" end="9"/>
                                            </p:txEl>
                                          </p:spTgt>
                                        </p:tgtEl>
                                        <p:attrNameLst>
                                          <p:attrName>style.visibility</p:attrName>
                                        </p:attrNameLst>
                                      </p:cBhvr>
                                      <p:to>
                                        <p:strVal val="visible"/>
                                      </p:to>
                                    </p:set>
                                  </p:childTnLst>
                                </p:cTn>
                              </p:par>
                            </p:childTnLst>
                          </p:cTn>
                        </p:par>
                        <p:par>
                          <p:cTn id="179" fill="hold">
                            <p:stCondLst>
                              <p:cond delay="1400"/>
                            </p:stCondLst>
                            <p:childTnLst>
                              <p:par>
                                <p:cTn id="180" presetID="1" presetClass="entr" presetSubtype="0" fill="hold" grpId="0" nodeType="afterEffect">
                                  <p:stCondLst>
                                    <p:cond delay="100"/>
                                  </p:stCondLst>
                                  <p:childTnLst>
                                    <p:set>
                                      <p:cBhvr>
                                        <p:cTn id="181" dur="1" fill="hold">
                                          <p:stCondLst>
                                            <p:cond delay="0"/>
                                          </p:stCondLst>
                                        </p:cTn>
                                        <p:tgtEl>
                                          <p:spTgt spid="120">
                                            <p:txEl>
                                              <p:pRg st="10" end="10"/>
                                            </p:txEl>
                                          </p:spTgt>
                                        </p:tgtEl>
                                        <p:attrNameLst>
                                          <p:attrName>style.visibility</p:attrName>
                                        </p:attrNameLst>
                                      </p:cBhvr>
                                      <p:to>
                                        <p:strVal val="visible"/>
                                      </p:to>
                                    </p:set>
                                  </p:childTnLst>
                                </p:cTn>
                              </p:par>
                            </p:childTnLst>
                          </p:cTn>
                        </p:par>
                        <p:par>
                          <p:cTn id="182" fill="hold">
                            <p:stCondLst>
                              <p:cond delay="1500"/>
                            </p:stCondLst>
                            <p:childTnLst>
                              <p:par>
                                <p:cTn id="183" presetID="1" presetClass="entr" presetSubtype="0" fill="hold" grpId="0" nodeType="afterEffect">
                                  <p:stCondLst>
                                    <p:cond delay="100"/>
                                  </p:stCondLst>
                                  <p:childTnLst>
                                    <p:set>
                                      <p:cBhvr>
                                        <p:cTn id="184" dur="1" fill="hold">
                                          <p:stCondLst>
                                            <p:cond delay="0"/>
                                          </p:stCondLst>
                                        </p:cTn>
                                        <p:tgtEl>
                                          <p:spTgt spid="120">
                                            <p:txEl>
                                              <p:pRg st="12" end="12"/>
                                            </p:txEl>
                                          </p:spTgt>
                                        </p:tgtEl>
                                        <p:attrNameLst>
                                          <p:attrName>style.visibility</p:attrName>
                                        </p:attrNameLst>
                                      </p:cBhvr>
                                      <p:to>
                                        <p:strVal val="visible"/>
                                      </p:to>
                                    </p:set>
                                  </p:childTnLst>
                                </p:cTn>
                              </p:par>
                            </p:childTnLst>
                          </p:cTn>
                        </p:par>
                        <p:par>
                          <p:cTn id="185" fill="hold">
                            <p:stCondLst>
                              <p:cond delay="1600"/>
                            </p:stCondLst>
                            <p:childTnLst>
                              <p:par>
                                <p:cTn id="186" presetID="1" presetClass="entr" presetSubtype="0" fill="hold" grpId="0" nodeType="afterEffect">
                                  <p:stCondLst>
                                    <p:cond delay="100"/>
                                  </p:stCondLst>
                                  <p:childTnLst>
                                    <p:set>
                                      <p:cBhvr>
                                        <p:cTn id="187" dur="1" fill="hold">
                                          <p:stCondLst>
                                            <p:cond delay="0"/>
                                          </p:stCondLst>
                                        </p:cTn>
                                        <p:tgtEl>
                                          <p:spTgt spid="120">
                                            <p:txEl>
                                              <p:pRg st="13" end="13"/>
                                            </p:txEl>
                                          </p:spTgt>
                                        </p:tgtEl>
                                        <p:attrNameLst>
                                          <p:attrName>style.visibility</p:attrName>
                                        </p:attrNameLst>
                                      </p:cBhvr>
                                      <p:to>
                                        <p:strVal val="visible"/>
                                      </p:to>
                                    </p:set>
                                  </p:childTnLst>
                                </p:cTn>
                              </p:par>
                            </p:childTnLst>
                          </p:cTn>
                        </p:par>
                        <p:par>
                          <p:cTn id="188" fill="hold">
                            <p:stCondLst>
                              <p:cond delay="1700"/>
                            </p:stCondLst>
                            <p:childTnLst>
                              <p:par>
                                <p:cTn id="189" presetID="1" presetClass="entr" presetSubtype="0" fill="hold" grpId="0" nodeType="afterEffect">
                                  <p:stCondLst>
                                    <p:cond delay="100"/>
                                  </p:stCondLst>
                                  <p:childTnLst>
                                    <p:set>
                                      <p:cBhvr>
                                        <p:cTn id="190" dur="1" fill="hold">
                                          <p:stCondLst>
                                            <p:cond delay="0"/>
                                          </p:stCondLst>
                                        </p:cTn>
                                        <p:tgtEl>
                                          <p:spTgt spid="120">
                                            <p:txEl>
                                              <p:pRg st="14" end="14"/>
                                            </p:txEl>
                                          </p:spTgt>
                                        </p:tgtEl>
                                        <p:attrNameLst>
                                          <p:attrName>style.visibility</p:attrName>
                                        </p:attrNameLst>
                                      </p:cBhvr>
                                      <p:to>
                                        <p:strVal val="visible"/>
                                      </p:to>
                                    </p:set>
                                  </p:childTnLst>
                                </p:cTn>
                              </p:par>
                            </p:childTnLst>
                          </p:cTn>
                        </p:par>
                        <p:par>
                          <p:cTn id="191" fill="hold">
                            <p:stCondLst>
                              <p:cond delay="1800"/>
                            </p:stCondLst>
                            <p:childTnLst>
                              <p:par>
                                <p:cTn id="192" presetID="1" presetClass="entr" presetSubtype="0" fill="hold" grpId="0" nodeType="afterEffect">
                                  <p:stCondLst>
                                    <p:cond delay="100"/>
                                  </p:stCondLst>
                                  <p:childTnLst>
                                    <p:set>
                                      <p:cBhvr>
                                        <p:cTn id="193" dur="1" fill="hold">
                                          <p:stCondLst>
                                            <p:cond delay="0"/>
                                          </p:stCondLst>
                                        </p:cTn>
                                        <p:tgtEl>
                                          <p:spTgt spid="120">
                                            <p:txEl>
                                              <p:pRg st="15" end="15"/>
                                            </p:txEl>
                                          </p:spTgt>
                                        </p:tgtEl>
                                        <p:attrNameLst>
                                          <p:attrName>style.visibility</p:attrName>
                                        </p:attrNameLst>
                                      </p:cBhvr>
                                      <p:to>
                                        <p:strVal val="visible"/>
                                      </p:to>
                                    </p:set>
                                  </p:childTnLst>
                                </p:cTn>
                              </p:par>
                            </p:childTnLst>
                          </p:cTn>
                        </p:par>
                        <p:par>
                          <p:cTn id="194" fill="hold">
                            <p:stCondLst>
                              <p:cond delay="1900"/>
                            </p:stCondLst>
                            <p:childTnLst>
                              <p:par>
                                <p:cTn id="195" presetID="1" presetClass="entr" presetSubtype="0" fill="hold" grpId="0" nodeType="afterEffect">
                                  <p:stCondLst>
                                    <p:cond delay="100"/>
                                  </p:stCondLst>
                                  <p:childTnLst>
                                    <p:set>
                                      <p:cBhvr>
                                        <p:cTn id="196" dur="1" fill="hold">
                                          <p:stCondLst>
                                            <p:cond delay="0"/>
                                          </p:stCondLst>
                                        </p:cTn>
                                        <p:tgtEl>
                                          <p:spTgt spid="120">
                                            <p:txEl>
                                              <p:pRg st="16" end="16"/>
                                            </p:txEl>
                                          </p:spTgt>
                                        </p:tgtEl>
                                        <p:attrNameLst>
                                          <p:attrName>style.visibility</p:attrName>
                                        </p:attrNameLst>
                                      </p:cBhvr>
                                      <p:to>
                                        <p:strVal val="visible"/>
                                      </p:to>
                                    </p:set>
                                  </p:childTnLst>
                                </p:cTn>
                              </p:par>
                            </p:childTnLst>
                          </p:cTn>
                        </p:par>
                        <p:par>
                          <p:cTn id="197" fill="hold">
                            <p:stCondLst>
                              <p:cond delay="2000"/>
                            </p:stCondLst>
                            <p:childTnLst>
                              <p:par>
                                <p:cTn id="198" presetID="1" presetClass="entr" presetSubtype="0" fill="hold" grpId="0" nodeType="afterEffect">
                                  <p:stCondLst>
                                    <p:cond delay="100"/>
                                  </p:stCondLst>
                                  <p:childTnLst>
                                    <p:set>
                                      <p:cBhvr>
                                        <p:cTn id="199" dur="1" fill="hold">
                                          <p:stCondLst>
                                            <p:cond delay="0"/>
                                          </p:stCondLst>
                                        </p:cTn>
                                        <p:tgtEl>
                                          <p:spTgt spid="120">
                                            <p:txEl>
                                              <p:pRg st="17" end="17"/>
                                            </p:txEl>
                                          </p:spTgt>
                                        </p:tgtEl>
                                        <p:attrNameLst>
                                          <p:attrName>style.visibility</p:attrName>
                                        </p:attrNameLst>
                                      </p:cBhvr>
                                      <p:to>
                                        <p:strVal val="visible"/>
                                      </p:to>
                                    </p:set>
                                  </p:childTnLst>
                                </p:cTn>
                              </p:par>
                            </p:childTnLst>
                          </p:cTn>
                        </p:par>
                        <p:par>
                          <p:cTn id="200" fill="hold">
                            <p:stCondLst>
                              <p:cond delay="2100"/>
                            </p:stCondLst>
                            <p:childTnLst>
                              <p:par>
                                <p:cTn id="201" presetID="1" presetClass="entr" presetSubtype="0" fill="hold" grpId="0" nodeType="afterEffect">
                                  <p:stCondLst>
                                    <p:cond delay="100"/>
                                  </p:stCondLst>
                                  <p:childTnLst>
                                    <p:set>
                                      <p:cBhvr>
                                        <p:cTn id="202" dur="1" fill="hold">
                                          <p:stCondLst>
                                            <p:cond delay="0"/>
                                          </p:stCondLst>
                                        </p:cTn>
                                        <p:tgtEl>
                                          <p:spTgt spid="120">
                                            <p:txEl>
                                              <p:pRg st="18" end="18"/>
                                            </p:txEl>
                                          </p:spTgt>
                                        </p:tgtEl>
                                        <p:attrNameLst>
                                          <p:attrName>style.visibility</p:attrName>
                                        </p:attrNameLst>
                                      </p:cBhvr>
                                      <p:to>
                                        <p:strVal val="visible"/>
                                      </p:to>
                                    </p:set>
                                  </p:childTnLst>
                                </p:cTn>
                              </p:par>
                            </p:childTnLst>
                          </p:cTn>
                        </p:par>
                        <p:par>
                          <p:cTn id="203" fill="hold">
                            <p:stCondLst>
                              <p:cond delay="2200"/>
                            </p:stCondLst>
                            <p:childTnLst>
                              <p:par>
                                <p:cTn id="204" presetID="1" presetClass="entr" presetSubtype="0" fill="hold" grpId="0" nodeType="afterEffect">
                                  <p:stCondLst>
                                    <p:cond delay="100"/>
                                  </p:stCondLst>
                                  <p:childTnLst>
                                    <p:set>
                                      <p:cBhvr>
                                        <p:cTn id="205" dur="1" fill="hold">
                                          <p:stCondLst>
                                            <p:cond delay="0"/>
                                          </p:stCondLst>
                                        </p:cTn>
                                        <p:tgtEl>
                                          <p:spTgt spid="120">
                                            <p:txEl>
                                              <p:pRg st="20" end="20"/>
                                            </p:txEl>
                                          </p:spTgt>
                                        </p:tgtEl>
                                        <p:attrNameLst>
                                          <p:attrName>style.visibility</p:attrName>
                                        </p:attrNameLst>
                                      </p:cBhvr>
                                      <p:to>
                                        <p:strVal val="visible"/>
                                      </p:to>
                                    </p:set>
                                  </p:childTnLst>
                                </p:cTn>
                              </p:par>
                            </p:childTnLst>
                          </p:cTn>
                        </p:par>
                        <p:par>
                          <p:cTn id="206" fill="hold">
                            <p:stCondLst>
                              <p:cond delay="2300"/>
                            </p:stCondLst>
                            <p:childTnLst>
                              <p:par>
                                <p:cTn id="207" presetID="1" presetClass="entr" presetSubtype="0" fill="hold" grpId="0" nodeType="afterEffect">
                                  <p:stCondLst>
                                    <p:cond delay="100"/>
                                  </p:stCondLst>
                                  <p:childTnLst>
                                    <p:set>
                                      <p:cBhvr>
                                        <p:cTn id="208" dur="1" fill="hold">
                                          <p:stCondLst>
                                            <p:cond delay="0"/>
                                          </p:stCondLst>
                                        </p:cTn>
                                        <p:tgtEl>
                                          <p:spTgt spid="120">
                                            <p:txEl>
                                              <p:pRg st="21" end="21"/>
                                            </p:txEl>
                                          </p:spTgt>
                                        </p:tgtEl>
                                        <p:attrNameLst>
                                          <p:attrName>style.visibility</p:attrName>
                                        </p:attrNameLst>
                                      </p:cBhvr>
                                      <p:to>
                                        <p:strVal val="visible"/>
                                      </p:to>
                                    </p:set>
                                  </p:childTnLst>
                                </p:cTn>
                              </p:par>
                            </p:childTnLst>
                          </p:cTn>
                        </p:par>
                        <p:par>
                          <p:cTn id="209" fill="hold">
                            <p:stCondLst>
                              <p:cond delay="2400"/>
                            </p:stCondLst>
                            <p:childTnLst>
                              <p:par>
                                <p:cTn id="210" presetID="1" presetClass="entr" presetSubtype="0" fill="hold" grpId="0" nodeType="afterEffect">
                                  <p:stCondLst>
                                    <p:cond delay="100"/>
                                  </p:stCondLst>
                                  <p:childTnLst>
                                    <p:set>
                                      <p:cBhvr>
                                        <p:cTn id="211" dur="1" fill="hold">
                                          <p:stCondLst>
                                            <p:cond delay="0"/>
                                          </p:stCondLst>
                                        </p:cTn>
                                        <p:tgtEl>
                                          <p:spTgt spid="120">
                                            <p:txEl>
                                              <p:pRg st="22" end="22"/>
                                            </p:txEl>
                                          </p:spTgt>
                                        </p:tgtEl>
                                        <p:attrNameLst>
                                          <p:attrName>style.visibility</p:attrName>
                                        </p:attrNameLst>
                                      </p:cBhvr>
                                      <p:to>
                                        <p:strVal val="visible"/>
                                      </p:to>
                                    </p:set>
                                  </p:childTnLst>
                                </p:cTn>
                              </p:par>
                            </p:childTnLst>
                          </p:cTn>
                        </p:par>
                      </p:childTnLst>
                    </p:cTn>
                  </p:par>
                  <p:par>
                    <p:cTn id="212" fill="hold">
                      <p:stCondLst>
                        <p:cond delay="indefinite"/>
                      </p:stCondLst>
                      <p:childTnLst>
                        <p:par>
                          <p:cTn id="213" fill="hold">
                            <p:stCondLst>
                              <p:cond delay="0"/>
                            </p:stCondLst>
                            <p:childTnLst>
                              <p:par>
                                <p:cTn id="214" presetID="12" presetClass="entr" presetSubtype="2" fill="hold" grpId="0" nodeType="clickEffect">
                                  <p:stCondLst>
                                    <p:cond delay="0"/>
                                  </p:stCondLst>
                                  <p:childTnLst>
                                    <p:set>
                                      <p:cBhvr>
                                        <p:cTn id="215" dur="1" fill="hold">
                                          <p:stCondLst>
                                            <p:cond delay="0"/>
                                          </p:stCondLst>
                                        </p:cTn>
                                        <p:tgtEl>
                                          <p:spTgt spid="136"/>
                                        </p:tgtEl>
                                        <p:attrNameLst>
                                          <p:attrName>style.visibility</p:attrName>
                                        </p:attrNameLst>
                                      </p:cBhvr>
                                      <p:to>
                                        <p:strVal val="visible"/>
                                      </p:to>
                                    </p:set>
                                    <p:anim calcmode="lin" valueType="num">
                                      <p:cBhvr additive="base">
                                        <p:cTn id="216" dur="500"/>
                                        <p:tgtEl>
                                          <p:spTgt spid="136"/>
                                        </p:tgtEl>
                                        <p:attrNameLst>
                                          <p:attrName>ppt_x</p:attrName>
                                        </p:attrNameLst>
                                      </p:cBhvr>
                                      <p:tavLst>
                                        <p:tav tm="0">
                                          <p:val>
                                            <p:strVal val="#ppt_x+#ppt_w*1.125000"/>
                                          </p:val>
                                        </p:tav>
                                        <p:tav tm="100000">
                                          <p:val>
                                            <p:strVal val="#ppt_x"/>
                                          </p:val>
                                        </p:tav>
                                      </p:tavLst>
                                    </p:anim>
                                    <p:animEffect transition="in" filter="wipe(left)">
                                      <p:cBhvr>
                                        <p:cTn id="217" dur="500"/>
                                        <p:tgtEl>
                                          <p:spTgt spid="136"/>
                                        </p:tgtEl>
                                      </p:cBhvr>
                                    </p:animEffect>
                                  </p:childTnLst>
                                </p:cTn>
                              </p:par>
                            </p:childTnLst>
                          </p:cTn>
                        </p:par>
                        <p:par>
                          <p:cTn id="218" fill="hold">
                            <p:stCondLst>
                              <p:cond delay="500"/>
                            </p:stCondLst>
                            <p:childTnLst>
                              <p:par>
                                <p:cTn id="219" presetID="10" presetClass="entr" presetSubtype="0" fill="hold" grpId="0" nodeType="afterEffect">
                                  <p:stCondLst>
                                    <p:cond delay="0"/>
                                  </p:stCondLst>
                                  <p:childTnLst>
                                    <p:set>
                                      <p:cBhvr>
                                        <p:cTn id="220" dur="1" fill="hold">
                                          <p:stCondLst>
                                            <p:cond delay="0"/>
                                          </p:stCondLst>
                                        </p:cTn>
                                        <p:tgtEl>
                                          <p:spTgt spid="121"/>
                                        </p:tgtEl>
                                        <p:attrNameLst>
                                          <p:attrName>style.visibility</p:attrName>
                                        </p:attrNameLst>
                                      </p:cBhvr>
                                      <p:to>
                                        <p:strVal val="visible"/>
                                      </p:to>
                                    </p:set>
                                    <p:animEffect transition="in" filter="fade">
                                      <p:cBhvr>
                                        <p:cTn id="221" dur="100"/>
                                        <p:tgtEl>
                                          <p:spTgt spid="121"/>
                                        </p:tgtEl>
                                      </p:cBhvr>
                                    </p:animEffect>
                                  </p:childTnLst>
                                </p:cTn>
                              </p:par>
                            </p:childTnLst>
                          </p:cTn>
                        </p:par>
                        <p:par>
                          <p:cTn id="222" fill="hold">
                            <p:stCondLst>
                              <p:cond delay="600"/>
                            </p:stCondLst>
                            <p:childTnLst>
                              <p:par>
                                <p:cTn id="223" presetID="10" presetClass="entr" presetSubtype="0" fill="hold" grpId="0" nodeType="afterEffect">
                                  <p:stCondLst>
                                    <p:cond delay="0"/>
                                  </p:stCondLst>
                                  <p:childTnLst>
                                    <p:set>
                                      <p:cBhvr>
                                        <p:cTn id="224" dur="1" fill="hold">
                                          <p:stCondLst>
                                            <p:cond delay="0"/>
                                          </p:stCondLst>
                                        </p:cTn>
                                        <p:tgtEl>
                                          <p:spTgt spid="122"/>
                                        </p:tgtEl>
                                        <p:attrNameLst>
                                          <p:attrName>style.visibility</p:attrName>
                                        </p:attrNameLst>
                                      </p:cBhvr>
                                      <p:to>
                                        <p:strVal val="visible"/>
                                      </p:to>
                                    </p:set>
                                    <p:animEffect transition="in" filter="fade">
                                      <p:cBhvr>
                                        <p:cTn id="225" dur="100"/>
                                        <p:tgtEl>
                                          <p:spTgt spid="122"/>
                                        </p:tgtEl>
                                      </p:cBhvr>
                                    </p:animEffect>
                                  </p:childTnLst>
                                </p:cTn>
                              </p:par>
                            </p:childTnLst>
                          </p:cTn>
                        </p:par>
                        <p:par>
                          <p:cTn id="226" fill="hold">
                            <p:stCondLst>
                              <p:cond delay="700"/>
                            </p:stCondLst>
                            <p:childTnLst>
                              <p:par>
                                <p:cTn id="227" presetID="10" presetClass="entr" presetSubtype="0" fill="hold" grpId="0" nodeType="afterEffect">
                                  <p:stCondLst>
                                    <p:cond delay="0"/>
                                  </p:stCondLst>
                                  <p:childTnLst>
                                    <p:set>
                                      <p:cBhvr>
                                        <p:cTn id="228" dur="1" fill="hold">
                                          <p:stCondLst>
                                            <p:cond delay="0"/>
                                          </p:stCondLst>
                                        </p:cTn>
                                        <p:tgtEl>
                                          <p:spTgt spid="123"/>
                                        </p:tgtEl>
                                        <p:attrNameLst>
                                          <p:attrName>style.visibility</p:attrName>
                                        </p:attrNameLst>
                                      </p:cBhvr>
                                      <p:to>
                                        <p:strVal val="visible"/>
                                      </p:to>
                                    </p:set>
                                    <p:animEffect transition="in" filter="fade">
                                      <p:cBhvr>
                                        <p:cTn id="229" dur="100"/>
                                        <p:tgtEl>
                                          <p:spTgt spid="123"/>
                                        </p:tgtEl>
                                      </p:cBhvr>
                                    </p:animEffect>
                                  </p:childTnLst>
                                </p:cTn>
                              </p:par>
                            </p:childTnLst>
                          </p:cTn>
                        </p:par>
                        <p:par>
                          <p:cTn id="230" fill="hold">
                            <p:stCondLst>
                              <p:cond delay="800"/>
                            </p:stCondLst>
                            <p:childTnLst>
                              <p:par>
                                <p:cTn id="231" presetID="10" presetClass="entr" presetSubtype="0" fill="hold" grpId="0" nodeType="afterEffect">
                                  <p:stCondLst>
                                    <p:cond delay="0"/>
                                  </p:stCondLst>
                                  <p:childTnLst>
                                    <p:set>
                                      <p:cBhvr>
                                        <p:cTn id="232" dur="1" fill="hold">
                                          <p:stCondLst>
                                            <p:cond delay="0"/>
                                          </p:stCondLst>
                                        </p:cTn>
                                        <p:tgtEl>
                                          <p:spTgt spid="124"/>
                                        </p:tgtEl>
                                        <p:attrNameLst>
                                          <p:attrName>style.visibility</p:attrName>
                                        </p:attrNameLst>
                                      </p:cBhvr>
                                      <p:to>
                                        <p:strVal val="visible"/>
                                      </p:to>
                                    </p:set>
                                    <p:animEffect transition="in" filter="fade">
                                      <p:cBhvr>
                                        <p:cTn id="233" dur="100"/>
                                        <p:tgtEl>
                                          <p:spTgt spid="124"/>
                                        </p:tgtEl>
                                      </p:cBhvr>
                                    </p:animEffect>
                                  </p:childTnLst>
                                </p:cTn>
                              </p:par>
                            </p:childTnLst>
                          </p:cTn>
                        </p:par>
                        <p:par>
                          <p:cTn id="234" fill="hold">
                            <p:stCondLst>
                              <p:cond delay="900"/>
                            </p:stCondLst>
                            <p:childTnLst>
                              <p:par>
                                <p:cTn id="235" presetID="10" presetClass="entr" presetSubtype="0" fill="hold" grpId="0" nodeType="afterEffect">
                                  <p:stCondLst>
                                    <p:cond delay="0"/>
                                  </p:stCondLst>
                                  <p:childTnLst>
                                    <p:set>
                                      <p:cBhvr>
                                        <p:cTn id="236" dur="1" fill="hold">
                                          <p:stCondLst>
                                            <p:cond delay="0"/>
                                          </p:stCondLst>
                                        </p:cTn>
                                        <p:tgtEl>
                                          <p:spTgt spid="125"/>
                                        </p:tgtEl>
                                        <p:attrNameLst>
                                          <p:attrName>style.visibility</p:attrName>
                                        </p:attrNameLst>
                                      </p:cBhvr>
                                      <p:to>
                                        <p:strVal val="visible"/>
                                      </p:to>
                                    </p:set>
                                    <p:animEffect transition="in" filter="fade">
                                      <p:cBhvr>
                                        <p:cTn id="237" dur="100"/>
                                        <p:tgtEl>
                                          <p:spTgt spid="125"/>
                                        </p:tgtEl>
                                      </p:cBhvr>
                                    </p:animEffect>
                                  </p:childTnLst>
                                </p:cTn>
                              </p:par>
                            </p:childTnLst>
                          </p:cTn>
                        </p:par>
                        <p:par>
                          <p:cTn id="238" fill="hold">
                            <p:stCondLst>
                              <p:cond delay="1000"/>
                            </p:stCondLst>
                            <p:childTnLst>
                              <p:par>
                                <p:cTn id="239" presetID="10" presetClass="entr" presetSubtype="0" fill="hold" grpId="0" nodeType="afterEffect">
                                  <p:stCondLst>
                                    <p:cond delay="0"/>
                                  </p:stCondLst>
                                  <p:childTnLst>
                                    <p:set>
                                      <p:cBhvr>
                                        <p:cTn id="240" dur="1" fill="hold">
                                          <p:stCondLst>
                                            <p:cond delay="0"/>
                                          </p:stCondLst>
                                        </p:cTn>
                                        <p:tgtEl>
                                          <p:spTgt spid="126"/>
                                        </p:tgtEl>
                                        <p:attrNameLst>
                                          <p:attrName>style.visibility</p:attrName>
                                        </p:attrNameLst>
                                      </p:cBhvr>
                                      <p:to>
                                        <p:strVal val="visible"/>
                                      </p:to>
                                    </p:set>
                                    <p:animEffect transition="in" filter="fade">
                                      <p:cBhvr>
                                        <p:cTn id="241" dur="100"/>
                                        <p:tgtEl>
                                          <p:spTgt spid="126"/>
                                        </p:tgtEl>
                                      </p:cBhvr>
                                    </p:animEffect>
                                  </p:childTnLst>
                                </p:cTn>
                              </p:par>
                            </p:childTnLst>
                          </p:cTn>
                        </p:par>
                        <p:par>
                          <p:cTn id="242" fill="hold">
                            <p:stCondLst>
                              <p:cond delay="1100"/>
                            </p:stCondLst>
                            <p:childTnLst>
                              <p:par>
                                <p:cTn id="243" presetID="10" presetClass="entr" presetSubtype="0" fill="hold" grpId="0" nodeType="afterEffect">
                                  <p:stCondLst>
                                    <p:cond delay="0"/>
                                  </p:stCondLst>
                                  <p:childTnLst>
                                    <p:set>
                                      <p:cBhvr>
                                        <p:cTn id="244" dur="1" fill="hold">
                                          <p:stCondLst>
                                            <p:cond delay="0"/>
                                          </p:stCondLst>
                                        </p:cTn>
                                        <p:tgtEl>
                                          <p:spTgt spid="127"/>
                                        </p:tgtEl>
                                        <p:attrNameLst>
                                          <p:attrName>style.visibility</p:attrName>
                                        </p:attrNameLst>
                                      </p:cBhvr>
                                      <p:to>
                                        <p:strVal val="visible"/>
                                      </p:to>
                                    </p:set>
                                    <p:animEffect transition="in" filter="fade">
                                      <p:cBhvr>
                                        <p:cTn id="245" dur="100"/>
                                        <p:tgtEl>
                                          <p:spTgt spid="127"/>
                                        </p:tgtEl>
                                      </p:cBhvr>
                                    </p:animEffect>
                                  </p:childTnLst>
                                </p:cTn>
                              </p:par>
                            </p:childTnLst>
                          </p:cTn>
                        </p:par>
                        <p:par>
                          <p:cTn id="246" fill="hold">
                            <p:stCondLst>
                              <p:cond delay="1200"/>
                            </p:stCondLst>
                            <p:childTnLst>
                              <p:par>
                                <p:cTn id="247" presetID="10" presetClass="entr" presetSubtype="0" fill="hold" grpId="0" nodeType="afterEffect">
                                  <p:stCondLst>
                                    <p:cond delay="0"/>
                                  </p:stCondLst>
                                  <p:childTnLst>
                                    <p:set>
                                      <p:cBhvr>
                                        <p:cTn id="248" dur="1" fill="hold">
                                          <p:stCondLst>
                                            <p:cond delay="0"/>
                                          </p:stCondLst>
                                        </p:cTn>
                                        <p:tgtEl>
                                          <p:spTgt spid="128"/>
                                        </p:tgtEl>
                                        <p:attrNameLst>
                                          <p:attrName>style.visibility</p:attrName>
                                        </p:attrNameLst>
                                      </p:cBhvr>
                                      <p:to>
                                        <p:strVal val="visible"/>
                                      </p:to>
                                    </p:set>
                                    <p:animEffect transition="in" filter="fade">
                                      <p:cBhvr>
                                        <p:cTn id="249" dur="100"/>
                                        <p:tgtEl>
                                          <p:spTgt spid="128"/>
                                        </p:tgtEl>
                                      </p:cBhvr>
                                    </p:animEffect>
                                  </p:childTnLst>
                                </p:cTn>
                              </p:par>
                            </p:childTnLst>
                          </p:cTn>
                        </p:par>
                        <p:par>
                          <p:cTn id="250" fill="hold">
                            <p:stCondLst>
                              <p:cond delay="1300"/>
                            </p:stCondLst>
                            <p:childTnLst>
                              <p:par>
                                <p:cTn id="251" presetID="10" presetClass="entr" presetSubtype="0" fill="hold" grpId="0" nodeType="afterEffect">
                                  <p:stCondLst>
                                    <p:cond delay="0"/>
                                  </p:stCondLst>
                                  <p:childTnLst>
                                    <p:set>
                                      <p:cBhvr>
                                        <p:cTn id="252" dur="1" fill="hold">
                                          <p:stCondLst>
                                            <p:cond delay="0"/>
                                          </p:stCondLst>
                                        </p:cTn>
                                        <p:tgtEl>
                                          <p:spTgt spid="129"/>
                                        </p:tgtEl>
                                        <p:attrNameLst>
                                          <p:attrName>style.visibility</p:attrName>
                                        </p:attrNameLst>
                                      </p:cBhvr>
                                      <p:to>
                                        <p:strVal val="visible"/>
                                      </p:to>
                                    </p:set>
                                    <p:animEffect transition="in" filter="fade">
                                      <p:cBhvr>
                                        <p:cTn id="253" dur="100"/>
                                        <p:tgtEl>
                                          <p:spTgt spid="129"/>
                                        </p:tgtEl>
                                      </p:cBhvr>
                                    </p:animEffect>
                                  </p:childTnLst>
                                </p:cTn>
                              </p:par>
                            </p:childTnLst>
                          </p:cTn>
                        </p:par>
                        <p:par>
                          <p:cTn id="254" fill="hold">
                            <p:stCondLst>
                              <p:cond delay="1400"/>
                            </p:stCondLst>
                            <p:childTnLst>
                              <p:par>
                                <p:cTn id="255" presetID="10" presetClass="entr" presetSubtype="0" fill="hold" grpId="0" nodeType="afterEffect">
                                  <p:stCondLst>
                                    <p:cond delay="0"/>
                                  </p:stCondLst>
                                  <p:childTnLst>
                                    <p:set>
                                      <p:cBhvr>
                                        <p:cTn id="256" dur="1" fill="hold">
                                          <p:stCondLst>
                                            <p:cond delay="0"/>
                                          </p:stCondLst>
                                        </p:cTn>
                                        <p:tgtEl>
                                          <p:spTgt spid="130"/>
                                        </p:tgtEl>
                                        <p:attrNameLst>
                                          <p:attrName>style.visibility</p:attrName>
                                        </p:attrNameLst>
                                      </p:cBhvr>
                                      <p:to>
                                        <p:strVal val="visible"/>
                                      </p:to>
                                    </p:set>
                                    <p:animEffect transition="in" filter="fade">
                                      <p:cBhvr>
                                        <p:cTn id="257" dur="100"/>
                                        <p:tgtEl>
                                          <p:spTgt spid="130"/>
                                        </p:tgtEl>
                                      </p:cBhvr>
                                    </p:animEffect>
                                  </p:childTnLst>
                                </p:cTn>
                              </p:par>
                            </p:childTnLst>
                          </p:cTn>
                        </p:par>
                        <p:par>
                          <p:cTn id="258" fill="hold">
                            <p:stCondLst>
                              <p:cond delay="1500"/>
                            </p:stCondLst>
                            <p:childTnLst>
                              <p:par>
                                <p:cTn id="259" presetID="10" presetClass="entr" presetSubtype="0" fill="hold" grpId="0" nodeType="afterEffect">
                                  <p:stCondLst>
                                    <p:cond delay="0"/>
                                  </p:stCondLst>
                                  <p:childTnLst>
                                    <p:set>
                                      <p:cBhvr>
                                        <p:cTn id="260" dur="1" fill="hold">
                                          <p:stCondLst>
                                            <p:cond delay="0"/>
                                          </p:stCondLst>
                                        </p:cTn>
                                        <p:tgtEl>
                                          <p:spTgt spid="131"/>
                                        </p:tgtEl>
                                        <p:attrNameLst>
                                          <p:attrName>style.visibility</p:attrName>
                                        </p:attrNameLst>
                                      </p:cBhvr>
                                      <p:to>
                                        <p:strVal val="visible"/>
                                      </p:to>
                                    </p:set>
                                    <p:animEffect transition="in" filter="fade">
                                      <p:cBhvr>
                                        <p:cTn id="261" dur="100"/>
                                        <p:tgtEl>
                                          <p:spTgt spid="131"/>
                                        </p:tgtEl>
                                      </p:cBhvr>
                                    </p:animEffect>
                                  </p:childTnLst>
                                </p:cTn>
                              </p:par>
                            </p:childTnLst>
                          </p:cTn>
                        </p:par>
                        <p:par>
                          <p:cTn id="262" fill="hold">
                            <p:stCondLst>
                              <p:cond delay="1600"/>
                            </p:stCondLst>
                            <p:childTnLst>
                              <p:par>
                                <p:cTn id="263" presetID="10" presetClass="entr" presetSubtype="0" fill="hold" grpId="0" nodeType="afterEffect">
                                  <p:stCondLst>
                                    <p:cond delay="0"/>
                                  </p:stCondLst>
                                  <p:childTnLst>
                                    <p:set>
                                      <p:cBhvr>
                                        <p:cTn id="264" dur="1" fill="hold">
                                          <p:stCondLst>
                                            <p:cond delay="0"/>
                                          </p:stCondLst>
                                        </p:cTn>
                                        <p:tgtEl>
                                          <p:spTgt spid="132"/>
                                        </p:tgtEl>
                                        <p:attrNameLst>
                                          <p:attrName>style.visibility</p:attrName>
                                        </p:attrNameLst>
                                      </p:cBhvr>
                                      <p:to>
                                        <p:strVal val="visible"/>
                                      </p:to>
                                    </p:set>
                                    <p:animEffect transition="in" filter="fade">
                                      <p:cBhvr>
                                        <p:cTn id="265" dur="100"/>
                                        <p:tgtEl>
                                          <p:spTgt spid="132"/>
                                        </p:tgtEl>
                                      </p:cBhvr>
                                    </p:animEffect>
                                  </p:childTnLst>
                                </p:cTn>
                              </p:par>
                            </p:childTnLst>
                          </p:cTn>
                        </p:par>
                        <p:par>
                          <p:cTn id="266" fill="hold">
                            <p:stCondLst>
                              <p:cond delay="1700"/>
                            </p:stCondLst>
                            <p:childTnLst>
                              <p:par>
                                <p:cTn id="267" presetID="10" presetClass="entr" presetSubtype="0" fill="hold" grpId="0" nodeType="afterEffect">
                                  <p:stCondLst>
                                    <p:cond delay="0"/>
                                  </p:stCondLst>
                                  <p:childTnLst>
                                    <p:set>
                                      <p:cBhvr>
                                        <p:cTn id="268" dur="1" fill="hold">
                                          <p:stCondLst>
                                            <p:cond delay="0"/>
                                          </p:stCondLst>
                                        </p:cTn>
                                        <p:tgtEl>
                                          <p:spTgt spid="133"/>
                                        </p:tgtEl>
                                        <p:attrNameLst>
                                          <p:attrName>style.visibility</p:attrName>
                                        </p:attrNameLst>
                                      </p:cBhvr>
                                      <p:to>
                                        <p:strVal val="visible"/>
                                      </p:to>
                                    </p:set>
                                    <p:animEffect transition="in" filter="fade">
                                      <p:cBhvr>
                                        <p:cTn id="269" dur="100"/>
                                        <p:tgtEl>
                                          <p:spTgt spid="133"/>
                                        </p:tgtEl>
                                      </p:cBhvr>
                                    </p:animEffect>
                                  </p:childTnLst>
                                </p:cTn>
                              </p:par>
                            </p:childTnLst>
                          </p:cTn>
                        </p:par>
                        <p:par>
                          <p:cTn id="270" fill="hold">
                            <p:stCondLst>
                              <p:cond delay="1800"/>
                            </p:stCondLst>
                            <p:childTnLst>
                              <p:par>
                                <p:cTn id="271" presetID="10" presetClass="entr" presetSubtype="0" fill="hold" grpId="0" nodeType="afterEffect">
                                  <p:stCondLst>
                                    <p:cond delay="0"/>
                                  </p:stCondLst>
                                  <p:childTnLst>
                                    <p:set>
                                      <p:cBhvr>
                                        <p:cTn id="272" dur="1" fill="hold">
                                          <p:stCondLst>
                                            <p:cond delay="0"/>
                                          </p:stCondLst>
                                        </p:cTn>
                                        <p:tgtEl>
                                          <p:spTgt spid="134"/>
                                        </p:tgtEl>
                                        <p:attrNameLst>
                                          <p:attrName>style.visibility</p:attrName>
                                        </p:attrNameLst>
                                      </p:cBhvr>
                                      <p:to>
                                        <p:strVal val="visible"/>
                                      </p:to>
                                    </p:set>
                                    <p:animEffect transition="in" filter="fade">
                                      <p:cBhvr>
                                        <p:cTn id="273" dur="100"/>
                                        <p:tgtEl>
                                          <p:spTgt spid="134"/>
                                        </p:tgtEl>
                                      </p:cBhvr>
                                    </p:animEffect>
                                  </p:childTnLst>
                                </p:cTn>
                              </p:par>
                            </p:childTnLst>
                          </p:cTn>
                        </p:par>
                        <p:par>
                          <p:cTn id="274" fill="hold">
                            <p:stCondLst>
                              <p:cond delay="1900"/>
                            </p:stCondLst>
                            <p:childTnLst>
                              <p:par>
                                <p:cTn id="275" presetID="10" presetClass="entr" presetSubtype="0" fill="hold" grpId="0" nodeType="afterEffect">
                                  <p:stCondLst>
                                    <p:cond delay="0"/>
                                  </p:stCondLst>
                                  <p:childTnLst>
                                    <p:set>
                                      <p:cBhvr>
                                        <p:cTn id="276" dur="1" fill="hold">
                                          <p:stCondLst>
                                            <p:cond delay="0"/>
                                          </p:stCondLst>
                                        </p:cTn>
                                        <p:tgtEl>
                                          <p:spTgt spid="135"/>
                                        </p:tgtEl>
                                        <p:attrNameLst>
                                          <p:attrName>style.visibility</p:attrName>
                                        </p:attrNameLst>
                                      </p:cBhvr>
                                      <p:to>
                                        <p:strVal val="visible"/>
                                      </p:to>
                                    </p:set>
                                    <p:animEffect transition="in" filter="fade">
                                      <p:cBhvr>
                                        <p:cTn id="277" dur="1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66" grpId="0"/>
      <p:bldP spid="75" grpId="0" animBg="1"/>
      <p:bldP spid="77" grpId="0" animBg="1"/>
      <p:bldP spid="78" grpId="0" animBg="1"/>
      <p:bldP spid="79" grpId="0" animBg="1"/>
      <p:bldP spid="100" grpId="0" animBg="1"/>
      <p:bldP spid="101" grpId="0" animBg="1"/>
      <p:bldP spid="102" grpId="0" animBg="1"/>
      <p:bldP spid="119" grpId="0"/>
      <p:bldP spid="120" grpId="0" uiExpand="1" build="p" bldLvl="2"/>
      <p:bldP spid="121" grpId="0"/>
      <p:bldP spid="122" grpId="0"/>
      <p:bldP spid="123" grpId="0"/>
      <p:bldP spid="124" grpId="0"/>
      <p:bldP spid="125" grpId="0"/>
      <p:bldP spid="126" grpId="0"/>
      <p:bldP spid="127" grpId="0"/>
      <p:bldP spid="128" grpId="0"/>
      <p:bldP spid="129" grpId="0"/>
      <p:bldP spid="130" grpId="0"/>
      <p:bldP spid="131" grpId="0"/>
      <p:bldP spid="132" grpId="0"/>
      <p:bldP spid="133" grpId="0"/>
      <p:bldP spid="134" grpId="0"/>
      <p:bldP spid="135" grpId="0"/>
      <p:bldP spid="1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2522108456"/>
              </p:ext>
            </p:extLst>
          </p:nvPr>
        </p:nvGraphicFramePr>
        <p:xfrm>
          <a:off x="353165" y="2307441"/>
          <a:ext cx="11483235" cy="2480095"/>
        </p:xfrm>
        <a:graphic>
          <a:graphicData uri="http://schemas.openxmlformats.org/drawingml/2006/table">
            <a:tbl>
              <a:tblPr firstRow="1" firstCol="1" bandRow="1">
                <a:tableStyleId>{5C22544A-7EE6-4342-B048-85BDC9FD1C3A}</a:tableStyleId>
              </a:tblPr>
              <a:tblGrid>
                <a:gridCol w="8626218">
                  <a:extLst>
                    <a:ext uri="{9D8B030D-6E8A-4147-A177-3AD203B41FA5}">
                      <a16:colId xmlns:a16="http://schemas.microsoft.com/office/drawing/2014/main" val="1325577778"/>
                    </a:ext>
                  </a:extLst>
                </a:gridCol>
                <a:gridCol w="2857017">
                  <a:extLst>
                    <a:ext uri="{9D8B030D-6E8A-4147-A177-3AD203B41FA5}">
                      <a16:colId xmlns:a16="http://schemas.microsoft.com/office/drawing/2014/main" val="111934625"/>
                    </a:ext>
                  </a:extLst>
                </a:gridCol>
              </a:tblGrid>
              <a:tr h="248928">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Nombre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citoyens</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chaque</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selon</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le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Décrêt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2026 du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Gouvernement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du Québec</a:t>
                      </a:r>
                    </a:p>
                  </a:txBody>
                  <a:tcPr marL="72000" marR="72000" marT="36000" marB="36000">
                    <a:solidFill>
                      <a:srgbClr val="0063C1"/>
                    </a:solidFill>
                  </a:tcPr>
                </a:tc>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Prix par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r>
                        <a:rPr lang="en-CA" sz="1400" b="0" kern="100" dirty="0" err="1">
                          <a:effectLst/>
                          <a:latin typeface="Aptos" panose="020B0004020202020204" pitchFamily="34" charset="0"/>
                          <a:ea typeface="Aptos" panose="020B0004020202020204" pitchFamily="34" charset="0"/>
                          <a:cs typeface="Times New Roman" panose="02020603050405020304" pitchFamily="18" charset="0"/>
                        </a:rPr>
                        <a:t>tx</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p>
                  </a:txBody>
                  <a:tcPr marL="72000" marR="72000" marT="36000" marB="36000">
                    <a:solidFill>
                      <a:srgbClr val="0063C1"/>
                    </a:solidFill>
                  </a:tcPr>
                </a:tc>
                <a:extLst>
                  <a:ext uri="{0D108BD9-81ED-4DB2-BD59-A6C34878D82A}">
                    <a16:rowId xmlns:a16="http://schemas.microsoft.com/office/drawing/2014/main" val="1740431198"/>
                  </a:ext>
                </a:extLst>
              </a:tr>
              <a:tr h="438947">
                <a:tc>
                  <a:txBody>
                    <a:bodyPr/>
                    <a:lstStyle/>
                    <a:p>
                      <a:pPr marL="0" marR="0" algn="r">
                        <a:buNone/>
                      </a:pPr>
                      <a:r>
                        <a:rPr lang="en-CA" sz="2400" b="1" kern="100" dirty="0" err="1">
                          <a:solidFill>
                            <a:srgbClr val="008F00"/>
                          </a:solidFill>
                          <a:effectLst/>
                          <a:latin typeface="+mn-lt"/>
                          <a:ea typeface="Aptos" panose="020B0004020202020204" pitchFamily="34" charset="0"/>
                          <a:cs typeface="Times New Roman" panose="02020603050405020304" pitchFamily="18" charset="0"/>
                        </a:rPr>
                        <a:t>Jusqu’à</a:t>
                      </a:r>
                      <a:r>
                        <a:rPr lang="en-CA" sz="2400" b="1" kern="100" dirty="0">
                          <a:solidFill>
                            <a:srgbClr val="008F00"/>
                          </a:solidFill>
                          <a:effectLst/>
                          <a:latin typeface="+mn-lt"/>
                          <a:ea typeface="Aptos" panose="020B0004020202020204" pitchFamily="34" charset="0"/>
                          <a:cs typeface="Times New Roman" panose="02020603050405020304" pitchFamily="18" charset="0"/>
                        </a:rPr>
                        <a:t> 4,000 </a:t>
                      </a:r>
                      <a:r>
                        <a:rPr lang="en-CA" sz="2400" b="0" kern="100" dirty="0" err="1">
                          <a:solidFill>
                            <a:srgbClr val="008F00"/>
                          </a:solidFill>
                          <a:effectLst/>
                          <a:latin typeface="+mn-lt"/>
                          <a:ea typeface="Aptos" panose="020B0004020202020204" pitchFamily="34" charset="0"/>
                          <a:cs typeface="Times New Roman" panose="02020603050405020304" pitchFamily="18" charset="0"/>
                        </a:rPr>
                        <a:t>citoyens</a:t>
                      </a:r>
                      <a:endParaRPr lang="en-CA" sz="2400" b="0" kern="100" dirty="0">
                        <a:solidFill>
                          <a:srgbClr val="008F00"/>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algn="r">
                        <a:buNone/>
                      </a:pPr>
                      <a:r>
                        <a:rPr lang="en-CA" sz="2400" b="1" kern="100" dirty="0">
                          <a:solidFill>
                            <a:srgbClr val="008F00"/>
                          </a:solidFill>
                          <a:effectLst/>
                          <a:latin typeface="+mj-lt"/>
                          <a:ea typeface="Aptos" panose="020B0004020202020204" pitchFamily="34" charset="0"/>
                          <a:cs typeface="Times New Roman" panose="02020603050405020304" pitchFamily="18" charset="0"/>
                        </a:rPr>
                        <a:t>3000</a:t>
                      </a:r>
                      <a:r>
                        <a:rPr lang="en-CA" sz="2400" b="0" kern="100" dirty="0">
                          <a:solidFill>
                            <a:srgbClr val="008F00"/>
                          </a:solidFill>
                          <a:effectLst/>
                          <a:latin typeface="+mj-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2219666333"/>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4,001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7,000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4000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1270063139"/>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7,001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12,000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6000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1755151281"/>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dirty="0">
                          <a:solidFill>
                            <a:schemeClr val="tx1"/>
                          </a:solidFill>
                          <a:effectLst/>
                          <a:latin typeface="+mn-lt"/>
                          <a:ea typeface="Aptos" panose="020B0004020202020204" pitchFamily="34" charset="0"/>
                          <a:cs typeface="Times New Roman" panose="02020603050405020304" pitchFamily="18" charset="0"/>
                        </a:rPr>
                        <a:t>Tranche</a:t>
                      </a:r>
                      <a:r>
                        <a:rPr lang="en-CA" sz="2400" b="1" kern="100" dirty="0">
                          <a:solidFill>
                            <a:schemeClr val="tx1"/>
                          </a:solidFill>
                          <a:effectLst/>
                          <a:latin typeface="+mn-lt"/>
                          <a:ea typeface="Aptos" panose="020B0004020202020204" pitchFamily="34" charset="0"/>
                          <a:cs typeface="Times New Roman" panose="02020603050405020304" pitchFamily="18" charset="0"/>
                        </a:rPr>
                        <a:t> 12,001 </a:t>
                      </a:r>
                      <a:r>
                        <a:rPr lang="en-CA" sz="2400" b="0" kern="100" dirty="0">
                          <a:solidFill>
                            <a:schemeClr val="tx1"/>
                          </a:solidFill>
                          <a:effectLst/>
                          <a:latin typeface="+mn-lt"/>
                          <a:ea typeface="Aptos" panose="020B0004020202020204" pitchFamily="34" charset="0"/>
                          <a:cs typeface="Times New Roman" panose="02020603050405020304" pitchFamily="18" charset="0"/>
                        </a:rPr>
                        <a:t>à</a:t>
                      </a:r>
                      <a:r>
                        <a:rPr lang="en-CA" sz="2400" b="1" kern="100" dirty="0">
                          <a:solidFill>
                            <a:schemeClr val="tx1"/>
                          </a:solidFill>
                          <a:effectLst/>
                          <a:latin typeface="+mn-lt"/>
                          <a:ea typeface="Aptos" panose="020B0004020202020204" pitchFamily="34" charset="0"/>
                          <a:cs typeface="Times New Roman" panose="02020603050405020304" pitchFamily="18" charset="0"/>
                        </a:rPr>
                        <a:t> 25,000 </a:t>
                      </a:r>
                      <a:r>
                        <a:rPr lang="en-CA" sz="2400" b="0" kern="100" dirty="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7500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2861744014"/>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Plus de </a:t>
                      </a:r>
                      <a:r>
                        <a:rPr lang="en-CA" sz="2400" b="1" kern="100">
                          <a:solidFill>
                            <a:schemeClr val="tx1"/>
                          </a:solidFill>
                          <a:effectLst/>
                          <a:latin typeface="+mn-lt"/>
                          <a:ea typeface="Aptos" panose="020B0004020202020204" pitchFamily="34" charset="0"/>
                          <a:cs typeface="Times New Roman" panose="02020603050405020304" pitchFamily="18" charset="0"/>
                        </a:rPr>
                        <a:t>25,000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1600" b="0" kern="100" dirty="0" err="1">
                          <a:solidFill>
                            <a:schemeClr val="tx1"/>
                          </a:solidFill>
                          <a:effectLst/>
                          <a:latin typeface="+mn-lt"/>
                          <a:ea typeface="Aptos" panose="020B0004020202020204" pitchFamily="34" charset="0"/>
                          <a:cs typeface="Times New Roman" panose="02020603050405020304" pitchFamily="18" charset="0"/>
                        </a:rPr>
                        <a:t>Contactez</a:t>
                      </a:r>
                      <a:r>
                        <a:rPr lang="en-CA" sz="1600" b="0" kern="100" dirty="0">
                          <a:solidFill>
                            <a:schemeClr val="tx1"/>
                          </a:solidFill>
                          <a:effectLst/>
                          <a:latin typeface="+mn-lt"/>
                          <a:ea typeface="Aptos" panose="020B0004020202020204" pitchFamily="34" charset="0"/>
                          <a:cs typeface="Times New Roman" panose="02020603050405020304" pitchFamily="18" charset="0"/>
                        </a:rPr>
                        <a:t>-nous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extLst>
                  <a:ext uri="{0D108BD9-81ED-4DB2-BD59-A6C34878D82A}">
                    <a16:rowId xmlns:a16="http://schemas.microsoft.com/office/drawing/2014/main" val="1911911936"/>
                  </a:ext>
                </a:extLst>
              </a:tr>
            </a:tbl>
          </a:graphicData>
        </a:graphic>
      </p:graphicFrame>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 name="TextBox 4">
            <a:extLst>
              <a:ext uri="{FF2B5EF4-FFF2-40B4-BE49-F238E27FC236}">
                <a16:creationId xmlns:a16="http://schemas.microsoft.com/office/drawing/2014/main" id="{980DCB2D-15F1-D451-6CB9-930E694953E8}"/>
              </a:ext>
            </a:extLst>
          </p:cNvPr>
          <p:cNvSpPr txBox="1"/>
          <p:nvPr/>
        </p:nvSpPr>
        <p:spPr>
          <a:xfrm>
            <a:off x="345101" y="5014986"/>
            <a:ext cx="11540067" cy="1821011"/>
          </a:xfrm>
          <a:prstGeom prst="rect">
            <a:avLst/>
          </a:prstGeom>
          <a:noFill/>
        </p:spPr>
        <p:txBody>
          <a:bodyPr wrap="square" lIns="0" rIns="0" rtlCol="0">
            <a:spAutoFit/>
          </a:bodyPr>
          <a:lstStyle/>
          <a:p>
            <a:pPr>
              <a:spcBef>
                <a:spcPts val="600"/>
              </a:spcBef>
            </a:pPr>
            <a:r>
              <a:rPr lang="fr-CA" sz="2400" b="1" dirty="0">
                <a:solidFill>
                  <a:srgbClr val="C00000"/>
                </a:solidFill>
                <a:latin typeface="+mj-lt"/>
              </a:rPr>
              <a:t>Calcul pour les serveurs Multi-services</a:t>
            </a:r>
            <a:r>
              <a:rPr lang="fr-CA" sz="2400" dirty="0">
                <a:latin typeface="+mj-lt"/>
              </a:rPr>
              <a:t>: Additionner le coût individuel de </a:t>
            </a:r>
            <a:r>
              <a:rPr lang="fr-CA" sz="2400" u="sng" dirty="0">
                <a:latin typeface="+mj-lt"/>
              </a:rPr>
              <a:t>toutes</a:t>
            </a:r>
            <a:r>
              <a:rPr lang="fr-CA" sz="2400" dirty="0">
                <a:latin typeface="+mj-lt"/>
              </a:rPr>
              <a:t> les municipalités, </a:t>
            </a:r>
            <a:r>
              <a:rPr lang="fr-CA" sz="2400" b="1" dirty="0">
                <a:solidFill>
                  <a:srgbClr val="008F00"/>
                </a:solidFill>
                <a:latin typeface="+mj-lt"/>
              </a:rPr>
              <a:t>moins 10% (économie de groupe)</a:t>
            </a:r>
            <a:r>
              <a:rPr lang="fr-CA" sz="2400" dirty="0">
                <a:latin typeface="+mj-lt"/>
              </a:rPr>
              <a:t>. Le coût peut être facturé au regroupement en totalité, ou à chaque municipalité au prorata de sa population.</a:t>
            </a:r>
          </a:p>
          <a:p>
            <a:pPr>
              <a:spcBef>
                <a:spcPts val="1000"/>
              </a:spcBef>
              <a:tabLst>
                <a:tab pos="906463" algn="l"/>
              </a:tabLst>
            </a:pPr>
            <a:r>
              <a:rPr lang="fr-CA" sz="1600" b="1" dirty="0">
                <a:solidFill>
                  <a:schemeClr val="tx1">
                    <a:lumMod val="50000"/>
                    <a:lumOff val="50000"/>
                  </a:schemeClr>
                </a:solidFill>
                <a:latin typeface="+mj-lt"/>
              </a:rPr>
              <a:t>Exemple</a:t>
            </a:r>
            <a:r>
              <a:rPr lang="fr-CA" sz="1600" dirty="0">
                <a:solidFill>
                  <a:schemeClr val="tx1">
                    <a:lumMod val="50000"/>
                    <a:lumOff val="50000"/>
                  </a:schemeClr>
                </a:solidFill>
                <a:latin typeface="+mj-lt"/>
              </a:rPr>
              <a:t>: 	Municipalité A de </a:t>
            </a:r>
            <a:r>
              <a:rPr lang="fr-CA" sz="1600" b="1" dirty="0">
                <a:solidFill>
                  <a:schemeClr val="tx1">
                    <a:lumMod val="50000"/>
                    <a:lumOff val="50000"/>
                  </a:schemeClr>
                </a:solidFill>
                <a:latin typeface="+mj-lt"/>
              </a:rPr>
              <a:t>3612</a:t>
            </a:r>
            <a:r>
              <a:rPr lang="fr-CA" sz="1600" dirty="0">
                <a:solidFill>
                  <a:schemeClr val="tx1">
                    <a:lumMod val="50000"/>
                    <a:lumOff val="50000"/>
                  </a:schemeClr>
                </a:solidFill>
                <a:latin typeface="+mj-lt"/>
              </a:rPr>
              <a:t> citoyens, Municipalité B de </a:t>
            </a:r>
            <a:r>
              <a:rPr lang="fr-CA" sz="1600" b="1" dirty="0">
                <a:solidFill>
                  <a:schemeClr val="tx1">
                    <a:lumMod val="50000"/>
                    <a:lumOff val="50000"/>
                  </a:schemeClr>
                </a:solidFill>
                <a:latin typeface="+mj-lt"/>
              </a:rPr>
              <a:t>4425</a:t>
            </a:r>
            <a:r>
              <a:rPr lang="fr-CA" sz="1600" dirty="0">
                <a:solidFill>
                  <a:schemeClr val="tx1">
                    <a:lumMod val="50000"/>
                    <a:lumOff val="50000"/>
                  </a:schemeClr>
                </a:solidFill>
                <a:latin typeface="+mj-lt"/>
              </a:rPr>
              <a:t> citoyens = </a:t>
            </a:r>
            <a:r>
              <a:rPr lang="fr-CA" sz="1600" b="1" dirty="0">
                <a:solidFill>
                  <a:schemeClr val="tx1">
                    <a:lumMod val="50000"/>
                    <a:lumOff val="50000"/>
                  </a:schemeClr>
                </a:solidFill>
                <a:latin typeface="+mj-lt"/>
              </a:rPr>
              <a:t>3000$ + 4000$ - 10% = 6300$</a:t>
            </a:r>
            <a:br>
              <a:rPr lang="fr-CA" sz="1600" b="1" dirty="0">
                <a:solidFill>
                  <a:schemeClr val="tx1">
                    <a:lumMod val="50000"/>
                    <a:lumOff val="50000"/>
                  </a:schemeClr>
                </a:solidFill>
                <a:latin typeface="+mj-lt"/>
              </a:rPr>
            </a:br>
            <a:r>
              <a:rPr lang="fr-CA" sz="1600" b="1" dirty="0">
                <a:solidFill>
                  <a:schemeClr val="tx1">
                    <a:lumMod val="50000"/>
                    <a:lumOff val="50000"/>
                  </a:schemeClr>
                </a:solidFill>
                <a:latin typeface="+mj-lt"/>
              </a:rPr>
              <a:t>	</a:t>
            </a:r>
            <a:r>
              <a:rPr lang="fr-CA" sz="1600" dirty="0">
                <a:solidFill>
                  <a:schemeClr val="tx1">
                    <a:lumMod val="50000"/>
                    <a:lumOff val="50000"/>
                  </a:schemeClr>
                </a:solidFill>
                <a:latin typeface="+mj-lt"/>
              </a:rPr>
              <a:t>Si facturé au prorata: Municipalité A = 2831$, Municipalité B = 3469$</a:t>
            </a:r>
          </a:p>
        </p:txBody>
      </p:sp>
      <p:grpSp>
        <p:nvGrpSpPr>
          <p:cNvPr id="10" name="Group 9">
            <a:extLst>
              <a:ext uri="{FF2B5EF4-FFF2-40B4-BE49-F238E27FC236}">
                <a16:creationId xmlns:a16="http://schemas.microsoft.com/office/drawing/2014/main" id="{8414598E-0C16-59F6-F653-02E699EAE012}"/>
              </a:ext>
            </a:extLst>
          </p:cNvPr>
          <p:cNvGrpSpPr/>
          <p:nvPr/>
        </p:nvGrpSpPr>
        <p:grpSpPr>
          <a:xfrm>
            <a:off x="4201209" y="1127614"/>
            <a:ext cx="7714115" cy="1032933"/>
            <a:chOff x="4201209" y="1127614"/>
            <a:chExt cx="7714115" cy="1032933"/>
          </a:xfrm>
        </p:grpSpPr>
        <p:sp>
          <p:nvSpPr>
            <p:cNvPr id="4" name="TextBox 3">
              <a:extLst>
                <a:ext uri="{FF2B5EF4-FFF2-40B4-BE49-F238E27FC236}">
                  <a16:creationId xmlns:a16="http://schemas.microsoft.com/office/drawing/2014/main" id="{05EFA734-79EE-7805-F258-B71A3ACEEDA6}"/>
                </a:ext>
              </a:extLst>
            </p:cNvPr>
            <p:cNvSpPr txBox="1"/>
            <p:nvPr/>
          </p:nvSpPr>
          <p:spPr>
            <a:xfrm>
              <a:off x="5132761" y="1275894"/>
              <a:ext cx="6782563" cy="830997"/>
            </a:xfrm>
            <a:prstGeom prst="rect">
              <a:avLst/>
            </a:prstGeom>
            <a:noFill/>
          </p:spPr>
          <p:txBody>
            <a:bodyPr wrap="square" rtlCol="0">
              <a:spAutoFit/>
            </a:bodyPr>
            <a:lstStyle/>
            <a:p>
              <a:r>
                <a:rPr lang="fr-CA" sz="2400" dirty="0">
                  <a:latin typeface="+mj-lt"/>
                </a:rPr>
                <a:t>Coût basé sur la population de la municipalité inscrite au </a:t>
              </a:r>
              <a:r>
                <a:rPr lang="fr-CA" sz="2400" b="1" dirty="0">
                  <a:latin typeface="+mj-lt"/>
                </a:rPr>
                <a:t>Décret 2026 </a:t>
              </a:r>
              <a:r>
                <a:rPr lang="fr-CA" sz="2400" dirty="0">
                  <a:latin typeface="+mj-lt"/>
                </a:rPr>
                <a:t>du Gouvernement du Québec</a:t>
              </a:r>
            </a:p>
          </p:txBody>
        </p:sp>
        <p:pic>
          <p:nvPicPr>
            <p:cNvPr id="1028" name="Picture 4">
              <a:extLst>
                <a:ext uri="{FF2B5EF4-FFF2-40B4-BE49-F238E27FC236}">
                  <a16:creationId xmlns:a16="http://schemas.microsoft.com/office/drawing/2014/main" id="{A39E2E5C-D0E2-0375-C977-409F297869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1209" y="1127614"/>
              <a:ext cx="1032933" cy="103293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cxnSp>
        <p:nvCxnSpPr>
          <p:cNvPr id="8" name="Straight Connector 7">
            <a:extLst>
              <a:ext uri="{FF2B5EF4-FFF2-40B4-BE49-F238E27FC236}">
                <a16:creationId xmlns:a16="http://schemas.microsoft.com/office/drawing/2014/main" id="{DF70D967-86A3-F73D-76EE-195DC49270A8}"/>
              </a:ext>
            </a:extLst>
          </p:cNvPr>
          <p:cNvCxnSpPr>
            <a:cxnSpLocks/>
          </p:cNvCxnSpPr>
          <p:nvPr/>
        </p:nvCxnSpPr>
        <p:spPr>
          <a:xfrm>
            <a:off x="353165" y="4978410"/>
            <a:ext cx="11483235"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79857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xEl>
                                              <p:pRg st="0" end="0"/>
                                            </p:txEl>
                                          </p:spTgt>
                                        </p:tgtEl>
                                        <p:attrNameLst>
                                          <p:attrName>style.visibility</p:attrName>
                                        </p:attrNameLst>
                                      </p:cBhvr>
                                      <p:to>
                                        <p:strVal val="visible"/>
                                      </p:to>
                                    </p:set>
                                    <p:animEffect transition="in" filter="fade">
                                      <p:cBhvr>
                                        <p:cTn id="20" dur="1000"/>
                                        <p:tgtEl>
                                          <p:spTgt spid="5">
                                            <p:txEl>
                                              <p:pRg st="0" end="0"/>
                                            </p:txEl>
                                          </p:spTgt>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5">
                                            <p:txEl>
                                              <p:pRg st="1" end="1"/>
                                            </p:txEl>
                                          </p:spTgt>
                                        </p:tgtEl>
                                        <p:attrNameLst>
                                          <p:attrName>style.visibility</p:attrName>
                                        </p:attrNameLst>
                                      </p:cBhvr>
                                      <p:to>
                                        <p:strVal val="visible"/>
                                      </p:to>
                                    </p:set>
                                    <p:animEffect transition="in" filter="fade">
                                      <p:cBhvr>
                                        <p:cTn id="24"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63C1"/>
        </a:solidFill>
        <a:effectLst/>
      </p:bgPr>
    </p:bg>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aphicFrame>
        <p:nvGraphicFramePr>
          <p:cNvPr id="3" name="Table 2">
            <a:extLst>
              <a:ext uri="{FF2B5EF4-FFF2-40B4-BE49-F238E27FC236}">
                <a16:creationId xmlns:a16="http://schemas.microsoft.com/office/drawing/2014/main" id="{B0E4FDE6-90A9-2127-38F5-63E8FA2A65E2}"/>
              </a:ext>
            </a:extLst>
          </p:cNvPr>
          <p:cNvGraphicFramePr>
            <a:graphicFrameLocks noGrp="1"/>
          </p:cNvGraphicFramePr>
          <p:nvPr>
            <p:extLst>
              <p:ext uri="{D42A27DB-BD31-4B8C-83A1-F6EECF244321}">
                <p14:modId xmlns:p14="http://schemas.microsoft.com/office/powerpoint/2010/main" val="1788077144"/>
              </p:ext>
            </p:extLst>
          </p:nvPr>
        </p:nvGraphicFramePr>
        <p:xfrm>
          <a:off x="416440" y="1253732"/>
          <a:ext cx="11507336" cy="2743200"/>
        </p:xfrm>
        <a:graphic>
          <a:graphicData uri="http://schemas.openxmlformats.org/drawingml/2006/table">
            <a:tbl>
              <a:tblPr firstRow="1" bandRow="1">
                <a:tableStyleId>{5C22544A-7EE6-4342-B048-85BDC9FD1C3A}</a:tableStyleId>
              </a:tblPr>
              <a:tblGrid>
                <a:gridCol w="4038602">
                  <a:extLst>
                    <a:ext uri="{9D8B030D-6E8A-4147-A177-3AD203B41FA5}">
                      <a16:colId xmlns:a16="http://schemas.microsoft.com/office/drawing/2014/main" val="3006600247"/>
                    </a:ext>
                  </a:extLst>
                </a:gridCol>
                <a:gridCol w="1743739">
                  <a:extLst>
                    <a:ext uri="{9D8B030D-6E8A-4147-A177-3AD203B41FA5}">
                      <a16:colId xmlns:a16="http://schemas.microsoft.com/office/drawing/2014/main" val="302911357"/>
                    </a:ext>
                  </a:extLst>
                </a:gridCol>
                <a:gridCol w="1446028">
                  <a:extLst>
                    <a:ext uri="{9D8B030D-6E8A-4147-A177-3AD203B41FA5}">
                      <a16:colId xmlns:a16="http://schemas.microsoft.com/office/drawing/2014/main" val="2405068401"/>
                    </a:ext>
                  </a:extLst>
                </a:gridCol>
                <a:gridCol w="1765005">
                  <a:extLst>
                    <a:ext uri="{9D8B030D-6E8A-4147-A177-3AD203B41FA5}">
                      <a16:colId xmlns:a16="http://schemas.microsoft.com/office/drawing/2014/main" val="2009067634"/>
                    </a:ext>
                  </a:extLst>
                </a:gridCol>
                <a:gridCol w="2513962">
                  <a:extLst>
                    <a:ext uri="{9D8B030D-6E8A-4147-A177-3AD203B41FA5}">
                      <a16:colId xmlns:a16="http://schemas.microsoft.com/office/drawing/2014/main" val="3727410766"/>
                    </a:ext>
                  </a:extLst>
                </a:gridCol>
              </a:tblGrid>
              <a:tr h="399345">
                <a:tc>
                  <a:txBody>
                    <a:bodyPr/>
                    <a:lstStyle/>
                    <a:p>
                      <a:r>
                        <a:rPr lang="fr-CA" sz="2400" b="1" kern="1200" dirty="0">
                          <a:solidFill>
                            <a:schemeClr val="bg1"/>
                          </a:solidFill>
                          <a:latin typeface="+mj-lt"/>
                          <a:ea typeface="+mn-ea"/>
                          <a:cs typeface="+mn-cs"/>
                        </a:rPr>
                        <a:t>Serveur MRC de Rouville</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Prix</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Total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réparti</a:t>
                      </a:r>
                      <a:r>
                        <a:rPr lang="fr-CA" sz="2400" b="0" dirty="0">
                          <a:solidFill>
                            <a:schemeClr val="bg1"/>
                          </a:solidFill>
                          <a:latin typeface="+mj-lt"/>
                        </a:rPr>
                        <a:t> </a:t>
                      </a:r>
                      <a:r>
                        <a:rPr lang="fr-CA" sz="1800" b="0" dirty="0">
                          <a:solidFill>
                            <a:schemeClr val="bg1"/>
                          </a:solidFill>
                          <a:latin typeface="+mj-lt"/>
                        </a:rPr>
                        <a:t>(+</a:t>
                      </a:r>
                      <a:r>
                        <a:rPr lang="fr-CA" sz="1800" b="0" dirty="0" err="1">
                          <a:solidFill>
                            <a:schemeClr val="bg1"/>
                          </a:solidFill>
                          <a:latin typeface="+mj-lt"/>
                        </a:rPr>
                        <a:t>tx</a:t>
                      </a:r>
                      <a:r>
                        <a:rPr lang="fr-CA" sz="1800" b="0" dirty="0">
                          <a:solidFill>
                            <a:schemeClr val="bg1"/>
                          </a:solidFill>
                          <a:latin typeface="+mj-lt"/>
                        </a:rPr>
                        <a:t>)</a:t>
                      </a:r>
                      <a:endParaRPr lang="fr-CA" sz="2400" b="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extLst>
                  <a:ext uri="{0D108BD9-81ED-4DB2-BD59-A6C34878D82A}">
                    <a16:rowId xmlns:a16="http://schemas.microsoft.com/office/drawing/2014/main" val="656040305"/>
                  </a:ext>
                </a:extLst>
              </a:tr>
              <a:tr h="399345">
                <a:tc>
                  <a:txBody>
                    <a:bodyPr/>
                    <a:lstStyle/>
                    <a:p>
                      <a:r>
                        <a:rPr lang="fr-CA" sz="2400" b="1" dirty="0">
                          <a:solidFill>
                            <a:schemeClr val="bg1"/>
                          </a:solidFill>
                          <a:latin typeface="+mj-lt"/>
                        </a:rPr>
                        <a:t>Ange-Gardien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3068</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rowSpan="5">
                  <a:txBody>
                    <a:bodyPr/>
                    <a:lstStyle/>
                    <a:p>
                      <a:pPr algn="ctr"/>
                      <a:r>
                        <a:rPr lang="fr-CA" sz="2400" b="1" dirty="0">
                          <a:solidFill>
                            <a:schemeClr val="bg1"/>
                          </a:solidFill>
                          <a:latin typeface="+mj-lt"/>
                        </a:rPr>
                        <a:t>15,300 </a:t>
                      </a:r>
                      <a:r>
                        <a:rPr lang="fr-CA" sz="2400" dirty="0">
                          <a:solidFill>
                            <a:schemeClr val="bg1"/>
                          </a:solidFill>
                          <a:latin typeface="+mj-lt"/>
                        </a:rPr>
                        <a:t>$</a:t>
                      </a:r>
                    </a:p>
                    <a:p>
                      <a:pPr algn="ctr"/>
                      <a:endParaRPr lang="fr-CA" sz="2400" dirty="0">
                        <a:solidFill>
                          <a:schemeClr val="bg1"/>
                        </a:solidFill>
                        <a:latin typeface="+mj-lt"/>
                      </a:endParaRPr>
                    </a:p>
                    <a:p>
                      <a:pPr algn="ctr"/>
                      <a:r>
                        <a:rPr lang="fr-CA" sz="1400" dirty="0">
                          <a:solidFill>
                            <a:schemeClr val="bg1"/>
                          </a:solidFill>
                          <a:latin typeface="+mj-lt"/>
                        </a:rPr>
                        <a:t>incluant 10% d’économie de groupe</a:t>
                      </a:r>
                    </a:p>
                  </a:txBody>
                  <a:tcPr anchor="ct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488C"/>
                    </a:solidFill>
                  </a:tcPr>
                </a:tc>
                <a:tc>
                  <a:txBody>
                    <a:bodyPr/>
                    <a:lstStyle/>
                    <a:p>
                      <a:pPr algn="ctr"/>
                      <a:r>
                        <a:rPr lang="fr-CA" sz="2400" b="1" dirty="0">
                          <a:solidFill>
                            <a:schemeClr val="bg1"/>
                          </a:solidFill>
                          <a:latin typeface="+mj-lt"/>
                        </a:rPr>
                        <a:t>2413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4094267454"/>
                  </a:ext>
                </a:extLst>
              </a:tr>
              <a:tr h="399345">
                <a:tc>
                  <a:txBody>
                    <a:bodyPr/>
                    <a:lstStyle/>
                    <a:p>
                      <a:r>
                        <a:rPr lang="fr-CA" sz="2400" b="1" dirty="0">
                          <a:solidFill>
                            <a:schemeClr val="bg1"/>
                          </a:solidFill>
                          <a:latin typeface="+mj-lt"/>
                        </a:rPr>
                        <a:t>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6070</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4773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3778733942"/>
                  </a:ext>
                </a:extLst>
              </a:tr>
              <a:tr h="399345">
                <a:tc>
                  <a:txBody>
                    <a:bodyPr/>
                    <a:lstStyle/>
                    <a:p>
                      <a:r>
                        <a:rPr lang="fr-CA" sz="2400" b="1" dirty="0">
                          <a:solidFill>
                            <a:schemeClr val="bg1"/>
                          </a:solidFill>
                          <a:latin typeface="+mj-lt"/>
                        </a:rPr>
                        <a:t>Rougemont</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2821</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2218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873493459"/>
                  </a:ext>
                </a:extLst>
              </a:tr>
              <a:tr h="399345">
                <a:tc>
                  <a:txBody>
                    <a:bodyPr/>
                    <a:lstStyle/>
                    <a:p>
                      <a:r>
                        <a:rPr lang="fr-CA" sz="2400" b="1" dirty="0">
                          <a:solidFill>
                            <a:schemeClr val="bg1"/>
                          </a:solidFill>
                          <a:latin typeface="+mj-lt"/>
                        </a:rPr>
                        <a:t>Saint-Mathias-sur-Richelieu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4626</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3638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469195192"/>
                  </a:ext>
                </a:extLst>
              </a:tr>
              <a:tr h="399345">
                <a:tc>
                  <a:txBody>
                    <a:bodyPr/>
                    <a:lstStyle/>
                    <a:p>
                      <a:r>
                        <a:rPr lang="fr-CA" sz="2400" b="1" dirty="0">
                          <a:solidFill>
                            <a:schemeClr val="bg1"/>
                          </a:solidFill>
                          <a:latin typeface="+mj-lt"/>
                        </a:rPr>
                        <a:t>Saint-Paul-</a:t>
                      </a:r>
                      <a:r>
                        <a:rPr lang="fr-CA" sz="2400" b="1" dirty="0" err="1">
                          <a:solidFill>
                            <a:schemeClr val="bg1"/>
                          </a:solidFill>
                          <a:latin typeface="+mj-lt"/>
                        </a:rPr>
                        <a:t>d’Abbotsford</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2872</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2400" b="1" kern="1200" dirty="0">
                          <a:solidFill>
                            <a:schemeClr val="bg1"/>
                          </a:solidFill>
                          <a:latin typeface="+mn-lt"/>
                          <a:ea typeface="+mn-ea"/>
                          <a:cs typeface="+mn-cs"/>
                        </a:rPr>
                        <a:t>2258</a:t>
                      </a:r>
                      <a:r>
                        <a:rPr lang="fr-CA" sz="2400" kern="1200" dirty="0">
                          <a:solidFill>
                            <a:schemeClr val="bg1"/>
                          </a:solidFill>
                          <a:latin typeface="+mn-lt"/>
                          <a:ea typeface="+mn-ea"/>
                          <a:cs typeface="+mn-cs"/>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1392673793"/>
                  </a:ext>
                </a:extLst>
              </a:tr>
            </a:tbl>
          </a:graphicData>
        </a:graphic>
      </p:graphicFrame>
      <p:graphicFrame>
        <p:nvGraphicFramePr>
          <p:cNvPr id="6" name="Table 5">
            <a:extLst>
              <a:ext uri="{FF2B5EF4-FFF2-40B4-BE49-F238E27FC236}">
                <a16:creationId xmlns:a16="http://schemas.microsoft.com/office/drawing/2014/main" id="{BEAA2F51-30E1-9CDE-020A-66CD1EF3ACCF}"/>
              </a:ext>
            </a:extLst>
          </p:cNvPr>
          <p:cNvGraphicFramePr>
            <a:graphicFrameLocks noGrp="1"/>
          </p:cNvGraphicFramePr>
          <p:nvPr>
            <p:extLst>
              <p:ext uri="{D42A27DB-BD31-4B8C-83A1-F6EECF244321}">
                <p14:modId xmlns:p14="http://schemas.microsoft.com/office/powerpoint/2010/main" val="1123559086"/>
              </p:ext>
            </p:extLst>
          </p:nvPr>
        </p:nvGraphicFramePr>
        <p:xfrm>
          <a:off x="416440" y="4689868"/>
          <a:ext cx="11507336" cy="1828800"/>
        </p:xfrm>
        <a:graphic>
          <a:graphicData uri="http://schemas.openxmlformats.org/drawingml/2006/table">
            <a:tbl>
              <a:tblPr firstRow="1" bandRow="1">
                <a:tableStyleId>{5C22544A-7EE6-4342-B048-85BDC9FD1C3A}</a:tableStyleId>
              </a:tblPr>
              <a:tblGrid>
                <a:gridCol w="4027969">
                  <a:extLst>
                    <a:ext uri="{9D8B030D-6E8A-4147-A177-3AD203B41FA5}">
                      <a16:colId xmlns:a16="http://schemas.microsoft.com/office/drawing/2014/main" val="3006600247"/>
                    </a:ext>
                  </a:extLst>
                </a:gridCol>
                <a:gridCol w="1754372">
                  <a:extLst>
                    <a:ext uri="{9D8B030D-6E8A-4147-A177-3AD203B41FA5}">
                      <a16:colId xmlns:a16="http://schemas.microsoft.com/office/drawing/2014/main" val="302911357"/>
                    </a:ext>
                  </a:extLst>
                </a:gridCol>
                <a:gridCol w="2615610">
                  <a:extLst>
                    <a:ext uri="{9D8B030D-6E8A-4147-A177-3AD203B41FA5}">
                      <a16:colId xmlns:a16="http://schemas.microsoft.com/office/drawing/2014/main" val="2405068401"/>
                    </a:ext>
                  </a:extLst>
                </a:gridCol>
                <a:gridCol w="3109385">
                  <a:extLst>
                    <a:ext uri="{9D8B030D-6E8A-4147-A177-3AD203B41FA5}">
                      <a16:colId xmlns:a16="http://schemas.microsoft.com/office/drawing/2014/main" val="3727410766"/>
                    </a:ext>
                  </a:extLst>
                </a:gridCol>
              </a:tblGrid>
              <a:tr h="445294">
                <a:tc>
                  <a:txBody>
                    <a:bodyPr/>
                    <a:lstStyle/>
                    <a:p>
                      <a:endParaRPr lang="fr-CA" sz="2400" b="1" dirty="0">
                        <a:solidFill>
                          <a:schemeClr val="bg1"/>
                        </a:solidFill>
                        <a:latin typeface="+mj-lt"/>
                      </a:endParaRPr>
                    </a:p>
                  </a:txBody>
                  <a:tcPr>
                    <a:lnL w="6350" cap="flat" cmpd="sng" algn="ctr">
                      <a:no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individuel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b="0" dirty="0">
                          <a:solidFill>
                            <a:schemeClr val="bg1"/>
                          </a:solidFill>
                          <a:latin typeface="+mj-lt"/>
                        </a:rPr>
                        <a:t>ou</a:t>
                      </a:r>
                      <a:r>
                        <a:rPr lang="fr-CA" sz="2400" dirty="0">
                          <a:solidFill>
                            <a:schemeClr val="bg1"/>
                          </a:solidFill>
                          <a:latin typeface="+mj-lt"/>
                        </a:rPr>
                        <a:t> achat avec la MRC</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extLst>
                  <a:ext uri="{0D108BD9-81ED-4DB2-BD59-A6C34878D82A}">
                    <a16:rowId xmlns:a16="http://schemas.microsoft.com/office/drawing/2014/main" val="656040305"/>
                  </a:ext>
                </a:extLst>
              </a:tr>
              <a:tr h="445294">
                <a:tc>
                  <a:txBody>
                    <a:bodyPr/>
                    <a:lstStyle/>
                    <a:p>
                      <a:r>
                        <a:rPr lang="fr-CA" sz="2400" dirty="0">
                          <a:solidFill>
                            <a:schemeClr val="bg1"/>
                          </a:solidFill>
                          <a:latin typeface="+mj-lt"/>
                        </a:rPr>
                        <a:t>Marieville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11947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6000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5400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4267454"/>
                  </a:ext>
                </a:extLst>
              </a:tr>
              <a:tr h="445294">
                <a:tc>
                  <a:txBody>
                    <a:bodyPr/>
                    <a:lstStyle/>
                    <a:p>
                      <a:r>
                        <a:rPr lang="fr-CA" sz="2400" dirty="0">
                          <a:solidFill>
                            <a:schemeClr val="bg1"/>
                          </a:solidFill>
                          <a:latin typeface="+mj-lt"/>
                        </a:rPr>
                        <a:t>Saint-Césaire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6157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8733942"/>
                  </a:ext>
                </a:extLst>
              </a:tr>
              <a:tr h="445294">
                <a:tc>
                  <a:txBody>
                    <a:bodyPr/>
                    <a:lstStyle/>
                    <a:p>
                      <a:r>
                        <a:rPr lang="fr-CA" sz="2400" dirty="0">
                          <a:solidFill>
                            <a:schemeClr val="bg1"/>
                          </a:solidFill>
                          <a:latin typeface="+mj-lt"/>
                        </a:rPr>
                        <a:t>Sainte-Angèle-de-</a:t>
                      </a:r>
                      <a:r>
                        <a:rPr lang="fr-CA" sz="2400" dirty="0" err="1">
                          <a:solidFill>
                            <a:schemeClr val="bg1"/>
                          </a:solidFill>
                          <a:latin typeface="+mj-lt"/>
                        </a:rPr>
                        <a:t>Monnoir</a:t>
                      </a: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1873</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2700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493459"/>
                  </a:ext>
                </a:extLst>
              </a:tr>
            </a:tbl>
          </a:graphicData>
        </a:graphic>
      </p:graphicFrame>
    </p:spTree>
    <p:extLst>
      <p:ext uri="{BB962C8B-B14F-4D97-AF65-F5344CB8AC3E}">
        <p14:creationId xmlns:p14="http://schemas.microsoft.com/office/powerpoint/2010/main" val="4216192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DC3B2E3-1201-D134-0CA4-A8BD5A454A4F}"/>
              </a:ext>
            </a:extLst>
          </p:cNvPr>
          <p:cNvGrpSpPr/>
          <p:nvPr/>
        </p:nvGrpSpPr>
        <p:grpSpPr>
          <a:xfrm>
            <a:off x="403841" y="2097937"/>
            <a:ext cx="6283206" cy="4338031"/>
            <a:chOff x="403841" y="2097937"/>
            <a:chExt cx="6283206" cy="4338031"/>
          </a:xfrm>
        </p:grpSpPr>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a:t>PL</a:t>
              </a:r>
            </a:p>
          </p:txBody>
        </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a:latin typeface="+mj-lt"/>
                </a:rPr>
                <a:t>Fichier</a:t>
              </a:r>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noFill/>
          </p:spPr>
          <p:txBody>
            <a:bodyPr wrap="square" rtlCol="0">
              <a:spAutoFit/>
            </a:bodyPr>
            <a:lstStyle/>
            <a:p>
              <a:pPr algn="ctr"/>
              <a:r>
                <a:rPr lang="fr-CA">
                  <a:latin typeface="+mj-lt"/>
                </a:rPr>
                <a:t>Options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grpSp>
        <p:nvGrpSpPr>
          <p:cNvPr id="12" name="Group 11">
            <a:extLst>
              <a:ext uri="{FF2B5EF4-FFF2-40B4-BE49-F238E27FC236}">
                <a16:creationId xmlns:a16="http://schemas.microsoft.com/office/drawing/2014/main" id="{D410D7D4-16CA-FEE2-4308-7297CE5CB6DE}"/>
              </a:ext>
            </a:extLst>
          </p:cNvPr>
          <p:cNvGrpSpPr/>
          <p:nvPr/>
        </p:nvGrpSpPr>
        <p:grpSpPr>
          <a:xfrm>
            <a:off x="1040639" y="3365161"/>
            <a:ext cx="1733385" cy="411902"/>
            <a:chOff x="1040639" y="3365161"/>
            <a:chExt cx="1733385" cy="411902"/>
          </a:xfrm>
        </p:grpSpPr>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a:latin typeface="+mj-lt"/>
                </a:rPr>
                <a:t>Configuration</a:t>
              </a:r>
            </a:p>
          </p:txBody>
        </p:sp>
      </p:grpSp>
      <p:grpSp>
        <p:nvGrpSpPr>
          <p:cNvPr id="13" name="Group 12">
            <a:extLst>
              <a:ext uri="{FF2B5EF4-FFF2-40B4-BE49-F238E27FC236}">
                <a16:creationId xmlns:a16="http://schemas.microsoft.com/office/drawing/2014/main" id="{8CF99C83-AEE8-7A72-D5B8-C2EDD2A3AC5C}"/>
              </a:ext>
            </a:extLst>
          </p:cNvPr>
          <p:cNvGrpSpPr/>
          <p:nvPr/>
        </p:nvGrpSpPr>
        <p:grpSpPr>
          <a:xfrm>
            <a:off x="801468" y="3961693"/>
            <a:ext cx="5464160" cy="2081298"/>
            <a:chOff x="801468" y="3961693"/>
            <a:chExt cx="5464160" cy="2081298"/>
          </a:xfrm>
        </p:grpSpPr>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grpSp>
        <p:nvGrpSpPr>
          <p:cNvPr id="14" name="Group 13">
            <a:extLst>
              <a:ext uri="{FF2B5EF4-FFF2-40B4-BE49-F238E27FC236}">
                <a16:creationId xmlns:a16="http://schemas.microsoft.com/office/drawing/2014/main" id="{C57490A2-B119-5A55-E8B7-9608229DD9BA}"/>
              </a:ext>
            </a:extLst>
          </p:cNvPr>
          <p:cNvGrpSpPr/>
          <p:nvPr/>
        </p:nvGrpSpPr>
        <p:grpSpPr>
          <a:xfrm>
            <a:off x="2774024" y="4125514"/>
            <a:ext cx="3319316" cy="1728646"/>
            <a:chOff x="2774024" y="4125514"/>
            <a:chExt cx="3319316" cy="1728646"/>
          </a:xfrm>
        </p:grpSpPr>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a:solidFill>
                  <a:schemeClr val="tx1"/>
                </a:solidFill>
                <a:latin typeface="+mj-lt"/>
              </a:rPr>
              <a:t>Faire une copie MAINTENANT</a:t>
            </a:r>
          </a:p>
        </p:txBody>
      </p:sp>
      <p:grpSp>
        <p:nvGrpSpPr>
          <p:cNvPr id="15" name="Group 14">
            <a:extLst>
              <a:ext uri="{FF2B5EF4-FFF2-40B4-BE49-F238E27FC236}">
                <a16:creationId xmlns:a16="http://schemas.microsoft.com/office/drawing/2014/main" id="{7FBA9DBC-9B6E-9C2C-BD07-780CA4858919}"/>
              </a:ext>
            </a:extLst>
          </p:cNvPr>
          <p:cNvGrpSpPr/>
          <p:nvPr/>
        </p:nvGrpSpPr>
        <p:grpSpPr>
          <a:xfrm>
            <a:off x="2790908" y="4617691"/>
            <a:ext cx="3143681" cy="369332"/>
            <a:chOff x="2790908" y="4617691"/>
            <a:chExt cx="3143681" cy="369332"/>
          </a:xfrm>
        </p:grpSpPr>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a:solidFill>
                    <a:schemeClr val="tx1"/>
                  </a:solidFill>
                </a:rPr>
                <a:t>C:\PL\Backup\</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a:latin typeface="+mj-lt"/>
                </a:rPr>
                <a:t>Répertoire:</a:t>
              </a:r>
            </a:p>
          </p:txBody>
        </p:sp>
      </p:gr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a:t>👉</a:t>
            </a:r>
          </a:p>
        </p:txBody>
      </p:sp>
      <p:sp>
        <p:nvSpPr>
          <p:cNvPr id="2" name="TextBox 1">
            <a:extLst>
              <a:ext uri="{FF2B5EF4-FFF2-40B4-BE49-F238E27FC236}">
                <a16:creationId xmlns:a16="http://schemas.microsoft.com/office/drawing/2014/main" id="{EB200FCF-239F-19A6-147B-C1F13F7EE013}"/>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a:latin typeface="+mj-lt"/>
              </a:rPr>
              <a:t>Options</a:t>
            </a:r>
          </a:p>
        </p:txBody>
      </p:sp>
    </p:spTree>
    <p:extLst>
      <p:ext uri="{BB962C8B-B14F-4D97-AF65-F5344CB8AC3E}">
        <p14:creationId xmlns:p14="http://schemas.microsoft.com/office/powerpoint/2010/main" val="3672109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500"/>
                                        <p:tgtEl>
                                          <p:spTgt spid="2"/>
                                        </p:tgtEl>
                                      </p:cBhvr>
                                    </p:animEffect>
                                  </p:childTnLst>
                                </p:cTn>
                              </p:par>
                            </p:childTnLst>
                          </p:cTn>
                        </p:par>
                        <p:par>
                          <p:cTn id="15" fill="hold">
                            <p:stCondLst>
                              <p:cond delay="500"/>
                            </p:stCondLst>
                            <p:childTnLst>
                              <p:par>
                                <p:cTn id="16" presetID="22" presetClass="entr" presetSubtype="1" fill="hold" nodeType="after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up)">
                                      <p:cBhvr>
                                        <p:cTn id="18" dur="200"/>
                                        <p:tgtEl>
                                          <p:spTgt spid="12"/>
                                        </p:tgtEl>
                                      </p:cBhvr>
                                    </p:animEffect>
                                  </p:childTnLst>
                                </p:cTn>
                              </p:par>
                            </p:childTnLst>
                          </p:cTn>
                        </p:par>
                        <p:par>
                          <p:cTn id="19" fill="hold">
                            <p:stCondLst>
                              <p:cond delay="700"/>
                            </p:stCondLst>
                            <p:childTnLst>
                              <p:par>
                                <p:cTn id="20" presetID="53" presetClass="entr" presetSubtype="16" fill="hold"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500"/>
                                        <p:tgtEl>
                                          <p:spTgt spid="6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nodeType="clickEffect">
                                  <p:stCondLst>
                                    <p:cond delay="0"/>
                                  </p:stCondLst>
                                  <p:childTnLst>
                                    <p:set>
                                      <p:cBhvr>
                                        <p:cTn id="33" dur="1" fill="hold">
                                          <p:stCondLst>
                                            <p:cond delay="0"/>
                                          </p:stCondLst>
                                        </p:cTn>
                                        <p:tgtEl>
                                          <p:spTgt spid="69"/>
                                        </p:tgtEl>
                                        <p:attrNameLst>
                                          <p:attrName>style.visibility</p:attrName>
                                        </p:attrNameLst>
                                      </p:cBhvr>
                                      <p:to>
                                        <p:strVal val="visible"/>
                                      </p:to>
                                    </p:set>
                                    <p:animEffect transition="in" filter="wipe(up)">
                                      <p:cBhvr>
                                        <p:cTn id="34" dur="500"/>
                                        <p:tgtEl>
                                          <p:spTgt spid="69"/>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p:cTn id="43" dur="500" fill="hold"/>
                                        <p:tgtEl>
                                          <p:spTgt spid="14"/>
                                        </p:tgtEl>
                                        <p:attrNameLst>
                                          <p:attrName>ppt_w</p:attrName>
                                        </p:attrNameLst>
                                      </p:cBhvr>
                                      <p:tavLst>
                                        <p:tav tm="0">
                                          <p:val>
                                            <p:fltVal val="0"/>
                                          </p:val>
                                        </p:tav>
                                        <p:tav tm="100000">
                                          <p:val>
                                            <p:strVal val="#ppt_w"/>
                                          </p:val>
                                        </p:tav>
                                      </p:tavLst>
                                    </p:anim>
                                    <p:anim calcmode="lin" valueType="num">
                                      <p:cBhvr>
                                        <p:cTn id="44" dur="500" fill="hold"/>
                                        <p:tgtEl>
                                          <p:spTgt spid="14"/>
                                        </p:tgtEl>
                                        <p:attrNameLst>
                                          <p:attrName>ppt_h</p:attrName>
                                        </p:attrNameLst>
                                      </p:cBhvr>
                                      <p:tavLst>
                                        <p:tav tm="0">
                                          <p:val>
                                            <p:fltVal val="0"/>
                                          </p:val>
                                        </p:tav>
                                        <p:tav tm="100000">
                                          <p:val>
                                            <p:strVal val="#ppt_h"/>
                                          </p:val>
                                        </p:tav>
                                      </p:tavLst>
                                    </p:anim>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500"/>
                                        <p:tgtEl>
                                          <p:spTgt spid="4"/>
                                        </p:tgtEl>
                                      </p:cBhvr>
                                    </p:animEffect>
                                  </p:childTnLst>
                                </p:cTn>
                              </p:par>
                            </p:childTnLst>
                          </p:cTn>
                        </p:par>
                        <p:par>
                          <p:cTn id="51" fill="hold">
                            <p:stCondLst>
                              <p:cond delay="500"/>
                            </p:stCondLst>
                            <p:childTnLst>
                              <p:par>
                                <p:cTn id="52" presetID="52" presetClass="entr" presetSubtype="0"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Scale>
                                      <p:cBhvr>
                                        <p:cTn id="54" dur="1000" decel="50000" fill="hold">
                                          <p:stCondLst>
                                            <p:cond delay="0"/>
                                          </p:stCondLst>
                                        </p:cTn>
                                        <p:tgtEl>
                                          <p:spTgt spid="30"/>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55" dur="1000" decel="50000" fill="hold">
                                          <p:stCondLst>
                                            <p:cond delay="0"/>
                                          </p:stCondLst>
                                        </p:cTn>
                                        <p:tgtEl>
                                          <p:spTgt spid="30"/>
                                        </p:tgtEl>
                                        <p:attrNameLst>
                                          <p:attrName>ppt_x</p:attrName>
                                          <p:attrName>ppt_y</p:attrName>
                                        </p:attrNameLst>
                                      </p:cBhvr>
                                    </p:animMotion>
                                    <p:animEffect transition="in" filter="fade">
                                      <p:cBhvr>
                                        <p:cTn id="56" dur="1000"/>
                                        <p:tgtEl>
                                          <p:spTgt spid="3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childTnLst>
                          </p:cTn>
                        </p:par>
                      </p:childTnLst>
                    </p:cTn>
                  </p:par>
                  <p:par>
                    <p:cTn id="62" fill="hold">
                      <p:stCondLst>
                        <p:cond delay="indefinite"/>
                      </p:stCondLst>
                      <p:childTnLst>
                        <p:par>
                          <p:cTn id="63" fill="hold">
                            <p:stCondLst>
                              <p:cond delay="0"/>
                            </p:stCondLst>
                            <p:childTnLst>
                              <p:par>
                                <p:cTn id="64" presetID="12" presetClass="entr" presetSubtype="8" fill="hold" grpId="0" nodeType="clickEffect">
                                  <p:stCondLst>
                                    <p:cond delay="0"/>
                                  </p:stCondLst>
                                  <p:childTnLst>
                                    <p:set>
                                      <p:cBhvr>
                                        <p:cTn id="65" dur="1" fill="hold">
                                          <p:stCondLst>
                                            <p:cond delay="0"/>
                                          </p:stCondLst>
                                        </p:cTn>
                                        <p:tgtEl>
                                          <p:spTgt spid="6"/>
                                        </p:tgtEl>
                                        <p:attrNameLst>
                                          <p:attrName>style.visibility</p:attrName>
                                        </p:attrNameLst>
                                      </p:cBhvr>
                                      <p:to>
                                        <p:strVal val="visible"/>
                                      </p:to>
                                    </p:set>
                                    <p:anim calcmode="lin" valueType="num">
                                      <p:cBhvr additive="base">
                                        <p:cTn id="66" dur="500"/>
                                        <p:tgtEl>
                                          <p:spTgt spid="6"/>
                                        </p:tgtEl>
                                        <p:attrNameLst>
                                          <p:attrName>ppt_x</p:attrName>
                                        </p:attrNameLst>
                                      </p:cBhvr>
                                      <p:tavLst>
                                        <p:tav tm="0">
                                          <p:val>
                                            <p:strVal val="#ppt_x-#ppt_w*1.125000"/>
                                          </p:val>
                                        </p:tav>
                                        <p:tav tm="100000">
                                          <p:val>
                                            <p:strVal val="#ppt_x"/>
                                          </p:val>
                                        </p:tav>
                                      </p:tavLst>
                                    </p:anim>
                                    <p:animEffect transition="in" filter="wipe(right)">
                                      <p:cBhvr>
                                        <p:cTn id="67" dur="500"/>
                                        <p:tgtEl>
                                          <p:spTgt spid="6"/>
                                        </p:tgtEl>
                                      </p:cBhvr>
                                    </p:animEffect>
                                  </p:childTnLst>
                                </p:cTn>
                              </p:par>
                            </p:childTnLst>
                          </p:cTn>
                        </p:par>
                        <p:par>
                          <p:cTn id="68" fill="hold">
                            <p:stCondLst>
                              <p:cond delay="500"/>
                            </p:stCondLst>
                            <p:childTnLst>
                              <p:par>
                                <p:cTn id="69" presetID="12" presetClass="entr" presetSubtype="8" fill="hold"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additive="base">
                                        <p:cTn id="71" dur="500"/>
                                        <p:tgtEl>
                                          <p:spTgt spid="32"/>
                                        </p:tgtEl>
                                        <p:attrNameLst>
                                          <p:attrName>ppt_x</p:attrName>
                                        </p:attrNameLst>
                                      </p:cBhvr>
                                      <p:tavLst>
                                        <p:tav tm="0">
                                          <p:val>
                                            <p:strVal val="#ppt_x-#ppt_w*1.125000"/>
                                          </p:val>
                                        </p:tav>
                                        <p:tav tm="100000">
                                          <p:val>
                                            <p:strVal val="#ppt_x"/>
                                          </p:val>
                                        </p:tav>
                                      </p:tavLst>
                                    </p:anim>
                                    <p:animEffect transition="in" filter="wipe(right)">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6" grpId="0"/>
      <p:bldP spid="67" grpId="0"/>
      <p:bldP spid="4" grpId="0" animBg="1"/>
      <p:bldP spid="30" grpId="0"/>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 name="Group 4">
            <a:extLst>
              <a:ext uri="{FF2B5EF4-FFF2-40B4-BE49-F238E27FC236}">
                <a16:creationId xmlns:a16="http://schemas.microsoft.com/office/drawing/2014/main" id="{25A7A2B5-78A3-ECC0-3B13-CF75047EC903}"/>
              </a:ext>
            </a:extLst>
          </p:cNvPr>
          <p:cNvGrpSpPr/>
          <p:nvPr/>
        </p:nvGrpSpPr>
        <p:grpSpPr>
          <a:xfrm>
            <a:off x="3494287" y="3279024"/>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rcRect l="1" r="1010"/>
          <a:stretch>
            <a:fillRect/>
          </a:stretch>
        </p:blipFill>
        <p:spPr>
          <a:xfrm>
            <a:off x="7071343" y="1138603"/>
            <a:ext cx="5120657"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78066" y="1967789"/>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
        <p:nvSpPr>
          <p:cNvPr id="2" name="Right Arrow 1">
            <a:extLst>
              <a:ext uri="{FF2B5EF4-FFF2-40B4-BE49-F238E27FC236}">
                <a16:creationId xmlns:a16="http://schemas.microsoft.com/office/drawing/2014/main" id="{8EB90778-A492-C553-6032-64BE21F09E11}"/>
              </a:ext>
            </a:extLst>
          </p:cNvPr>
          <p:cNvSpPr/>
          <p:nvPr/>
        </p:nvSpPr>
        <p:spPr>
          <a:xfrm>
            <a:off x="6236913" y="4489056"/>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2707314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8" fill="hold" nodeType="after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500"/>
                            </p:stCondLst>
                            <p:childTnLst>
                              <p:par>
                                <p:cTn id="20" presetID="12" presetClass="entr" presetSubtype="8"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additive="base">
                                        <p:cTn id="22" dur="500"/>
                                        <p:tgtEl>
                                          <p:spTgt spid="2"/>
                                        </p:tgtEl>
                                        <p:attrNameLst>
                                          <p:attrName>ppt_x</p:attrName>
                                        </p:attrNameLst>
                                      </p:cBhvr>
                                      <p:tavLst>
                                        <p:tav tm="0">
                                          <p:val>
                                            <p:strVal val="#ppt_x-#ppt_w*1.125000"/>
                                          </p:val>
                                        </p:tav>
                                        <p:tav tm="100000">
                                          <p:val>
                                            <p:strVal val="#ppt_x"/>
                                          </p:val>
                                        </p:tav>
                                      </p:tavLst>
                                    </p:anim>
                                    <p:animEffect transition="in" filter="wipe(right)">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96333" y="1088856"/>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Etape 4">
            <a:extLst>
              <a:ext uri="{FF2B5EF4-FFF2-40B4-BE49-F238E27FC236}">
                <a16:creationId xmlns:a16="http://schemas.microsoft.com/office/drawing/2014/main" id="{C92E5641-A176-456E-3FA1-CB2814FD8DCA}"/>
              </a:ext>
            </a:extLst>
          </p:cNvPr>
          <p:cNvSpPr/>
          <p:nvPr/>
        </p:nvSpPr>
        <p:spPr>
          <a:xfrm>
            <a:off x="6522336"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024" name="Cross 1023">
            <a:extLst>
              <a:ext uri="{FF2B5EF4-FFF2-40B4-BE49-F238E27FC236}">
                <a16:creationId xmlns:a16="http://schemas.microsoft.com/office/drawing/2014/main" id="{94FBBAEE-95E6-F50E-9126-0D420804F2D1}"/>
              </a:ext>
            </a:extLst>
          </p:cNvPr>
          <p:cNvSpPr/>
          <p:nvPr/>
        </p:nvSpPr>
        <p:spPr>
          <a:xfrm>
            <a:off x="3234561" y="4168795"/>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5" name="ZIP FINAL">
            <a:extLst>
              <a:ext uri="{FF2B5EF4-FFF2-40B4-BE49-F238E27FC236}">
                <a16:creationId xmlns:a16="http://schemas.microsoft.com/office/drawing/2014/main" id="{0C85823E-DC9C-301E-E3FD-79A9F2DC4A29}"/>
              </a:ext>
            </a:extLst>
          </p:cNvPr>
          <p:cNvGrpSpPr/>
          <p:nvPr/>
        </p:nvGrpSpPr>
        <p:grpSpPr>
          <a:xfrm>
            <a:off x="6522336" y="1637896"/>
            <a:ext cx="4942460" cy="5124229"/>
            <a:chOff x="6482582" y="1716056"/>
            <a:chExt cx="4567845" cy="4735835"/>
          </a:xfrm>
        </p:grpSpPr>
        <p:grpSp>
          <p:nvGrpSpPr>
            <p:cNvPr id="5" name="Group 4">
              <a:extLst>
                <a:ext uri="{FF2B5EF4-FFF2-40B4-BE49-F238E27FC236}">
                  <a16:creationId xmlns:a16="http://schemas.microsoft.com/office/drawing/2014/main" id="{28C787C2-1CAC-1008-6FDD-901D5968210E}"/>
                </a:ext>
              </a:extLst>
            </p:cNvPr>
            <p:cNvGrpSpPr/>
            <p:nvPr/>
          </p:nvGrpSpPr>
          <p:grpSpPr>
            <a:xfrm>
              <a:off x="6482582" y="1716056"/>
              <a:ext cx="4567845" cy="4735835"/>
              <a:chOff x="4103673" y="2488058"/>
              <a:chExt cx="2362599" cy="2449488"/>
            </a:xfrm>
          </p:grpSpPr>
          <p:pic>
            <p:nvPicPr>
              <p:cNvPr id="9" name="Picture 8">
                <a:extLst>
                  <a:ext uri="{FF2B5EF4-FFF2-40B4-BE49-F238E27FC236}">
                    <a16:creationId xmlns:a16="http://schemas.microsoft.com/office/drawing/2014/main" id="{D7FEC2DD-A699-3B3A-101F-5B7ABDCA9E4D}"/>
                  </a:ext>
                </a:extLst>
              </p:cNvPr>
              <p:cNvPicPr>
                <a:picLocks noChangeAspect="1"/>
              </p:cNvPicPr>
              <p:nvPr/>
            </p:nvPicPr>
            <p:blipFill>
              <a:blip r:embed="rId3"/>
              <a:stretch>
                <a:fillRect/>
              </a:stretch>
            </p:blipFill>
            <p:spPr>
              <a:xfrm>
                <a:off x="4103673" y="2488058"/>
                <a:ext cx="2362599" cy="2362600"/>
              </a:xfrm>
              <a:prstGeom prst="rect">
                <a:avLst/>
              </a:prstGeom>
            </p:spPr>
          </p:pic>
          <p:sp>
            <p:nvSpPr>
              <p:cNvPr id="8" name="TextBox 7">
                <a:extLst>
                  <a:ext uri="{FF2B5EF4-FFF2-40B4-BE49-F238E27FC236}">
                    <a16:creationId xmlns:a16="http://schemas.microsoft.com/office/drawing/2014/main" id="{FD8C2A02-9FE3-983C-D0EC-DB594C54898A}"/>
                  </a:ext>
                </a:extLst>
              </p:cNvPr>
              <p:cNvSpPr txBox="1"/>
              <p:nvPr/>
            </p:nvSpPr>
            <p:spPr>
              <a:xfrm>
                <a:off x="4219896" y="4760998"/>
                <a:ext cx="2171700" cy="176548"/>
              </a:xfrm>
              <a:prstGeom prst="rect">
                <a:avLst/>
              </a:prstGeom>
              <a:noFill/>
            </p:spPr>
            <p:txBody>
              <a:bodyPr wrap="square" rtlCol="0">
                <a:spAutoFit/>
              </a:bodyPr>
              <a:lstStyle/>
              <a:p>
                <a:pPr algn="ctr"/>
                <a:r>
                  <a:rPr lang="fr-CA" b="1" dirty="0">
                    <a:latin typeface="+mj-lt"/>
                  </a:rPr>
                  <a:t>Données + </a:t>
                </a:r>
                <a:r>
                  <a:rPr lang="fr-CA" b="1" dirty="0" err="1">
                    <a:latin typeface="+mj-lt"/>
                  </a:rPr>
                  <a:t>App.zip</a:t>
                </a:r>
                <a:endParaRPr lang="fr-CA" b="1" dirty="0">
                  <a:latin typeface="+mj-lt"/>
                </a:endParaRPr>
              </a:p>
            </p:txBody>
          </p:sp>
        </p:grpSp>
        <p:sp>
          <p:nvSpPr>
            <p:cNvPr id="24" name="Rounded Rectangle 23">
              <a:extLst>
                <a:ext uri="{FF2B5EF4-FFF2-40B4-BE49-F238E27FC236}">
                  <a16:creationId xmlns:a16="http://schemas.microsoft.com/office/drawing/2014/main" id="{C7F81B41-76F5-CE11-AED7-924EA81801E7}"/>
                </a:ext>
              </a:extLst>
            </p:cNvPr>
            <p:cNvSpPr/>
            <p:nvPr/>
          </p:nvSpPr>
          <p:spPr>
            <a:xfrm>
              <a:off x="7389158" y="2129688"/>
              <a:ext cx="1662593" cy="2307766"/>
            </a:xfrm>
            <a:prstGeom prst="roundRect">
              <a:avLst/>
            </a:prstGeom>
            <a:solidFill>
              <a:srgbClr val="F3F3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pic>
        <p:nvPicPr>
          <p:cNvPr id="17" name="Picture 16">
            <a:extLst>
              <a:ext uri="{FF2B5EF4-FFF2-40B4-BE49-F238E27FC236}">
                <a16:creationId xmlns:a16="http://schemas.microsoft.com/office/drawing/2014/main" id="{3E13B1B6-A4F7-16B6-C356-5DD32DA47745}"/>
              </a:ext>
            </a:extLst>
          </p:cNvPr>
          <p:cNvPicPr>
            <a:picLocks noChangeAspect="1"/>
          </p:cNvPicPr>
          <p:nvPr/>
        </p:nvPicPr>
        <p:blipFill>
          <a:blip r:embed="rId4"/>
          <a:stretch>
            <a:fillRect/>
          </a:stretch>
        </p:blipFill>
        <p:spPr>
          <a:xfrm>
            <a:off x="7657934" y="3728235"/>
            <a:ext cx="2758181" cy="1538810"/>
          </a:xfrm>
          <a:prstGeom prst="rect">
            <a:avLst/>
          </a:prstGeom>
        </p:spPr>
      </p:pic>
      <p:pic>
        <p:nvPicPr>
          <p:cNvPr id="18" name="Picture 17">
            <a:extLst>
              <a:ext uri="{FF2B5EF4-FFF2-40B4-BE49-F238E27FC236}">
                <a16:creationId xmlns:a16="http://schemas.microsoft.com/office/drawing/2014/main" id="{1523C05C-2BA6-40F2-E6DD-10686485DF26}"/>
              </a:ext>
            </a:extLst>
          </p:cNvPr>
          <p:cNvPicPr>
            <a:picLocks noChangeAspect="1"/>
          </p:cNvPicPr>
          <p:nvPr/>
        </p:nvPicPr>
        <p:blipFill>
          <a:blip r:embed="rId5"/>
          <a:srcRect l="46478" r="3522"/>
          <a:stretch>
            <a:fillRect/>
          </a:stretch>
        </p:blipFill>
        <p:spPr>
          <a:xfrm>
            <a:off x="8956447" y="2551461"/>
            <a:ext cx="978238" cy="1154065"/>
          </a:xfrm>
          <a:prstGeom prst="rect">
            <a:avLst/>
          </a:prstGeom>
        </p:spPr>
      </p:pic>
      <p:grpSp>
        <p:nvGrpSpPr>
          <p:cNvPr id="26" name="FICHIERS XML">
            <a:extLst>
              <a:ext uri="{FF2B5EF4-FFF2-40B4-BE49-F238E27FC236}">
                <a16:creationId xmlns:a16="http://schemas.microsoft.com/office/drawing/2014/main" id="{E32FFF2D-9644-EEB2-3E8E-EB8C7B8F92C0}"/>
              </a:ext>
            </a:extLst>
          </p:cNvPr>
          <p:cNvGrpSpPr/>
          <p:nvPr/>
        </p:nvGrpSpPr>
        <p:grpSpPr>
          <a:xfrm>
            <a:off x="7357220" y="1796619"/>
            <a:ext cx="1647290" cy="1979696"/>
            <a:chOff x="7436732" y="1579097"/>
            <a:chExt cx="1647290" cy="1979696"/>
          </a:xfrm>
        </p:grpSpPr>
        <p:pic>
          <p:nvPicPr>
            <p:cNvPr id="19" name="Picture 18">
              <a:extLst>
                <a:ext uri="{FF2B5EF4-FFF2-40B4-BE49-F238E27FC236}">
                  <a16:creationId xmlns:a16="http://schemas.microsoft.com/office/drawing/2014/main" id="{7E83025E-3A80-C66D-74CF-1FE220F32FC3}"/>
                </a:ext>
              </a:extLst>
            </p:cNvPr>
            <p:cNvPicPr>
              <a:picLocks noChangeAspect="1"/>
            </p:cNvPicPr>
            <p:nvPr/>
          </p:nvPicPr>
          <p:blipFill>
            <a:blip r:embed="rId5"/>
            <a:srcRect r="50000"/>
            <a:stretch>
              <a:fillRect/>
            </a:stretch>
          </p:blipFill>
          <p:spPr>
            <a:xfrm>
              <a:off x="7436732" y="1579097"/>
              <a:ext cx="1343153" cy="1584569"/>
            </a:xfrm>
            <a:prstGeom prst="rect">
              <a:avLst/>
            </a:prstGeom>
          </p:spPr>
        </p:pic>
        <p:pic>
          <p:nvPicPr>
            <p:cNvPr id="20" name="Picture 19">
              <a:extLst>
                <a:ext uri="{FF2B5EF4-FFF2-40B4-BE49-F238E27FC236}">
                  <a16:creationId xmlns:a16="http://schemas.microsoft.com/office/drawing/2014/main" id="{DFC9A48C-6DDD-DF77-926A-408AA842D7BF}"/>
                </a:ext>
              </a:extLst>
            </p:cNvPr>
            <p:cNvPicPr>
              <a:picLocks noChangeAspect="1"/>
            </p:cNvPicPr>
            <p:nvPr/>
          </p:nvPicPr>
          <p:blipFill>
            <a:blip r:embed="rId5"/>
            <a:srcRect r="50000"/>
            <a:stretch>
              <a:fillRect/>
            </a:stretch>
          </p:blipFill>
          <p:spPr>
            <a:xfrm>
              <a:off x="7588948" y="1762549"/>
              <a:ext cx="1343153" cy="1584569"/>
            </a:xfrm>
            <a:prstGeom prst="rect">
              <a:avLst/>
            </a:prstGeom>
          </p:spPr>
        </p:pic>
        <p:pic>
          <p:nvPicPr>
            <p:cNvPr id="21" name="Picture 20">
              <a:extLst>
                <a:ext uri="{FF2B5EF4-FFF2-40B4-BE49-F238E27FC236}">
                  <a16:creationId xmlns:a16="http://schemas.microsoft.com/office/drawing/2014/main" id="{B627C8E0-5CA3-06BD-1630-7DFB0C428186}"/>
                </a:ext>
              </a:extLst>
            </p:cNvPr>
            <p:cNvPicPr>
              <a:picLocks noChangeAspect="1"/>
            </p:cNvPicPr>
            <p:nvPr/>
          </p:nvPicPr>
          <p:blipFill>
            <a:blip r:embed="rId5"/>
            <a:srcRect r="50000"/>
            <a:stretch>
              <a:fillRect/>
            </a:stretch>
          </p:blipFill>
          <p:spPr>
            <a:xfrm>
              <a:off x="7740869" y="1974224"/>
              <a:ext cx="1343153" cy="1584569"/>
            </a:xfrm>
            <a:prstGeom prst="rect">
              <a:avLst/>
            </a:prstGeom>
          </p:spPr>
        </p:pic>
      </p:grpSp>
      <p:sp>
        <p:nvSpPr>
          <p:cNvPr id="27" name="TextBox 26">
            <a:extLst>
              <a:ext uri="{FF2B5EF4-FFF2-40B4-BE49-F238E27FC236}">
                <a16:creationId xmlns:a16="http://schemas.microsoft.com/office/drawing/2014/main" id="{EE2BD9B6-9BFF-BD9B-67D6-77A39AD82AF1}"/>
              </a:ext>
            </a:extLst>
          </p:cNvPr>
          <p:cNvSpPr txBox="1"/>
          <p:nvPr/>
        </p:nvSpPr>
        <p:spPr>
          <a:xfrm>
            <a:off x="8811592" y="3011856"/>
            <a:ext cx="308098" cy="369332"/>
          </a:xfrm>
          <a:prstGeom prst="rect">
            <a:avLst/>
          </a:prstGeom>
          <a:noFill/>
        </p:spPr>
        <p:txBody>
          <a:bodyPr wrap="none" rtlCol="0">
            <a:spAutoFit/>
          </a:bodyPr>
          <a:lstStyle/>
          <a:p>
            <a:r>
              <a:rPr lang="fr-CA" dirty="0"/>
              <a:t>+</a:t>
            </a:r>
          </a:p>
        </p:txBody>
      </p:sp>
      <p:sp>
        <p:nvSpPr>
          <p:cNvPr id="28" name="Rounded Rectangle 27">
            <a:extLst>
              <a:ext uri="{FF2B5EF4-FFF2-40B4-BE49-F238E27FC236}">
                <a16:creationId xmlns:a16="http://schemas.microsoft.com/office/drawing/2014/main" id="{1BFBED10-6247-2F86-7C28-728F00C5B945}"/>
              </a:ext>
            </a:extLst>
          </p:cNvPr>
          <p:cNvSpPr/>
          <p:nvPr/>
        </p:nvSpPr>
        <p:spPr>
          <a:xfrm>
            <a:off x="8533144" y="4960701"/>
            <a:ext cx="1017767" cy="332224"/>
          </a:xfrm>
          <a:prstGeom prst="roundRect">
            <a:avLst/>
          </a:prstGeom>
          <a:gradFill flip="none" rotWithShape="1">
            <a:gsLst>
              <a:gs pos="0">
                <a:srgbClr val="1763A0"/>
              </a:gs>
              <a:gs pos="100000">
                <a:srgbClr val="3286BF"/>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
        <p:nvSpPr>
          <p:cNvPr id="1025" name="Cross 1024">
            <a:extLst>
              <a:ext uri="{FF2B5EF4-FFF2-40B4-BE49-F238E27FC236}">
                <a16:creationId xmlns:a16="http://schemas.microsoft.com/office/drawing/2014/main" id="{678BAD48-6298-E2AB-3B16-F7AD4F32CA02}"/>
              </a:ext>
            </a:extLst>
          </p:cNvPr>
          <p:cNvSpPr/>
          <p:nvPr/>
        </p:nvSpPr>
        <p:spPr>
          <a:xfrm>
            <a:off x="10394089" y="5613282"/>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1" name="Etape 2">
            <a:extLst>
              <a:ext uri="{FF2B5EF4-FFF2-40B4-BE49-F238E27FC236}">
                <a16:creationId xmlns:a16="http://schemas.microsoft.com/office/drawing/2014/main" id="{9D75867D-4E83-F4F0-ED52-4DBE85896F8D}"/>
              </a:ext>
            </a:extLst>
          </p:cNvPr>
          <p:cNvSpPr/>
          <p:nvPr/>
        </p:nvSpPr>
        <p:spPr>
          <a:xfrm>
            <a:off x="1710231"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 name="Etape 3">
            <a:extLst>
              <a:ext uri="{FF2B5EF4-FFF2-40B4-BE49-F238E27FC236}">
                <a16:creationId xmlns:a16="http://schemas.microsoft.com/office/drawing/2014/main" id="{D46C1C42-86C7-6F6F-8F07-35ED6FCE4FE2}"/>
              </a:ext>
            </a:extLst>
          </p:cNvPr>
          <p:cNvSpPr/>
          <p:nvPr/>
        </p:nvSpPr>
        <p:spPr>
          <a:xfrm>
            <a:off x="4538794"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3" name="ZIP BD PL">
            <a:extLst>
              <a:ext uri="{FF2B5EF4-FFF2-40B4-BE49-F238E27FC236}">
                <a16:creationId xmlns:a16="http://schemas.microsoft.com/office/drawing/2014/main" id="{B823CB31-CB57-75CB-2586-FDB13848B16D}"/>
              </a:ext>
            </a:extLst>
          </p:cNvPr>
          <p:cNvGrpSpPr/>
          <p:nvPr/>
        </p:nvGrpSpPr>
        <p:grpSpPr>
          <a:xfrm>
            <a:off x="4772491" y="1917806"/>
            <a:ext cx="2029556" cy="2191837"/>
            <a:chOff x="3799676" y="2260395"/>
            <a:chExt cx="3407773" cy="3680255"/>
          </a:xfrm>
        </p:grpSpPr>
        <p:grpSp>
          <p:nvGrpSpPr>
            <p:cNvPr id="22" name="Group 21">
              <a:extLst>
                <a:ext uri="{FF2B5EF4-FFF2-40B4-BE49-F238E27FC236}">
                  <a16:creationId xmlns:a16="http://schemas.microsoft.com/office/drawing/2014/main" id="{DA4924C6-4F0D-3AD3-C114-AC37F5C71048}"/>
                </a:ext>
              </a:extLst>
            </p:cNvPr>
            <p:cNvGrpSpPr/>
            <p:nvPr/>
          </p:nvGrpSpPr>
          <p:grpSpPr>
            <a:xfrm>
              <a:off x="4103673" y="2260395"/>
              <a:ext cx="2799778" cy="2799778"/>
              <a:chOff x="1780879" y="3651581"/>
              <a:chExt cx="2799778" cy="2799778"/>
            </a:xfrm>
          </p:grpSpPr>
          <p:pic>
            <p:nvPicPr>
              <p:cNvPr id="52" name="Picture 51">
                <a:extLst>
                  <a:ext uri="{FF2B5EF4-FFF2-40B4-BE49-F238E27FC236}">
                    <a16:creationId xmlns:a16="http://schemas.microsoft.com/office/drawing/2014/main" id="{A190F13F-B0CA-1B14-769E-6E330EB48E71}"/>
                  </a:ext>
                </a:extLst>
              </p:cNvPr>
              <p:cNvPicPr>
                <a:picLocks noChangeAspect="1"/>
              </p:cNvPicPr>
              <p:nvPr/>
            </p:nvPicPr>
            <p:blipFill>
              <a:blip r:embed="rId3"/>
              <a:stretch>
                <a:fillRect/>
              </a:stretch>
            </p:blipFill>
            <p:spPr>
              <a:xfrm>
                <a:off x="1780879" y="3651581"/>
                <a:ext cx="2799778" cy="2799778"/>
              </a:xfrm>
              <a:prstGeom prst="rect">
                <a:avLst/>
              </a:prstGeom>
            </p:spPr>
          </p:pic>
          <p:pic>
            <p:nvPicPr>
              <p:cNvPr id="54" name="Picture 53">
                <a:extLst>
                  <a:ext uri="{FF2B5EF4-FFF2-40B4-BE49-F238E27FC236}">
                    <a16:creationId xmlns:a16="http://schemas.microsoft.com/office/drawing/2014/main" id="{8976692C-1BE8-7A10-B1BA-370426A1E64B}"/>
                  </a:ext>
                </a:extLst>
              </p:cNvPr>
              <p:cNvPicPr>
                <a:picLocks/>
              </p:cNvPicPr>
              <p:nvPr/>
            </p:nvPicPr>
            <p:blipFill>
              <a:blip r:embed="rId6">
                <a:extLst>
                  <a:ext uri="{BEBA8EAE-BF5A-486C-A8C5-ECC9F3942E4B}">
                    <a14:imgProps xmlns:a14="http://schemas.microsoft.com/office/drawing/2010/main">
                      <a14:imgLayer r:embed="rId7">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23" name="TextBox 22">
              <a:extLst>
                <a:ext uri="{FF2B5EF4-FFF2-40B4-BE49-F238E27FC236}">
                  <a16:creationId xmlns:a16="http://schemas.microsoft.com/office/drawing/2014/main" id="{B6BC58C1-1CA6-AEC4-70FD-FC36C942C849}"/>
                </a:ext>
              </a:extLst>
            </p:cNvPr>
            <p:cNvSpPr txBox="1"/>
            <p:nvPr/>
          </p:nvSpPr>
          <p:spPr>
            <a:xfrm>
              <a:off x="3799676" y="4855413"/>
              <a:ext cx="3407773" cy="1085237"/>
            </a:xfrm>
            <a:prstGeom prst="rect">
              <a:avLst/>
            </a:prstGeom>
            <a:noFill/>
          </p:spPr>
          <p:txBody>
            <a:bodyPr wrap="square" rtlCol="0">
              <a:spAutoFit/>
            </a:bodyPr>
            <a:lstStyle/>
            <a:p>
              <a:pPr algn="ctr"/>
              <a:r>
                <a:rPr lang="fr-CA" b="1" dirty="0">
                  <a:latin typeface="+mj-lt"/>
                </a:rPr>
                <a:t>Base de données Première </a:t>
              </a:r>
              <a:r>
                <a:rPr lang="fr-CA" b="1" dirty="0" err="1">
                  <a:latin typeface="+mj-lt"/>
                </a:rPr>
                <a:t>Ligne.zip</a:t>
              </a:r>
              <a:endParaRPr lang="fr-CA" b="1" dirty="0">
                <a:latin typeface="+mj-lt"/>
              </a:endParaRPr>
            </a:p>
          </p:txBody>
        </p:sp>
      </p:grpSp>
      <p:grpSp>
        <p:nvGrpSpPr>
          <p:cNvPr id="2" name="PDF SIGNATURE">
            <a:extLst>
              <a:ext uri="{FF2B5EF4-FFF2-40B4-BE49-F238E27FC236}">
                <a16:creationId xmlns:a16="http://schemas.microsoft.com/office/drawing/2014/main" id="{14E65F71-ABAC-347D-A26F-1A680D75B5FB}"/>
              </a:ext>
            </a:extLst>
          </p:cNvPr>
          <p:cNvGrpSpPr/>
          <p:nvPr/>
        </p:nvGrpSpPr>
        <p:grpSpPr>
          <a:xfrm>
            <a:off x="2380472" y="4503612"/>
            <a:ext cx="2078526" cy="2195393"/>
            <a:chOff x="-172678" y="3075896"/>
            <a:chExt cx="3245468" cy="3427947"/>
          </a:xfrm>
        </p:grpSpPr>
        <p:pic>
          <p:nvPicPr>
            <p:cNvPr id="3" name="Picture 2">
              <a:extLst>
                <a:ext uri="{FF2B5EF4-FFF2-40B4-BE49-F238E27FC236}">
                  <a16:creationId xmlns:a16="http://schemas.microsoft.com/office/drawing/2014/main" id="{5D4BD0C8-B2C2-9A88-4EEA-27F75463969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2E638B-154C-67D6-6943-B3F544366CA0}"/>
                </a:ext>
              </a:extLst>
            </p:cNvPr>
            <p:cNvSpPr txBox="1"/>
            <p:nvPr/>
          </p:nvSpPr>
          <p:spPr>
            <a:xfrm>
              <a:off x="-172678" y="5494644"/>
              <a:ext cx="3245468" cy="1009199"/>
            </a:xfrm>
            <a:prstGeom prst="rect">
              <a:avLst/>
            </a:prstGeom>
            <a:noFill/>
          </p:spPr>
          <p:txBody>
            <a:bodyPr wrap="square" rtlCol="0">
              <a:spAutoFit/>
            </a:bodyPr>
            <a:lstStyle/>
            <a:p>
              <a:pPr algn="ctr"/>
              <a:r>
                <a:rPr lang="fr-CA" b="1" dirty="0">
                  <a:latin typeface="+mj-lt"/>
                </a:rPr>
                <a:t>Entente de </a:t>
              </a:r>
              <a:r>
                <a:rPr lang="fr-CA" b="1" dirty="0" err="1">
                  <a:latin typeface="+mj-lt"/>
                </a:rPr>
                <a:t>confidentialité.pdf</a:t>
              </a:r>
              <a:endParaRPr lang="fr-CA" b="1" dirty="0">
                <a:latin typeface="+mj-lt"/>
              </a:endParaRPr>
            </a:p>
          </p:txBody>
        </p:sp>
      </p:grpSp>
      <p:grpSp>
        <p:nvGrpSpPr>
          <p:cNvPr id="55" name="PDF FACTURE">
            <a:extLst>
              <a:ext uri="{FF2B5EF4-FFF2-40B4-BE49-F238E27FC236}">
                <a16:creationId xmlns:a16="http://schemas.microsoft.com/office/drawing/2014/main" id="{B8BF318C-2090-C201-835A-54BCDACABB17}"/>
              </a:ext>
            </a:extLst>
          </p:cNvPr>
          <p:cNvGrpSpPr/>
          <p:nvPr/>
        </p:nvGrpSpPr>
        <p:grpSpPr>
          <a:xfrm>
            <a:off x="10703453" y="4840472"/>
            <a:ext cx="1461452" cy="1856422"/>
            <a:chOff x="296333" y="3075896"/>
            <a:chExt cx="2281951" cy="2898668"/>
          </a:xfrm>
        </p:grpSpPr>
        <p:pic>
          <p:nvPicPr>
            <p:cNvPr id="57" name="Picture 2">
              <a:extLst>
                <a:ext uri="{FF2B5EF4-FFF2-40B4-BE49-F238E27FC236}">
                  <a16:creationId xmlns:a16="http://schemas.microsoft.com/office/drawing/2014/main" id="{46742E88-80E1-692F-95A6-3AAA914D29AD}"/>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58" name="TextBox 57">
              <a:extLst>
                <a:ext uri="{FF2B5EF4-FFF2-40B4-BE49-F238E27FC236}">
                  <a16:creationId xmlns:a16="http://schemas.microsoft.com/office/drawing/2014/main" id="{E0C7CE8F-E542-9D16-2DDF-B9E33B48E8F8}"/>
                </a:ext>
              </a:extLst>
            </p:cNvPr>
            <p:cNvSpPr txBox="1"/>
            <p:nvPr/>
          </p:nvSpPr>
          <p:spPr>
            <a:xfrm>
              <a:off x="321828" y="5494644"/>
              <a:ext cx="2256456" cy="479920"/>
            </a:xfrm>
            <a:prstGeom prst="rect">
              <a:avLst/>
            </a:prstGeom>
            <a:noFill/>
          </p:spPr>
          <p:txBody>
            <a:bodyPr wrap="square" rtlCol="0">
              <a:spAutoFit/>
            </a:bodyPr>
            <a:lstStyle/>
            <a:p>
              <a:pPr algn="ctr"/>
              <a:r>
                <a:rPr lang="fr-CA" b="1" dirty="0" err="1">
                  <a:latin typeface="+mj-lt"/>
                </a:rPr>
                <a:t>Facture.pdf</a:t>
              </a:r>
              <a:endParaRPr lang="fr-CA" b="1" dirty="0">
                <a:latin typeface="+mj-lt"/>
              </a:endParaRPr>
            </a:p>
          </p:txBody>
        </p:sp>
      </p:grpSp>
      <p:grpSp>
        <p:nvGrpSpPr>
          <p:cNvPr id="33" name="PDF BON DE COMMANDE">
            <a:extLst>
              <a:ext uri="{FF2B5EF4-FFF2-40B4-BE49-F238E27FC236}">
                <a16:creationId xmlns:a16="http://schemas.microsoft.com/office/drawing/2014/main" id="{D9B905F8-CE51-A4E3-ACE5-E7CBF99531DF}"/>
              </a:ext>
            </a:extLst>
          </p:cNvPr>
          <p:cNvGrpSpPr/>
          <p:nvPr/>
        </p:nvGrpSpPr>
        <p:grpSpPr>
          <a:xfrm>
            <a:off x="2223347" y="1933195"/>
            <a:ext cx="2391956" cy="2195393"/>
            <a:chOff x="2803344" y="3075896"/>
            <a:chExt cx="3734865" cy="3427947"/>
          </a:xfrm>
        </p:grpSpPr>
        <p:pic>
          <p:nvPicPr>
            <p:cNvPr id="30" name="Picture 2">
              <a:extLst>
                <a:ext uri="{FF2B5EF4-FFF2-40B4-BE49-F238E27FC236}">
                  <a16:creationId xmlns:a16="http://schemas.microsoft.com/office/drawing/2014/main" id="{77DF7CCD-5138-1CE8-48D1-28474B81298B}"/>
                </a:ext>
              </a:extLst>
            </p:cNvPr>
            <p:cNvPicPr>
              <a:picLocks noChangeAspect="1" noChangeArrowheads="1"/>
            </p:cNvPicPr>
            <p:nvPr/>
          </p:nvPicPr>
          <p:blipFill>
            <a:blip r:embed="rId11"/>
            <a:srcRect l="19601" r="19601"/>
            <a:stretch/>
          </p:blipFill>
          <p:spPr bwMode="auto">
            <a:xfrm>
              <a:off x="342561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04C7F81F-9729-D886-7154-C430F3E030A2}"/>
                </a:ext>
              </a:extLst>
            </p:cNvPr>
            <p:cNvSpPr txBox="1"/>
            <p:nvPr/>
          </p:nvSpPr>
          <p:spPr>
            <a:xfrm>
              <a:off x="2803344" y="5494644"/>
              <a:ext cx="3734865" cy="1009199"/>
            </a:xfrm>
            <a:prstGeom prst="rect">
              <a:avLst/>
            </a:prstGeom>
            <a:noFill/>
          </p:spPr>
          <p:txBody>
            <a:bodyPr wrap="square" rtlCol="0">
              <a:spAutoFit/>
            </a:bodyPr>
            <a:lstStyle/>
            <a:p>
              <a:pPr algn="ctr"/>
              <a:r>
                <a:rPr lang="fr-CA" b="1" dirty="0">
                  <a:latin typeface="+mj-lt"/>
                </a:rPr>
                <a:t>Bon de</a:t>
              </a:r>
              <a:br>
                <a:rPr lang="fr-CA" b="1" dirty="0">
                  <a:latin typeface="+mj-lt"/>
                </a:rPr>
              </a:br>
              <a:r>
                <a:rPr lang="fr-CA" b="1" dirty="0" err="1">
                  <a:latin typeface="+mj-lt"/>
                </a:rPr>
                <a:t>commande.pdf</a:t>
              </a:r>
              <a:endParaRPr lang="fr-CA" b="1" dirty="0">
                <a:latin typeface="+mj-lt"/>
              </a:endParaRPr>
            </a:p>
          </p:txBody>
        </p:sp>
      </p:grpSp>
      <p:grpSp>
        <p:nvGrpSpPr>
          <p:cNvPr id="34" name="PDF SOUMISSION">
            <a:extLst>
              <a:ext uri="{FF2B5EF4-FFF2-40B4-BE49-F238E27FC236}">
                <a16:creationId xmlns:a16="http://schemas.microsoft.com/office/drawing/2014/main" id="{6691CA65-07D9-8A92-47EF-5088A7A17D4D}"/>
              </a:ext>
            </a:extLst>
          </p:cNvPr>
          <p:cNvGrpSpPr/>
          <p:nvPr/>
        </p:nvGrpSpPr>
        <p:grpSpPr>
          <a:xfrm>
            <a:off x="221255" y="1891195"/>
            <a:ext cx="1718766" cy="1918394"/>
            <a:chOff x="108192" y="3075896"/>
            <a:chExt cx="2683728" cy="2995433"/>
          </a:xfrm>
        </p:grpSpPr>
        <p:pic>
          <p:nvPicPr>
            <p:cNvPr id="1026" name="Picture 2">
              <a:extLst>
                <a:ext uri="{FF2B5EF4-FFF2-40B4-BE49-F238E27FC236}">
                  <a16:creationId xmlns:a16="http://schemas.microsoft.com/office/drawing/2014/main" id="{7BA2511E-A831-0E87-23DF-7DB796AA749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5FE83FD0-D296-489D-3028-3BBD4B469440}"/>
                </a:ext>
              </a:extLst>
            </p:cNvPr>
            <p:cNvSpPr txBox="1"/>
            <p:nvPr/>
          </p:nvSpPr>
          <p:spPr>
            <a:xfrm>
              <a:off x="108192" y="5494644"/>
              <a:ext cx="2683728" cy="576685"/>
            </a:xfrm>
            <a:prstGeom prst="rect">
              <a:avLst/>
            </a:prstGeom>
            <a:noFill/>
          </p:spPr>
          <p:txBody>
            <a:bodyPr wrap="square" rtlCol="0">
              <a:spAutoFit/>
            </a:bodyPr>
            <a:lstStyle/>
            <a:p>
              <a:pPr algn="ctr"/>
              <a:r>
                <a:rPr lang="fr-CA" b="1" dirty="0" err="1">
                  <a:latin typeface="+mj-lt"/>
                </a:rPr>
                <a:t>Soumission.pdf</a:t>
              </a:r>
              <a:endParaRPr lang="fr-CA" b="1" dirty="0">
                <a:latin typeface="+mj-lt"/>
              </a:endParaRPr>
            </a:p>
          </p:txBody>
        </p:sp>
      </p:grpSp>
      <p:sp>
        <p:nvSpPr>
          <p:cNvPr id="63" name="Zone BON et Entente">
            <a:extLst>
              <a:ext uri="{FF2B5EF4-FFF2-40B4-BE49-F238E27FC236}">
                <a16:creationId xmlns:a16="http://schemas.microsoft.com/office/drawing/2014/main" id="{39A08592-AC93-81F9-EC45-D6F609AF7BA9}"/>
              </a:ext>
            </a:extLst>
          </p:cNvPr>
          <p:cNvSpPr/>
          <p:nvPr/>
        </p:nvSpPr>
        <p:spPr>
          <a:xfrm>
            <a:off x="2353968" y="1796619"/>
            <a:ext cx="2078526" cy="4965506"/>
          </a:xfrm>
          <a:prstGeom prst="roundRect">
            <a:avLst>
              <a:gd name="adj" fmla="val 8379"/>
            </a:avLst>
          </a:prstGeom>
          <a:solidFill>
            <a:srgbClr val="D9D9D9">
              <a:alpha val="25098"/>
            </a:srgbClr>
          </a:solidFill>
          <a:ln>
            <a:solidFill>
              <a:schemeClr val="bg1">
                <a:lumMod val="8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0" name="Signature">
            <a:extLst>
              <a:ext uri="{FF2B5EF4-FFF2-40B4-BE49-F238E27FC236}">
                <a16:creationId xmlns:a16="http://schemas.microsoft.com/office/drawing/2014/main" id="{292AE0EF-1A0D-340E-20C6-6A179ECB4A57}"/>
              </a:ext>
            </a:extLst>
          </p:cNvPr>
          <p:cNvSpPr/>
          <p:nvPr/>
        </p:nvSpPr>
        <p:spPr>
          <a:xfrm>
            <a:off x="2962676" y="4837894"/>
            <a:ext cx="914165" cy="278835"/>
          </a:xfrm>
          <a:custGeom>
            <a:avLst/>
            <a:gdLst>
              <a:gd name="connsiteX0" fmla="*/ 0 w 1052623"/>
              <a:gd name="connsiteY0" fmla="*/ 265814 h 321067"/>
              <a:gd name="connsiteX1" fmla="*/ 31897 w 1052623"/>
              <a:gd name="connsiteY1" fmla="*/ 138223 h 321067"/>
              <a:gd name="connsiteX2" fmla="*/ 42530 w 1052623"/>
              <a:gd name="connsiteY2" fmla="*/ 10633 h 321067"/>
              <a:gd name="connsiteX3" fmla="*/ 74428 w 1052623"/>
              <a:gd name="connsiteY3" fmla="*/ 202019 h 321067"/>
              <a:gd name="connsiteX4" fmla="*/ 85060 w 1052623"/>
              <a:gd name="connsiteY4" fmla="*/ 244549 h 321067"/>
              <a:gd name="connsiteX5" fmla="*/ 116958 w 1052623"/>
              <a:gd name="connsiteY5" fmla="*/ 265814 h 321067"/>
              <a:gd name="connsiteX6" fmla="*/ 170121 w 1052623"/>
              <a:gd name="connsiteY6" fmla="*/ 74428 h 321067"/>
              <a:gd name="connsiteX7" fmla="*/ 180753 w 1052623"/>
              <a:gd name="connsiteY7" fmla="*/ 0 h 321067"/>
              <a:gd name="connsiteX8" fmla="*/ 223284 w 1052623"/>
              <a:gd name="connsiteY8" fmla="*/ 287079 h 321067"/>
              <a:gd name="connsiteX9" fmla="*/ 233916 w 1052623"/>
              <a:gd name="connsiteY9" fmla="*/ 318977 h 321067"/>
              <a:gd name="connsiteX10" fmla="*/ 244549 w 1052623"/>
              <a:gd name="connsiteY10" fmla="*/ 233916 h 321067"/>
              <a:gd name="connsiteX11" fmla="*/ 318977 w 1052623"/>
              <a:gd name="connsiteY11" fmla="*/ 318977 h 321067"/>
              <a:gd name="connsiteX12" fmla="*/ 372139 w 1052623"/>
              <a:gd name="connsiteY12" fmla="*/ 287079 h 321067"/>
              <a:gd name="connsiteX13" fmla="*/ 318977 w 1052623"/>
              <a:gd name="connsiteY13" fmla="*/ 127591 h 321067"/>
              <a:gd name="connsiteX14" fmla="*/ 425302 w 1052623"/>
              <a:gd name="connsiteY14" fmla="*/ 21265 h 321067"/>
              <a:gd name="connsiteX15" fmla="*/ 446567 w 1052623"/>
              <a:gd name="connsiteY15" fmla="*/ 53163 h 321067"/>
              <a:gd name="connsiteX16" fmla="*/ 467832 w 1052623"/>
              <a:gd name="connsiteY16" fmla="*/ 180753 h 321067"/>
              <a:gd name="connsiteX17" fmla="*/ 457200 w 1052623"/>
              <a:gd name="connsiteY17" fmla="*/ 244549 h 321067"/>
              <a:gd name="connsiteX18" fmla="*/ 414670 w 1052623"/>
              <a:gd name="connsiteY18" fmla="*/ 233916 h 321067"/>
              <a:gd name="connsiteX19" fmla="*/ 180753 w 1052623"/>
              <a:gd name="connsiteY19" fmla="*/ 244549 h 321067"/>
              <a:gd name="connsiteX20" fmla="*/ 170121 w 1052623"/>
              <a:gd name="connsiteY20" fmla="*/ 212651 h 321067"/>
              <a:gd name="connsiteX21" fmla="*/ 669851 w 1052623"/>
              <a:gd name="connsiteY21" fmla="*/ 170121 h 321067"/>
              <a:gd name="connsiteX22" fmla="*/ 1052623 w 1052623"/>
              <a:gd name="connsiteY22" fmla="*/ 95693 h 321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2623" h="321067">
                <a:moveTo>
                  <a:pt x="0" y="265814"/>
                </a:moveTo>
                <a:cubicBezTo>
                  <a:pt x="10632" y="223284"/>
                  <a:pt x="24690" y="181466"/>
                  <a:pt x="31897" y="138223"/>
                </a:cubicBezTo>
                <a:cubicBezTo>
                  <a:pt x="38913" y="96126"/>
                  <a:pt x="18857" y="-24877"/>
                  <a:pt x="42530" y="10633"/>
                </a:cubicBezTo>
                <a:cubicBezTo>
                  <a:pt x="78406" y="64446"/>
                  <a:pt x="58743" y="139275"/>
                  <a:pt x="74428" y="202019"/>
                </a:cubicBezTo>
                <a:cubicBezTo>
                  <a:pt x="77972" y="216196"/>
                  <a:pt x="76954" y="232390"/>
                  <a:pt x="85060" y="244549"/>
                </a:cubicBezTo>
                <a:cubicBezTo>
                  <a:pt x="92148" y="255182"/>
                  <a:pt x="106325" y="258726"/>
                  <a:pt x="116958" y="265814"/>
                </a:cubicBezTo>
                <a:cubicBezTo>
                  <a:pt x="141176" y="96296"/>
                  <a:pt x="106251" y="304363"/>
                  <a:pt x="170121" y="74428"/>
                </a:cubicBezTo>
                <a:cubicBezTo>
                  <a:pt x="176828" y="50281"/>
                  <a:pt x="177209" y="24809"/>
                  <a:pt x="180753" y="0"/>
                </a:cubicBezTo>
                <a:cubicBezTo>
                  <a:pt x="194930" y="95693"/>
                  <a:pt x="207380" y="191658"/>
                  <a:pt x="223284" y="287079"/>
                </a:cubicBezTo>
                <a:cubicBezTo>
                  <a:pt x="225127" y="298134"/>
                  <a:pt x="229754" y="329383"/>
                  <a:pt x="233916" y="318977"/>
                </a:cubicBezTo>
                <a:cubicBezTo>
                  <a:pt x="244528" y="292446"/>
                  <a:pt x="241005" y="262270"/>
                  <a:pt x="244549" y="233916"/>
                </a:cubicBezTo>
                <a:cubicBezTo>
                  <a:pt x="269358" y="262270"/>
                  <a:pt x="284200" y="304486"/>
                  <a:pt x="318977" y="318977"/>
                </a:cubicBezTo>
                <a:cubicBezTo>
                  <a:pt x="338053" y="326925"/>
                  <a:pt x="366814" y="307047"/>
                  <a:pt x="372139" y="287079"/>
                </a:cubicBezTo>
                <a:cubicBezTo>
                  <a:pt x="402400" y="173601"/>
                  <a:pt x="378059" y="171902"/>
                  <a:pt x="318977" y="127591"/>
                </a:cubicBezTo>
                <a:cubicBezTo>
                  <a:pt x="341980" y="70082"/>
                  <a:pt x="342765" y="37772"/>
                  <a:pt x="425302" y="21265"/>
                </a:cubicBezTo>
                <a:cubicBezTo>
                  <a:pt x="437833" y="18759"/>
                  <a:pt x="439479" y="42530"/>
                  <a:pt x="446567" y="53163"/>
                </a:cubicBezTo>
                <a:cubicBezTo>
                  <a:pt x="453655" y="95693"/>
                  <a:pt x="465440" y="137703"/>
                  <a:pt x="467832" y="180753"/>
                </a:cubicBezTo>
                <a:cubicBezTo>
                  <a:pt x="469028" y="202278"/>
                  <a:pt x="472444" y="229305"/>
                  <a:pt x="457200" y="244549"/>
                </a:cubicBezTo>
                <a:cubicBezTo>
                  <a:pt x="446867" y="254882"/>
                  <a:pt x="428847" y="237460"/>
                  <a:pt x="414670" y="233916"/>
                </a:cubicBezTo>
                <a:cubicBezTo>
                  <a:pt x="333707" y="248636"/>
                  <a:pt x="263562" y="272152"/>
                  <a:pt x="180753" y="244549"/>
                </a:cubicBezTo>
                <a:cubicBezTo>
                  <a:pt x="170120" y="241005"/>
                  <a:pt x="173665" y="223284"/>
                  <a:pt x="170121" y="212651"/>
                </a:cubicBezTo>
                <a:cubicBezTo>
                  <a:pt x="334756" y="203986"/>
                  <a:pt x="507936" y="198527"/>
                  <a:pt x="669851" y="170121"/>
                </a:cubicBezTo>
                <a:cubicBezTo>
                  <a:pt x="1127270" y="89872"/>
                  <a:pt x="843141" y="95693"/>
                  <a:pt x="1052623" y="95693"/>
                </a:cubicBezTo>
              </a:path>
            </a:pathLst>
          </a:custGeom>
          <a:noFill/>
          <a:ln>
            <a:solidFill>
              <a:srgbClr val="005D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419408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p:tgtEl>
                                          <p:spTgt spid="34"/>
                                        </p:tgtEl>
                                        <p:attrNameLst>
                                          <p:attrName>ppt_x</p:attrName>
                                        </p:attrNameLst>
                                      </p:cBhvr>
                                      <p:tavLst>
                                        <p:tav tm="0">
                                          <p:val>
                                            <p:strVal val="#ppt_x-#ppt_w*1.125000"/>
                                          </p:val>
                                        </p:tav>
                                        <p:tav tm="100000">
                                          <p:val>
                                            <p:strVal val="#ppt_x"/>
                                          </p:val>
                                        </p:tav>
                                      </p:tavLst>
                                    </p:anim>
                                    <p:animEffect transition="in" filter="wipe(right)">
                                      <p:cBhvr>
                                        <p:cTn id="8" dur="500"/>
                                        <p:tgtEl>
                                          <p:spTgt spid="34"/>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grpId="0" nodeType="clickEffect">
                                  <p:stCondLst>
                                    <p:cond delay="0"/>
                                  </p:stCondLst>
                                  <p:childTnLst>
                                    <p:set>
                                      <p:cBhvr>
                                        <p:cTn id="12" dur="1" fill="hold">
                                          <p:stCondLst>
                                            <p:cond delay="0"/>
                                          </p:stCondLst>
                                        </p:cTn>
                                        <p:tgtEl>
                                          <p:spTgt spid="51"/>
                                        </p:tgtEl>
                                        <p:attrNameLst>
                                          <p:attrName>style.visibility</p:attrName>
                                        </p:attrNameLst>
                                      </p:cBhvr>
                                      <p:to>
                                        <p:strVal val="visible"/>
                                      </p:to>
                                    </p:set>
                                    <p:anim calcmode="lin" valueType="num">
                                      <p:cBhvr additive="base">
                                        <p:cTn id="13" dur="500"/>
                                        <p:tgtEl>
                                          <p:spTgt spid="51"/>
                                        </p:tgtEl>
                                        <p:attrNameLst>
                                          <p:attrName>ppt_x</p:attrName>
                                        </p:attrNameLst>
                                      </p:cBhvr>
                                      <p:tavLst>
                                        <p:tav tm="0">
                                          <p:val>
                                            <p:strVal val="#ppt_x-#ppt_w*1.125000"/>
                                          </p:val>
                                        </p:tav>
                                        <p:tav tm="100000">
                                          <p:val>
                                            <p:strVal val="#ppt_x"/>
                                          </p:val>
                                        </p:tav>
                                      </p:tavLst>
                                    </p:anim>
                                    <p:animEffect transition="in" filter="wipe(right)">
                                      <p:cBhvr>
                                        <p:cTn id="14" dur="500"/>
                                        <p:tgtEl>
                                          <p:spTgt spid="51"/>
                                        </p:tgtEl>
                                      </p:cBhvr>
                                    </p:animEffect>
                                  </p:childTnLst>
                                </p:cTn>
                              </p:par>
                            </p:childTnLst>
                          </p:cTn>
                        </p:par>
                        <p:par>
                          <p:cTn id="15" fill="hold">
                            <p:stCondLst>
                              <p:cond delay="500"/>
                            </p:stCondLst>
                            <p:childTnLst>
                              <p:par>
                                <p:cTn id="16" presetID="53" presetClass="entr" presetSubtype="16" fill="hold" grpId="0" nodeType="afterEffect">
                                  <p:stCondLst>
                                    <p:cond delay="0"/>
                                  </p:stCondLst>
                                  <p:childTnLst>
                                    <p:set>
                                      <p:cBhvr>
                                        <p:cTn id="17" dur="1" fill="hold">
                                          <p:stCondLst>
                                            <p:cond delay="0"/>
                                          </p:stCondLst>
                                        </p:cTn>
                                        <p:tgtEl>
                                          <p:spTgt spid="63"/>
                                        </p:tgtEl>
                                        <p:attrNameLst>
                                          <p:attrName>style.visibility</p:attrName>
                                        </p:attrNameLst>
                                      </p:cBhvr>
                                      <p:to>
                                        <p:strVal val="visible"/>
                                      </p:to>
                                    </p:set>
                                    <p:anim calcmode="lin" valueType="num">
                                      <p:cBhvr>
                                        <p:cTn id="18" dur="500" fill="hold"/>
                                        <p:tgtEl>
                                          <p:spTgt spid="63"/>
                                        </p:tgtEl>
                                        <p:attrNameLst>
                                          <p:attrName>ppt_w</p:attrName>
                                        </p:attrNameLst>
                                      </p:cBhvr>
                                      <p:tavLst>
                                        <p:tav tm="0">
                                          <p:val>
                                            <p:fltVal val="0"/>
                                          </p:val>
                                        </p:tav>
                                        <p:tav tm="100000">
                                          <p:val>
                                            <p:strVal val="#ppt_w"/>
                                          </p:val>
                                        </p:tav>
                                      </p:tavLst>
                                    </p:anim>
                                    <p:anim calcmode="lin" valueType="num">
                                      <p:cBhvr>
                                        <p:cTn id="19" dur="500" fill="hold"/>
                                        <p:tgtEl>
                                          <p:spTgt spid="63"/>
                                        </p:tgtEl>
                                        <p:attrNameLst>
                                          <p:attrName>ppt_h</p:attrName>
                                        </p:attrNameLst>
                                      </p:cBhvr>
                                      <p:tavLst>
                                        <p:tav tm="0">
                                          <p:val>
                                            <p:fltVal val="0"/>
                                          </p:val>
                                        </p:tav>
                                        <p:tav tm="100000">
                                          <p:val>
                                            <p:strVal val="#ppt_h"/>
                                          </p:val>
                                        </p:tav>
                                      </p:tavLst>
                                    </p:anim>
                                    <p:animEffect transition="in" filter="fade">
                                      <p:cBhvr>
                                        <p:cTn id="20" dur="500"/>
                                        <p:tgtEl>
                                          <p:spTgt spid="63"/>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wipe(left)">
                                      <p:cBhvr>
                                        <p:cTn id="24" dur="500"/>
                                        <p:tgtEl>
                                          <p:spTgt spid="33"/>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1024"/>
                                        </p:tgtEl>
                                        <p:attrNameLst>
                                          <p:attrName>style.visibility</p:attrName>
                                        </p:attrNameLst>
                                      </p:cBhvr>
                                      <p:to>
                                        <p:strVal val="visible"/>
                                      </p:to>
                                    </p:set>
                                    <p:animEffect transition="in" filter="fade">
                                      <p:cBhvr>
                                        <p:cTn id="28" dur="500"/>
                                        <p:tgtEl>
                                          <p:spTgt spid="1024"/>
                                        </p:tgtEl>
                                      </p:cBhvr>
                                    </p:animEffect>
                                  </p:childTnLst>
                                </p:cTn>
                              </p:par>
                            </p:childTnLst>
                          </p:cTn>
                        </p:par>
                        <p:par>
                          <p:cTn id="29" fill="hold">
                            <p:stCondLst>
                              <p:cond delay="2000"/>
                            </p:stCondLst>
                            <p:childTnLst>
                              <p:par>
                                <p:cTn id="30" presetID="12" presetClass="entr" presetSubtype="8" fill="hold" nodeType="after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p:tgtEl>
                                          <p:spTgt spid="2"/>
                                        </p:tgtEl>
                                        <p:attrNameLst>
                                          <p:attrName>ppt_x</p:attrName>
                                        </p:attrNameLst>
                                      </p:cBhvr>
                                      <p:tavLst>
                                        <p:tav tm="0">
                                          <p:val>
                                            <p:strVal val="#ppt_x-#ppt_w*1.125000"/>
                                          </p:val>
                                        </p:tav>
                                        <p:tav tm="100000">
                                          <p:val>
                                            <p:strVal val="#ppt_x"/>
                                          </p:val>
                                        </p:tav>
                                      </p:tavLst>
                                    </p:anim>
                                    <p:animEffect transition="in" filter="wipe(right)">
                                      <p:cBhvr>
                                        <p:cTn id="33" dur="500"/>
                                        <p:tgtEl>
                                          <p:spTgt spid="2"/>
                                        </p:tgtEl>
                                      </p:cBhvr>
                                    </p:animEffect>
                                  </p:childTnLst>
                                </p:cTn>
                              </p:par>
                            </p:childTnLst>
                          </p:cTn>
                        </p:par>
                        <p:par>
                          <p:cTn id="34" fill="hold">
                            <p:stCondLst>
                              <p:cond delay="2500"/>
                            </p:stCondLst>
                            <p:childTnLst>
                              <p:par>
                                <p:cTn id="35" presetID="22" presetClass="entr" presetSubtype="8"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10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8"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p:tgtEl>
                                          <p:spTgt spid="11"/>
                                        </p:tgtEl>
                                        <p:attrNameLst>
                                          <p:attrName>ppt_x</p:attrName>
                                        </p:attrNameLst>
                                      </p:cBhvr>
                                      <p:tavLst>
                                        <p:tav tm="0">
                                          <p:val>
                                            <p:strVal val="#ppt_x-#ppt_w*1.125000"/>
                                          </p:val>
                                        </p:tav>
                                        <p:tav tm="100000">
                                          <p:val>
                                            <p:strVal val="#ppt_x"/>
                                          </p:val>
                                        </p:tav>
                                      </p:tavLst>
                                    </p:anim>
                                    <p:animEffect transition="in" filter="wipe(right)">
                                      <p:cBhvr>
                                        <p:cTn id="43" dur="500"/>
                                        <p:tgtEl>
                                          <p:spTgt spid="11"/>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wipe(left)">
                                      <p:cBhvr>
                                        <p:cTn id="52" dur="500"/>
                                        <p:tgtEl>
                                          <p:spTgt spid="53"/>
                                        </p:tgtEl>
                                      </p:cBhvr>
                                    </p:animEffect>
                                  </p:childTnLst>
                                </p:cTn>
                              </p:par>
                            </p:childTnLst>
                          </p:cTn>
                        </p:par>
                        <p:par>
                          <p:cTn id="53" fill="hold">
                            <p:stCondLst>
                              <p:cond delay="500"/>
                            </p:stCondLst>
                            <p:childTnLst>
                              <p:par>
                                <p:cTn id="54" presetID="22" presetClass="entr" presetSubtype="8" fill="hold" nodeType="after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wipe(left)">
                                      <p:cBhvr>
                                        <p:cTn id="56" dur="500"/>
                                        <p:tgtEl>
                                          <p:spTgt spid="25"/>
                                        </p:tgtEl>
                                      </p:cBhvr>
                                    </p:animEffect>
                                  </p:childTnLst>
                                </p:cTn>
                              </p:par>
                            </p:childTnLst>
                          </p:cTn>
                        </p:par>
                        <p:par>
                          <p:cTn id="57" fill="hold">
                            <p:stCondLst>
                              <p:cond delay="1000"/>
                            </p:stCondLst>
                            <p:childTnLst>
                              <p:par>
                                <p:cTn id="58" presetID="10" presetClass="entr" presetSubtype="0" fill="hold" nodeType="afterEffect">
                                  <p:stCondLst>
                                    <p:cond delay="50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childTnLst>
                          </p:cTn>
                        </p:par>
                        <p:par>
                          <p:cTn id="67" fill="hold">
                            <p:stCondLst>
                              <p:cond delay="2000"/>
                            </p:stCondLst>
                            <p:childTnLst>
                              <p:par>
                                <p:cTn id="68" presetID="10" presetClass="entr" presetSubtype="0" fill="hold" nodeType="afterEffect">
                                  <p:stCondLst>
                                    <p:cond delay="50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childTnLst>
                          </p:cTn>
                        </p:par>
                        <p:par>
                          <p:cTn id="74" fill="hold">
                            <p:stCondLst>
                              <p:cond delay="3000"/>
                            </p:stCondLst>
                            <p:childTnLst>
                              <p:par>
                                <p:cTn id="75" presetID="10" presetClass="entr" presetSubtype="0" fill="hold" grpId="0" nodeType="afterEffect">
                                  <p:stCondLst>
                                    <p:cond delay="0"/>
                                  </p:stCondLst>
                                  <p:childTnLst>
                                    <p:set>
                                      <p:cBhvr>
                                        <p:cTn id="76" dur="1" fill="hold">
                                          <p:stCondLst>
                                            <p:cond delay="0"/>
                                          </p:stCondLst>
                                        </p:cTn>
                                        <p:tgtEl>
                                          <p:spTgt spid="1025"/>
                                        </p:tgtEl>
                                        <p:attrNameLst>
                                          <p:attrName>style.visibility</p:attrName>
                                        </p:attrNameLst>
                                      </p:cBhvr>
                                      <p:to>
                                        <p:strVal val="visible"/>
                                      </p:to>
                                    </p:set>
                                    <p:animEffect transition="in" filter="fade">
                                      <p:cBhvr>
                                        <p:cTn id="77" dur="500"/>
                                        <p:tgtEl>
                                          <p:spTgt spid="1025"/>
                                        </p:tgtEl>
                                      </p:cBhvr>
                                    </p:animEffect>
                                  </p:childTnLst>
                                </p:cTn>
                              </p:par>
                            </p:childTnLst>
                          </p:cTn>
                        </p:par>
                        <p:par>
                          <p:cTn id="78" fill="hold">
                            <p:stCondLst>
                              <p:cond delay="3500"/>
                            </p:stCondLst>
                            <p:childTnLst>
                              <p:par>
                                <p:cTn id="79" presetID="12" presetClass="entr" presetSubtype="8" fill="hold" nodeType="afterEffect">
                                  <p:stCondLst>
                                    <p:cond delay="0"/>
                                  </p:stCondLst>
                                  <p:childTnLst>
                                    <p:set>
                                      <p:cBhvr>
                                        <p:cTn id="80" dur="1" fill="hold">
                                          <p:stCondLst>
                                            <p:cond delay="0"/>
                                          </p:stCondLst>
                                        </p:cTn>
                                        <p:tgtEl>
                                          <p:spTgt spid="55"/>
                                        </p:tgtEl>
                                        <p:attrNameLst>
                                          <p:attrName>style.visibility</p:attrName>
                                        </p:attrNameLst>
                                      </p:cBhvr>
                                      <p:to>
                                        <p:strVal val="visible"/>
                                      </p:to>
                                    </p:set>
                                    <p:anim calcmode="lin" valueType="num">
                                      <p:cBhvr additive="base">
                                        <p:cTn id="81" dur="500"/>
                                        <p:tgtEl>
                                          <p:spTgt spid="55"/>
                                        </p:tgtEl>
                                        <p:attrNameLst>
                                          <p:attrName>ppt_x</p:attrName>
                                        </p:attrNameLst>
                                      </p:cBhvr>
                                      <p:tavLst>
                                        <p:tav tm="0">
                                          <p:val>
                                            <p:strVal val="#ppt_x-#ppt_w*1.125000"/>
                                          </p:val>
                                        </p:tav>
                                        <p:tav tm="100000">
                                          <p:val>
                                            <p:strVal val="#ppt_x"/>
                                          </p:val>
                                        </p:tav>
                                      </p:tavLst>
                                    </p:anim>
                                    <p:animEffect transition="in" filter="wipe(right)">
                                      <p:cBhvr>
                                        <p:cTn id="82"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024" grpId="0" animBg="1"/>
      <p:bldP spid="27" grpId="0"/>
      <p:bldP spid="28" grpId="0" animBg="1"/>
      <p:bldP spid="1025" grpId="0" animBg="1"/>
      <p:bldP spid="51" grpId="0" animBg="1"/>
      <p:bldP spid="11" grpId="0" animBg="1"/>
      <p:bldP spid="63" grpId="0" animBg="1"/>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27057" y="1211349"/>
            <a:ext cx="4418848" cy="584776"/>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Alternatives à </a:t>
            </a:r>
            <a:r>
              <a:rPr lang="fr-CA" sz="3600" b="1" dirty="0"/>
              <a:t>PL</a:t>
            </a:r>
            <a:r>
              <a:rPr lang="fr-CA" sz="3600" b="1" noProof="0" dirty="0"/>
              <a:t>:</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6" name="Group 55">
            <a:extLst>
              <a:ext uri="{FF2B5EF4-FFF2-40B4-BE49-F238E27FC236}">
                <a16:creationId xmlns:a16="http://schemas.microsoft.com/office/drawing/2014/main" id="{5A8A6410-8181-8A78-ABF4-17245D392C2D}"/>
              </a:ext>
            </a:extLst>
          </p:cNvPr>
          <p:cNvGrpSpPr/>
          <p:nvPr/>
        </p:nvGrpSpPr>
        <p:grpSpPr>
          <a:xfrm>
            <a:off x="3512525" y="1180948"/>
            <a:ext cx="8067144" cy="602166"/>
            <a:chOff x="2699419" y="5898993"/>
            <a:chExt cx="8067144" cy="602166"/>
          </a:xfrm>
          <a:effectLst>
            <a:outerShdw blurRad="50800" dist="38100" dir="2700000" algn="tl" rotWithShape="0">
              <a:prstClr val="black">
                <a:alpha val="40000"/>
              </a:prstClr>
            </a:outerShdw>
          </a:effectLst>
        </p:grpSpPr>
        <p:sp>
          <p:nvSpPr>
            <p:cNvPr id="59" name="Rounded Rectangle 58">
              <a:extLst>
                <a:ext uri="{FF2B5EF4-FFF2-40B4-BE49-F238E27FC236}">
                  <a16:creationId xmlns:a16="http://schemas.microsoft.com/office/drawing/2014/main" id="{6048C1FA-6591-D988-756A-DA105F032BC0}"/>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60" name="TextBox 59">
              <a:hlinkClick r:id="rId3"/>
              <a:extLst>
                <a:ext uri="{FF2B5EF4-FFF2-40B4-BE49-F238E27FC236}">
                  <a16:creationId xmlns:a16="http://schemas.microsoft.com/office/drawing/2014/main" id="{B7825E4A-1299-7684-1D37-3C5B11FE8777}"/>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pic>
        <p:nvPicPr>
          <p:cNvPr id="62" name="Picture 61" descr="A screenshot of a website&#10;&#10;AI-generated content may be incorrect.">
            <a:extLst>
              <a:ext uri="{FF2B5EF4-FFF2-40B4-BE49-F238E27FC236}">
                <a16:creationId xmlns:a16="http://schemas.microsoft.com/office/drawing/2014/main" id="{CDA9CA5F-842F-A00F-C4B3-0F244540D414}"/>
              </a:ext>
            </a:extLst>
          </p:cNvPr>
          <p:cNvPicPr>
            <a:picLocks noChangeAspect="1"/>
          </p:cNvPicPr>
          <p:nvPr/>
        </p:nvPicPr>
        <p:blipFill>
          <a:blip r:embed="rId4"/>
          <a:stretch>
            <a:fillRect/>
          </a:stretch>
        </p:blipFill>
        <p:spPr>
          <a:xfrm>
            <a:off x="209326" y="2070771"/>
            <a:ext cx="5734275" cy="4631036"/>
          </a:xfrm>
          <a:prstGeom prst="rect">
            <a:avLst/>
          </a:prstGeom>
          <a:effectLst>
            <a:outerShdw blurRad="50800" dist="38100" dir="2700000" algn="tl" rotWithShape="0">
              <a:prstClr val="black">
                <a:alpha val="40000"/>
              </a:prstClr>
            </a:outerShdw>
          </a:effectLst>
        </p:spPr>
      </p:pic>
      <p:pic>
        <p:nvPicPr>
          <p:cNvPr id="1028" name="Picture 1027" descr="A screenshot of a website&#10;&#10;AI-generated content may be incorrect.">
            <a:extLst>
              <a:ext uri="{FF2B5EF4-FFF2-40B4-BE49-F238E27FC236}">
                <a16:creationId xmlns:a16="http://schemas.microsoft.com/office/drawing/2014/main" id="{7B3A5810-5ABD-24BE-9AC1-EBDFB01EA7AF}"/>
              </a:ext>
            </a:extLst>
          </p:cNvPr>
          <p:cNvPicPr>
            <a:picLocks noChangeAspect="1"/>
          </p:cNvPicPr>
          <p:nvPr/>
        </p:nvPicPr>
        <p:blipFill>
          <a:blip r:embed="rId5"/>
          <a:stretch>
            <a:fillRect/>
          </a:stretch>
        </p:blipFill>
        <p:spPr>
          <a:xfrm>
            <a:off x="6178039" y="2070771"/>
            <a:ext cx="5839147" cy="463600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39850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p:cTn id="12" dur="1000"/>
                                        <p:tgtEl>
                                          <p:spTgt spid="62"/>
                                        </p:tgtEl>
                                      </p:cBhvr>
                                    </p:animEffect>
                                    <p:anim calcmode="lin" valueType="num">
                                      <p:cBhvr>
                                        <p:cTn id="13" dur="1000" fill="hold"/>
                                        <p:tgtEl>
                                          <p:spTgt spid="62"/>
                                        </p:tgtEl>
                                        <p:attrNameLst>
                                          <p:attrName>ppt_x</p:attrName>
                                        </p:attrNameLst>
                                      </p:cBhvr>
                                      <p:tavLst>
                                        <p:tav tm="0">
                                          <p:val>
                                            <p:strVal val="#ppt_x"/>
                                          </p:val>
                                        </p:tav>
                                        <p:tav tm="100000">
                                          <p:val>
                                            <p:strVal val="#ppt_x"/>
                                          </p:val>
                                        </p:tav>
                                      </p:tavLst>
                                    </p:anim>
                                    <p:anim calcmode="lin" valueType="num">
                                      <p:cBhvr>
                                        <p:cTn id="14" dur="1000" fill="hold"/>
                                        <p:tgtEl>
                                          <p:spTgt spid="62"/>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42" presetClass="entr" presetSubtype="0" fill="hold" nodeType="after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fade">
                                      <p:cBhvr>
                                        <p:cTn id="18" dur="1000"/>
                                        <p:tgtEl>
                                          <p:spTgt spid="1028"/>
                                        </p:tgtEl>
                                      </p:cBhvr>
                                    </p:animEffect>
                                    <p:anim calcmode="lin" valueType="num">
                                      <p:cBhvr>
                                        <p:cTn id="19" dur="1000" fill="hold"/>
                                        <p:tgtEl>
                                          <p:spTgt spid="1028"/>
                                        </p:tgtEl>
                                        <p:attrNameLst>
                                          <p:attrName>ppt_x</p:attrName>
                                        </p:attrNameLst>
                                      </p:cBhvr>
                                      <p:tavLst>
                                        <p:tav tm="0">
                                          <p:val>
                                            <p:strVal val="#ppt_x"/>
                                          </p:val>
                                        </p:tav>
                                        <p:tav tm="100000">
                                          <p:val>
                                            <p:strVal val="#ppt_x"/>
                                          </p:val>
                                        </p:tav>
                                      </p:tavLst>
                                    </p:anim>
                                    <p:anim calcmode="lin" valueType="num">
                                      <p:cBhvr>
                                        <p:cTn id="20" dur="1000" fill="hold"/>
                                        <p:tgtEl>
                                          <p:spTgt spid="10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EF50-C999-484F-69DF-ACD2F676DC91}"/>
            </a:ext>
          </a:extLst>
        </p:cNvPr>
        <p:cNvGrpSpPr/>
        <p:nvPr/>
      </p:nvGrpSpPr>
      <p:grpSpPr>
        <a:xfrm>
          <a:off x="0" y="0"/>
          <a:ext cx="0" cy="0"/>
          <a:chOff x="0" y="0"/>
          <a:chExt cx="0" cy="0"/>
        </a:xfrm>
      </p:grpSpPr>
      <p:pic>
        <p:nvPicPr>
          <p:cNvPr id="3" name="Picture 2" descr="A person sitting at a desk with a computer&#10;&#10;AI-generated content may be incorrect.">
            <a:extLst>
              <a:ext uri="{FF2B5EF4-FFF2-40B4-BE49-F238E27FC236}">
                <a16:creationId xmlns:a16="http://schemas.microsoft.com/office/drawing/2014/main" id="{A4107BD0-7067-1DDF-993F-7A36D6A87667}"/>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B2E0C27C-2287-490B-C081-527BB0486449}"/>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1823630411"/>
      </p:ext>
    </p:extLst>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18333</TotalTime>
  <Words>1525</Words>
  <Application>Microsoft Macintosh PowerPoint</Application>
  <PresentationFormat>Widescreen</PresentationFormat>
  <Paragraphs>365</Paragraphs>
  <Slides>17</Slides>
  <Notes>5</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Aptos</vt:lpstr>
      <vt:lpstr>Aptos Display</vt:lpstr>
      <vt:lpstr>Arial</vt:lpstr>
      <vt:lpstr>Avenir Next Condensed</vt:lpstr>
      <vt:lpstr>Courier New</vt:lpstr>
      <vt:lpstr>System Font Regular</vt:lpstr>
      <vt:lpstr>Office Theme</vt:lpstr>
      <vt:lpstr>PowerPoint Presentation</vt:lpstr>
      <vt:lpstr>Extraction de 100% des données PL</vt:lpstr>
      <vt:lpstr>Contexte:</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255</cp:revision>
  <dcterms:created xsi:type="dcterms:W3CDTF">2026-02-22T19:14:44Z</dcterms:created>
  <dcterms:modified xsi:type="dcterms:W3CDTF">2026-05-10T01:35:41Z</dcterms:modified>
</cp:coreProperties>
</file>