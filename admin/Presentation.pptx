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9" r:id="rId3"/>
    <p:sldId id="268" r:id="rId4"/>
    <p:sldId id="278" r:id="rId5"/>
    <p:sldId id="263" r:id="rId6"/>
    <p:sldId id="269" r:id="rId7"/>
    <p:sldId id="264" r:id="rId8"/>
    <p:sldId id="270" r:id="rId9"/>
    <p:sldId id="271" r:id="rId10"/>
    <p:sldId id="266" r:id="rId11"/>
    <p:sldId id="274" r:id="rId12"/>
    <p:sldId id="277" r:id="rId13"/>
    <p:sldId id="272" r:id="rId14"/>
    <p:sldId id="273" r:id="rId15"/>
    <p:sldId id="275" r:id="rId16"/>
    <p:sldId id="279"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0002"/>
    <a:srgbClr val="0063C1"/>
    <a:srgbClr val="D9D9D9"/>
    <a:srgbClr val="005DB4"/>
    <a:srgbClr val="3286BF"/>
    <a:srgbClr val="008F00"/>
    <a:srgbClr val="00488C"/>
    <a:srgbClr val="000000"/>
    <a:srgbClr val="F2F2F2"/>
    <a:srgbClr val="00B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16"/>
    <p:restoredTop sz="94574"/>
  </p:normalViewPr>
  <p:slideViewPr>
    <p:cSldViewPr snapToGrid="0">
      <p:cViewPr varScale="1">
        <p:scale>
          <a:sx n="107" d="100"/>
          <a:sy n="107" d="100"/>
        </p:scale>
        <p:origin x="168" y="6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DD3EBD-E3FD-6B41-B1DE-5212AA45DC97}" type="doc">
      <dgm:prSet loTypeId="urn:microsoft.com/office/officeart/2005/8/layout/hierarchy5" loCatId="" qsTypeId="urn:microsoft.com/office/officeart/2005/8/quickstyle/simple1" qsCatId="simple" csTypeId="urn:microsoft.com/office/officeart/2005/8/colors/accent5_3" csCatId="accent5" phldr="1"/>
      <dgm:spPr/>
      <dgm:t>
        <a:bodyPr/>
        <a:lstStyle/>
        <a:p>
          <a:endParaRPr lang="en-US"/>
        </a:p>
      </dgm:t>
    </dgm:pt>
    <dgm:pt modelId="{28B180F9-FCBD-8941-AB2D-594DB1810B6B}">
      <dgm:prSet phldrT="[Text]" custT="1"/>
      <dgm:spPr/>
      <dgm:t>
        <a:bodyPr/>
        <a:lstStyle/>
        <a:p>
          <a:r>
            <a:rPr lang="fr-CA" sz="1200" b="1" noProof="0">
              <a:latin typeface="+mj-lt"/>
            </a:rPr>
            <a:t>Organisation</a:t>
          </a:r>
        </a:p>
      </dgm:t>
    </dgm:pt>
    <dgm:pt modelId="{3FC636D2-4005-3B49-97E3-35FAAD928FA5}" type="parTrans" cxnId="{980B8827-360B-B543-84B7-B6634629C32D}">
      <dgm:prSet/>
      <dgm:spPr/>
      <dgm:t>
        <a:bodyPr/>
        <a:lstStyle/>
        <a:p>
          <a:endParaRPr lang="fr-CA" noProof="0"/>
        </a:p>
      </dgm:t>
    </dgm:pt>
    <dgm:pt modelId="{9A7C7481-2DC6-AC44-BBA2-C41C68DE8FB8}" type="sibTrans" cxnId="{980B8827-360B-B543-84B7-B6634629C32D}">
      <dgm:prSet/>
      <dgm:spPr/>
      <dgm:t>
        <a:bodyPr/>
        <a:lstStyle/>
        <a:p>
          <a:endParaRPr lang="en-US"/>
        </a:p>
      </dgm:t>
    </dgm:pt>
    <dgm:pt modelId="{18AF93BB-654C-E549-8971-F9FF7CA87B4C}">
      <dgm:prSet phldrT="[Text]" custT="1"/>
      <dgm:spPr/>
      <dgm:t>
        <a:bodyPr/>
        <a:lstStyle/>
        <a:p>
          <a:r>
            <a:rPr lang="fr-CA" sz="1200" b="1" noProof="0">
              <a:latin typeface="+mj-lt"/>
            </a:rPr>
            <a:t>Territoire</a:t>
          </a:r>
        </a:p>
      </dgm:t>
    </dgm:pt>
    <dgm:pt modelId="{A729CA63-8E1F-E14E-8225-6197ACB8AFF1}" type="parTrans" cxnId="{0D8D6F8C-9E17-A34E-82B4-9CDDA2512241}">
      <dgm:prSet/>
      <dgm:spPr/>
      <dgm:t>
        <a:bodyPr/>
        <a:lstStyle/>
        <a:p>
          <a:endParaRPr lang="fr-CA" noProof="0"/>
        </a:p>
      </dgm:t>
    </dgm:pt>
    <dgm:pt modelId="{AFC2BB54-7D51-6949-B5EA-FEFCD8DCEDFA}" type="sibTrans" cxnId="{0D8D6F8C-9E17-A34E-82B4-9CDDA2512241}">
      <dgm:prSet/>
      <dgm:spPr/>
      <dgm:t>
        <a:bodyPr/>
        <a:lstStyle/>
        <a:p>
          <a:endParaRPr lang="en-US"/>
        </a:p>
      </dgm:t>
    </dgm:pt>
    <dgm:pt modelId="{2F93E6E4-E719-5246-8732-447D9ECE8118}">
      <dgm:prSet phldrT="[Text]" custT="1"/>
      <dgm:spPr/>
      <dgm:t>
        <a:bodyPr/>
        <a:lstStyle/>
        <a:p>
          <a:r>
            <a:rPr lang="fr-CA" sz="1200" b="1" noProof="0">
              <a:latin typeface="+mj-lt"/>
            </a:rPr>
            <a:t>Personnel</a:t>
          </a:r>
        </a:p>
      </dgm:t>
    </dgm:pt>
    <dgm:pt modelId="{D22836B9-D636-CF48-8B9E-16871CED4F09}" type="parTrans" cxnId="{E6CFF6DB-D918-394B-8F98-988A94F4F7DE}">
      <dgm:prSet/>
      <dgm:spPr/>
      <dgm:t>
        <a:bodyPr/>
        <a:lstStyle/>
        <a:p>
          <a:endParaRPr lang="fr-CA" noProof="0"/>
        </a:p>
      </dgm:t>
    </dgm:pt>
    <dgm:pt modelId="{3749F75C-83A2-0947-AF9E-E4A1E7211521}" type="sibTrans" cxnId="{E6CFF6DB-D918-394B-8F98-988A94F4F7DE}">
      <dgm:prSet/>
      <dgm:spPr/>
      <dgm:t>
        <a:bodyPr/>
        <a:lstStyle/>
        <a:p>
          <a:endParaRPr lang="en-US"/>
        </a:p>
      </dgm:t>
    </dgm:pt>
    <dgm:pt modelId="{EC19AE04-4B96-A642-B545-2E1C1A68E99E}">
      <dgm:prSet phldrT="[Text]" custT="1"/>
      <dgm:spPr/>
      <dgm:t>
        <a:bodyPr/>
        <a:lstStyle/>
        <a:p>
          <a:r>
            <a:rPr lang="fr-CA" sz="1200" b="1" noProof="0">
              <a:latin typeface="+mj-lt"/>
            </a:rPr>
            <a:t>Matériel</a:t>
          </a:r>
        </a:p>
      </dgm:t>
    </dgm:pt>
    <dgm:pt modelId="{3B6B3369-E329-8549-9F41-B472DA78149A}" type="parTrans" cxnId="{7652B3E2-78AC-C642-B77F-FAA385BC90FC}">
      <dgm:prSet/>
      <dgm:spPr/>
      <dgm:t>
        <a:bodyPr/>
        <a:lstStyle/>
        <a:p>
          <a:endParaRPr lang="fr-CA" noProof="0"/>
        </a:p>
      </dgm:t>
    </dgm:pt>
    <dgm:pt modelId="{D64F5D1A-12D2-2549-B03F-411578F65167}" type="sibTrans" cxnId="{7652B3E2-78AC-C642-B77F-FAA385BC90FC}">
      <dgm:prSet/>
      <dgm:spPr/>
      <dgm:t>
        <a:bodyPr/>
        <a:lstStyle/>
        <a:p>
          <a:endParaRPr lang="en-US"/>
        </a:p>
      </dgm:t>
    </dgm:pt>
    <dgm:pt modelId="{134C354D-E79B-E946-AD4B-32FFCC61338C}">
      <dgm:prSet phldrT="[Text]" custT="1"/>
      <dgm:spPr/>
      <dgm:t>
        <a:bodyPr/>
        <a:lstStyle/>
        <a:p>
          <a:r>
            <a:rPr lang="fr-CA" sz="1200" b="1" noProof="0">
              <a:latin typeface="+mj-lt"/>
            </a:rPr>
            <a:t>Activités</a:t>
          </a:r>
        </a:p>
      </dgm:t>
    </dgm:pt>
    <dgm:pt modelId="{5D676FF5-63FD-9642-829D-F918D4E22A2C}" type="parTrans" cxnId="{9442C15D-D4BB-6B4B-989A-C45FC1581ABB}">
      <dgm:prSet/>
      <dgm:spPr/>
      <dgm:t>
        <a:bodyPr/>
        <a:lstStyle/>
        <a:p>
          <a:endParaRPr lang="fr-CA" noProof="0"/>
        </a:p>
      </dgm:t>
    </dgm:pt>
    <dgm:pt modelId="{601518FD-B0E8-614F-A4E3-E31A682B2267}" type="sibTrans" cxnId="{9442C15D-D4BB-6B4B-989A-C45FC1581ABB}">
      <dgm:prSet/>
      <dgm:spPr/>
      <dgm:t>
        <a:bodyPr/>
        <a:lstStyle/>
        <a:p>
          <a:endParaRPr lang="en-US"/>
        </a:p>
      </dgm:t>
    </dgm:pt>
    <dgm:pt modelId="{B308AC95-6F9E-2443-BBA7-0110E0AAB8FB}">
      <dgm:prSet phldrT="[Text]" custT="1"/>
      <dgm:spPr/>
      <dgm:t>
        <a:bodyPr/>
        <a:lstStyle/>
        <a:p>
          <a:r>
            <a:rPr lang="fr-CA" sz="1000" noProof="0">
              <a:latin typeface="+mj-lt"/>
            </a:rPr>
            <a:t>Configurations</a:t>
          </a:r>
        </a:p>
      </dgm:t>
    </dgm:pt>
    <dgm:pt modelId="{A819F38E-035C-F34C-978E-008DC59BCB32}" type="parTrans" cxnId="{0152837F-2D50-EF4B-820A-16D228676CE3}">
      <dgm:prSet/>
      <dgm:spPr/>
      <dgm:t>
        <a:bodyPr/>
        <a:lstStyle/>
        <a:p>
          <a:endParaRPr lang="fr-CA" noProof="0"/>
        </a:p>
      </dgm:t>
    </dgm:pt>
    <dgm:pt modelId="{00A01982-AFD0-784A-8958-602C456F866C}" type="sibTrans" cxnId="{0152837F-2D50-EF4B-820A-16D228676CE3}">
      <dgm:prSet/>
      <dgm:spPr/>
      <dgm:t>
        <a:bodyPr/>
        <a:lstStyle/>
        <a:p>
          <a:endParaRPr lang="en-US"/>
        </a:p>
      </dgm:t>
    </dgm:pt>
    <dgm:pt modelId="{09D027F0-1255-4447-8301-1D6092454AD8}">
      <dgm:prSet phldrT="[Text]" custT="1"/>
      <dgm:spPr/>
      <dgm:t>
        <a:bodyPr/>
        <a:lstStyle/>
        <a:p>
          <a:r>
            <a:rPr lang="fr-CA" sz="1000" noProof="0">
              <a:latin typeface="+mj-lt"/>
            </a:rPr>
            <a:t>Rapports</a:t>
          </a:r>
        </a:p>
      </dgm:t>
    </dgm:pt>
    <dgm:pt modelId="{31C8F8FC-DD1C-4040-9C79-47EBD1194570}" type="parTrans" cxnId="{A309E0B5-F5DA-DF41-A88D-FDCDF0C3717E}">
      <dgm:prSet/>
      <dgm:spPr/>
      <dgm:t>
        <a:bodyPr/>
        <a:lstStyle/>
        <a:p>
          <a:endParaRPr lang="fr-CA" noProof="0"/>
        </a:p>
      </dgm:t>
    </dgm:pt>
    <dgm:pt modelId="{F896A81F-1019-8941-A126-7A8ED8F2A92A}" type="sibTrans" cxnId="{A309E0B5-F5DA-DF41-A88D-FDCDF0C3717E}">
      <dgm:prSet/>
      <dgm:spPr/>
      <dgm:t>
        <a:bodyPr/>
        <a:lstStyle/>
        <a:p>
          <a:endParaRPr lang="en-US"/>
        </a:p>
      </dgm:t>
    </dgm:pt>
    <dgm:pt modelId="{23BF72E8-DC70-5540-BC21-CD860D4C79D1}">
      <dgm:prSet phldrT="[Text]" custT="1"/>
      <dgm:spPr/>
      <dgm:t>
        <a:bodyPr/>
        <a:lstStyle/>
        <a:p>
          <a:r>
            <a:rPr lang="fr-CA" sz="1000" noProof="0">
              <a:latin typeface="+mj-lt"/>
            </a:rPr>
            <a:t>Pièces jointes</a:t>
          </a:r>
        </a:p>
      </dgm:t>
    </dgm:pt>
    <dgm:pt modelId="{74C5C5CE-93DF-C14D-A8BF-57DD531372F9}" type="parTrans" cxnId="{925BB2D7-FA90-BC4B-86A3-7B807A62F77B}">
      <dgm:prSet/>
      <dgm:spPr/>
      <dgm:t>
        <a:bodyPr/>
        <a:lstStyle/>
        <a:p>
          <a:endParaRPr lang="fr-CA" noProof="0"/>
        </a:p>
      </dgm:t>
    </dgm:pt>
    <dgm:pt modelId="{48262A47-40A5-024F-800E-2947B00940CA}" type="sibTrans" cxnId="{925BB2D7-FA90-BC4B-86A3-7B807A62F77B}">
      <dgm:prSet/>
      <dgm:spPr/>
      <dgm:t>
        <a:bodyPr/>
        <a:lstStyle/>
        <a:p>
          <a:endParaRPr lang="en-US"/>
        </a:p>
      </dgm:t>
    </dgm:pt>
    <dgm:pt modelId="{7A8AA7B9-533F-B644-AE92-3335BFA6CEB8}">
      <dgm:prSet phldrT="[Text]" custT="1"/>
      <dgm:spPr/>
      <dgm:t>
        <a:bodyPr/>
        <a:lstStyle/>
        <a:p>
          <a:r>
            <a:rPr lang="fr-CA" sz="1000" noProof="0">
              <a:latin typeface="+mj-lt"/>
            </a:rPr>
            <a:t>Dossiers adresse</a:t>
          </a:r>
        </a:p>
      </dgm:t>
    </dgm:pt>
    <dgm:pt modelId="{7CDDF432-D442-6C4A-9222-D2A4EEAE7EBE}" type="parTrans" cxnId="{2F4B15BE-AD43-EC4F-97C5-2FF939B4B6AC}">
      <dgm:prSet/>
      <dgm:spPr/>
      <dgm:t>
        <a:bodyPr/>
        <a:lstStyle/>
        <a:p>
          <a:endParaRPr lang="fr-CA" noProof="0"/>
        </a:p>
      </dgm:t>
    </dgm:pt>
    <dgm:pt modelId="{2F29FEC0-8B42-B444-9012-A108A5C980BD}" type="sibTrans" cxnId="{2F4B15BE-AD43-EC4F-97C5-2FF939B4B6AC}">
      <dgm:prSet/>
      <dgm:spPr/>
      <dgm:t>
        <a:bodyPr/>
        <a:lstStyle/>
        <a:p>
          <a:endParaRPr lang="en-US"/>
        </a:p>
      </dgm:t>
    </dgm:pt>
    <dgm:pt modelId="{81577038-986F-9343-99B8-1526F2364039}">
      <dgm:prSet phldrT="[Text]" custT="1"/>
      <dgm:spPr/>
      <dgm:t>
        <a:bodyPr/>
        <a:lstStyle/>
        <a:p>
          <a:r>
            <a:rPr lang="fr-CA" sz="1000" noProof="0">
              <a:latin typeface="+mj-lt"/>
            </a:rPr>
            <a:t>Plans d'intervention</a:t>
          </a:r>
        </a:p>
      </dgm:t>
    </dgm:pt>
    <dgm:pt modelId="{45590686-1B12-A94C-9244-54B83D9C19D0}" type="parTrans" cxnId="{E79DD4A5-9F12-FC4D-A762-D5E308E7E075}">
      <dgm:prSet/>
      <dgm:spPr/>
      <dgm:t>
        <a:bodyPr/>
        <a:lstStyle/>
        <a:p>
          <a:endParaRPr lang="fr-CA" noProof="0"/>
        </a:p>
      </dgm:t>
    </dgm:pt>
    <dgm:pt modelId="{98821F8B-EB22-0443-AEC6-9F2C0C239610}" type="sibTrans" cxnId="{E79DD4A5-9F12-FC4D-A762-D5E308E7E075}">
      <dgm:prSet/>
      <dgm:spPr/>
      <dgm:t>
        <a:bodyPr/>
        <a:lstStyle/>
        <a:p>
          <a:endParaRPr lang="en-US"/>
        </a:p>
      </dgm:t>
    </dgm:pt>
    <dgm:pt modelId="{4413D37C-6A90-F047-96B8-3AC495A5BF8F}">
      <dgm:prSet phldrT="[Text]" custT="1"/>
      <dgm:spPr/>
      <dgm:t>
        <a:bodyPr/>
        <a:lstStyle/>
        <a:p>
          <a:r>
            <a:rPr lang="fr-CA" sz="1000" noProof="0">
              <a:latin typeface="+mj-lt"/>
            </a:rPr>
            <a:t>Sécurité civile</a:t>
          </a:r>
        </a:p>
      </dgm:t>
    </dgm:pt>
    <dgm:pt modelId="{27C1F03A-729D-1148-90B5-74B550B21870}" type="parTrans" cxnId="{87291B74-A204-164A-B00C-6C37256A1149}">
      <dgm:prSet/>
      <dgm:spPr/>
      <dgm:t>
        <a:bodyPr/>
        <a:lstStyle/>
        <a:p>
          <a:endParaRPr lang="fr-CA" noProof="0"/>
        </a:p>
      </dgm:t>
    </dgm:pt>
    <dgm:pt modelId="{B10521B8-E8F2-0B4B-AC87-97DBA60073C2}" type="sibTrans" cxnId="{87291B74-A204-164A-B00C-6C37256A1149}">
      <dgm:prSet/>
      <dgm:spPr/>
      <dgm:t>
        <a:bodyPr/>
        <a:lstStyle/>
        <a:p>
          <a:endParaRPr lang="en-US"/>
        </a:p>
      </dgm:t>
    </dgm:pt>
    <dgm:pt modelId="{14725BF7-8127-9742-BDE6-BFACA7991ACC}">
      <dgm:prSet phldrT="[Text]" custT="1"/>
      <dgm:spPr/>
      <dgm:t>
        <a:bodyPr/>
        <a:lstStyle/>
        <a:p>
          <a:r>
            <a:rPr lang="fr-CA" sz="1000" noProof="0">
              <a:latin typeface="+mj-lt"/>
            </a:rPr>
            <a:t>Employés</a:t>
          </a:r>
        </a:p>
      </dgm:t>
    </dgm:pt>
    <dgm:pt modelId="{082F229C-B78F-3C40-AC8F-1E0E3CC044B4}" type="parTrans" cxnId="{DF7CFF7C-1137-EA48-BB61-3FB0938CBE7C}">
      <dgm:prSet/>
      <dgm:spPr/>
      <dgm:t>
        <a:bodyPr/>
        <a:lstStyle/>
        <a:p>
          <a:endParaRPr lang="fr-CA" noProof="0"/>
        </a:p>
      </dgm:t>
    </dgm:pt>
    <dgm:pt modelId="{568CF93E-F81B-BB42-B664-D488B4D68F0C}" type="sibTrans" cxnId="{DF7CFF7C-1137-EA48-BB61-3FB0938CBE7C}">
      <dgm:prSet/>
      <dgm:spPr/>
      <dgm:t>
        <a:bodyPr/>
        <a:lstStyle/>
        <a:p>
          <a:endParaRPr lang="en-US"/>
        </a:p>
      </dgm:t>
    </dgm:pt>
    <dgm:pt modelId="{FAAF75A2-934A-A848-B823-96174E9CF9D3}">
      <dgm:prSet phldrT="[Text]" custT="1"/>
      <dgm:spPr/>
      <dgm:t>
        <a:bodyPr/>
        <a:lstStyle/>
        <a:p>
          <a:r>
            <a:rPr lang="fr-CA" sz="1000" noProof="0">
              <a:latin typeface="+mj-lt"/>
            </a:rPr>
            <a:t>Équipes</a:t>
          </a:r>
        </a:p>
      </dgm:t>
    </dgm:pt>
    <dgm:pt modelId="{62D3DCBC-065E-F84C-BCEB-FD9B809500B8}" type="parTrans" cxnId="{C0BDC28C-877C-8849-9CFF-2AD883F77A16}">
      <dgm:prSet/>
      <dgm:spPr/>
      <dgm:t>
        <a:bodyPr/>
        <a:lstStyle/>
        <a:p>
          <a:endParaRPr lang="fr-CA" noProof="0"/>
        </a:p>
      </dgm:t>
    </dgm:pt>
    <dgm:pt modelId="{0B0C8185-03EE-0C4E-9E1C-917D02782336}" type="sibTrans" cxnId="{C0BDC28C-877C-8849-9CFF-2AD883F77A16}">
      <dgm:prSet/>
      <dgm:spPr/>
      <dgm:t>
        <a:bodyPr/>
        <a:lstStyle/>
        <a:p>
          <a:endParaRPr lang="en-US"/>
        </a:p>
      </dgm:t>
    </dgm:pt>
    <dgm:pt modelId="{992329D9-1AED-7743-B123-BFDD78202D36}">
      <dgm:prSet phldrT="[Text]" custT="1"/>
      <dgm:spPr/>
      <dgm:t>
        <a:bodyPr/>
        <a:lstStyle/>
        <a:p>
          <a:r>
            <a:rPr lang="fr-CA" sz="1000" noProof="0">
              <a:latin typeface="+mj-lt"/>
            </a:rPr>
            <a:t>Formations</a:t>
          </a:r>
        </a:p>
      </dgm:t>
    </dgm:pt>
    <dgm:pt modelId="{AF0C04CD-B054-264F-A802-38714C8E84C3}" type="parTrans" cxnId="{B0024C66-CF11-D444-8FBE-179B08F3998A}">
      <dgm:prSet/>
      <dgm:spPr/>
      <dgm:t>
        <a:bodyPr/>
        <a:lstStyle/>
        <a:p>
          <a:endParaRPr lang="fr-CA" noProof="0"/>
        </a:p>
      </dgm:t>
    </dgm:pt>
    <dgm:pt modelId="{834DC6A5-7A16-2343-8EE5-60BFF1B71B42}" type="sibTrans" cxnId="{B0024C66-CF11-D444-8FBE-179B08F3998A}">
      <dgm:prSet/>
      <dgm:spPr/>
      <dgm:t>
        <a:bodyPr/>
        <a:lstStyle/>
        <a:p>
          <a:endParaRPr lang="en-US"/>
        </a:p>
      </dgm:t>
    </dgm:pt>
    <dgm:pt modelId="{3725BBCA-0249-7149-9FBC-664B72A4801F}">
      <dgm:prSet phldrT="[Text]" custT="1"/>
      <dgm:spPr/>
      <dgm:t>
        <a:bodyPr/>
        <a:lstStyle/>
        <a:p>
          <a:r>
            <a:rPr lang="fr-CA" sz="1000" noProof="0">
              <a:latin typeface="+mj-lt"/>
            </a:rPr>
            <a:t>Horaires</a:t>
          </a:r>
        </a:p>
      </dgm:t>
    </dgm:pt>
    <dgm:pt modelId="{C1CAABC4-49A4-1C49-8874-52E665D1B24F}" type="parTrans" cxnId="{E708C396-0248-3C42-9E9B-8970996DD46D}">
      <dgm:prSet/>
      <dgm:spPr/>
      <dgm:t>
        <a:bodyPr/>
        <a:lstStyle/>
        <a:p>
          <a:endParaRPr lang="fr-CA" noProof="0"/>
        </a:p>
      </dgm:t>
    </dgm:pt>
    <dgm:pt modelId="{EC4C6A30-F59D-5E45-9B21-DB80A2627F1F}" type="sibTrans" cxnId="{E708C396-0248-3C42-9E9B-8970996DD46D}">
      <dgm:prSet/>
      <dgm:spPr/>
      <dgm:t>
        <a:bodyPr/>
        <a:lstStyle/>
        <a:p>
          <a:endParaRPr lang="en-US"/>
        </a:p>
      </dgm:t>
    </dgm:pt>
    <dgm:pt modelId="{BE4F61F0-D111-1F46-A864-3C3BFBA70F93}">
      <dgm:prSet phldrT="[Text]" custT="1"/>
      <dgm:spPr/>
      <dgm:t>
        <a:bodyPr/>
        <a:lstStyle/>
        <a:p>
          <a:r>
            <a:rPr lang="fr-CA" sz="1000" noProof="0">
              <a:latin typeface="+mj-lt"/>
            </a:rPr>
            <a:t>Casernes</a:t>
          </a:r>
        </a:p>
      </dgm:t>
    </dgm:pt>
    <dgm:pt modelId="{5497E20D-2D8E-BC45-9CE3-473076F07DB4}" type="parTrans" cxnId="{34EC3FE1-2D93-6A4E-BED5-1B5164B5D9D9}">
      <dgm:prSet/>
      <dgm:spPr/>
      <dgm:t>
        <a:bodyPr/>
        <a:lstStyle/>
        <a:p>
          <a:endParaRPr lang="fr-CA" noProof="0"/>
        </a:p>
      </dgm:t>
    </dgm:pt>
    <dgm:pt modelId="{F0D5631A-EBE0-794A-8250-5C8BB9168BD8}" type="sibTrans" cxnId="{34EC3FE1-2D93-6A4E-BED5-1B5164B5D9D9}">
      <dgm:prSet/>
      <dgm:spPr/>
      <dgm:t>
        <a:bodyPr/>
        <a:lstStyle/>
        <a:p>
          <a:endParaRPr lang="en-US"/>
        </a:p>
      </dgm:t>
    </dgm:pt>
    <dgm:pt modelId="{275CBCDB-8E76-4D43-B788-523721CE2D3D}">
      <dgm:prSet phldrT="[Text]" custT="1"/>
      <dgm:spPr/>
      <dgm:t>
        <a:bodyPr/>
        <a:lstStyle/>
        <a:p>
          <a:r>
            <a:rPr lang="fr-CA" sz="1000" noProof="0">
              <a:latin typeface="+mj-lt"/>
            </a:rPr>
            <a:t>Véhicules</a:t>
          </a:r>
        </a:p>
      </dgm:t>
    </dgm:pt>
    <dgm:pt modelId="{A988ABD4-C2DC-E541-B429-C97AD38FE7DE}" type="parTrans" cxnId="{AEC3E3F8-66D7-0E4D-8CE1-D6ADECFFCE80}">
      <dgm:prSet/>
      <dgm:spPr/>
      <dgm:t>
        <a:bodyPr/>
        <a:lstStyle/>
        <a:p>
          <a:endParaRPr lang="fr-CA" noProof="0"/>
        </a:p>
      </dgm:t>
    </dgm:pt>
    <dgm:pt modelId="{942A890E-68AC-E143-B83B-318707F1ED74}" type="sibTrans" cxnId="{AEC3E3F8-66D7-0E4D-8CE1-D6ADECFFCE80}">
      <dgm:prSet/>
      <dgm:spPr/>
      <dgm:t>
        <a:bodyPr/>
        <a:lstStyle/>
        <a:p>
          <a:endParaRPr lang="en-US"/>
        </a:p>
      </dgm:t>
    </dgm:pt>
    <dgm:pt modelId="{E78568F2-B4FB-164F-ADD2-9AD247920196}">
      <dgm:prSet phldrT="[Text]" custT="1"/>
      <dgm:spPr/>
      <dgm:t>
        <a:bodyPr/>
        <a:lstStyle/>
        <a:p>
          <a:r>
            <a:rPr lang="fr-CA" sz="1000" noProof="0">
              <a:latin typeface="+mj-lt"/>
            </a:rPr>
            <a:t>Équipements</a:t>
          </a:r>
        </a:p>
      </dgm:t>
    </dgm:pt>
    <dgm:pt modelId="{BAC49245-A2FF-0E4E-A438-57E867F94F1F}" type="parTrans" cxnId="{2B38135B-BE6D-BC48-8D2F-BA4CC7280064}">
      <dgm:prSet/>
      <dgm:spPr/>
      <dgm:t>
        <a:bodyPr/>
        <a:lstStyle/>
        <a:p>
          <a:endParaRPr lang="fr-CA" noProof="0"/>
        </a:p>
      </dgm:t>
    </dgm:pt>
    <dgm:pt modelId="{6B107553-312B-194F-B462-8EBE99984258}" type="sibTrans" cxnId="{2B38135B-BE6D-BC48-8D2F-BA4CC7280064}">
      <dgm:prSet/>
      <dgm:spPr/>
      <dgm:t>
        <a:bodyPr/>
        <a:lstStyle/>
        <a:p>
          <a:endParaRPr lang="en-US"/>
        </a:p>
      </dgm:t>
    </dgm:pt>
    <dgm:pt modelId="{5E78BEC0-E388-604A-8DB4-54D06F7A10AE}">
      <dgm:prSet phldrT="[Text]" custT="1"/>
      <dgm:spPr/>
      <dgm:t>
        <a:bodyPr/>
        <a:lstStyle/>
        <a:p>
          <a:r>
            <a:rPr lang="fr-CA" sz="1000" noProof="0">
              <a:latin typeface="+mj-lt"/>
            </a:rPr>
            <a:t>Bornes et points d'eau</a:t>
          </a:r>
        </a:p>
      </dgm:t>
    </dgm:pt>
    <dgm:pt modelId="{262F255D-E9E2-744C-A3E2-16DE872AE773}" type="parTrans" cxnId="{FDF61D09-6B29-E547-B457-0DF2DBE06726}">
      <dgm:prSet/>
      <dgm:spPr/>
      <dgm:t>
        <a:bodyPr/>
        <a:lstStyle/>
        <a:p>
          <a:endParaRPr lang="fr-CA" noProof="0"/>
        </a:p>
      </dgm:t>
    </dgm:pt>
    <dgm:pt modelId="{AB44C00B-E9E6-AF4C-BF7F-3A24F4E68C67}" type="sibTrans" cxnId="{FDF61D09-6B29-E547-B457-0DF2DBE06726}">
      <dgm:prSet/>
      <dgm:spPr/>
      <dgm:t>
        <a:bodyPr/>
        <a:lstStyle/>
        <a:p>
          <a:endParaRPr lang="en-US"/>
        </a:p>
      </dgm:t>
    </dgm:pt>
    <dgm:pt modelId="{9C3B8FA6-8F02-D844-A0FA-4D553D78278F}">
      <dgm:prSet phldrT="[Text]" custT="1"/>
      <dgm:spPr/>
      <dgm:t>
        <a:bodyPr/>
        <a:lstStyle/>
        <a:p>
          <a:r>
            <a:rPr lang="fr-CA" sz="1000" noProof="0">
              <a:latin typeface="+mj-lt"/>
            </a:rPr>
            <a:t>Préventions</a:t>
          </a:r>
        </a:p>
      </dgm:t>
    </dgm:pt>
    <dgm:pt modelId="{C001D1A6-A83F-F143-A276-15B0F274BDF1}" type="parTrans" cxnId="{EDFDE2B8-3562-4841-A291-323A181A1F34}">
      <dgm:prSet/>
      <dgm:spPr/>
      <dgm:t>
        <a:bodyPr/>
        <a:lstStyle/>
        <a:p>
          <a:endParaRPr lang="fr-CA" noProof="0"/>
        </a:p>
      </dgm:t>
    </dgm:pt>
    <dgm:pt modelId="{02B9E964-2E61-8F4A-8925-BF2BA82F27BC}" type="sibTrans" cxnId="{EDFDE2B8-3562-4841-A291-323A181A1F34}">
      <dgm:prSet/>
      <dgm:spPr/>
      <dgm:t>
        <a:bodyPr/>
        <a:lstStyle/>
        <a:p>
          <a:endParaRPr lang="en-US"/>
        </a:p>
      </dgm:t>
    </dgm:pt>
    <dgm:pt modelId="{82F715CE-3F89-A546-9C48-CE89B092557E}">
      <dgm:prSet phldrT="[Text]" custT="1"/>
      <dgm:spPr/>
      <dgm:t>
        <a:bodyPr/>
        <a:lstStyle/>
        <a:p>
          <a:r>
            <a:rPr lang="fr-CA" sz="1000" noProof="0">
              <a:latin typeface="+mj-lt"/>
            </a:rPr>
            <a:t>Interventions</a:t>
          </a:r>
        </a:p>
      </dgm:t>
    </dgm:pt>
    <dgm:pt modelId="{4662EA61-5A5E-5445-9859-27FE060460B5}" type="parTrans" cxnId="{0D9F5BB1-DEF9-174C-B3E3-6B7229687045}">
      <dgm:prSet/>
      <dgm:spPr/>
      <dgm:t>
        <a:bodyPr/>
        <a:lstStyle/>
        <a:p>
          <a:endParaRPr lang="fr-CA" noProof="0"/>
        </a:p>
      </dgm:t>
    </dgm:pt>
    <dgm:pt modelId="{3EC9FFB4-C3AF-F44D-AE41-60497D1C877B}" type="sibTrans" cxnId="{0D9F5BB1-DEF9-174C-B3E3-6B7229687045}">
      <dgm:prSet/>
      <dgm:spPr/>
      <dgm:t>
        <a:bodyPr/>
        <a:lstStyle/>
        <a:p>
          <a:endParaRPr lang="en-US"/>
        </a:p>
      </dgm:t>
    </dgm:pt>
    <dgm:pt modelId="{0D4C8774-518A-784C-8FE7-45CBE7470DF0}">
      <dgm:prSet phldrT="[Text]" custT="1"/>
      <dgm:spPr/>
      <dgm:t>
        <a:bodyPr/>
        <a:lstStyle/>
        <a:p>
          <a:r>
            <a:rPr lang="fr-CA" sz="1000" noProof="0">
              <a:latin typeface="+mj-lt"/>
            </a:rPr>
            <a:t>Enquêtes (RCCI)</a:t>
          </a:r>
        </a:p>
      </dgm:t>
    </dgm:pt>
    <dgm:pt modelId="{7AE6153A-5E54-1741-BDD2-1355B351ADA1}" type="parTrans" cxnId="{72C7DCE0-0FC8-474A-960B-8528429A8ABF}">
      <dgm:prSet/>
      <dgm:spPr/>
      <dgm:t>
        <a:bodyPr/>
        <a:lstStyle/>
        <a:p>
          <a:endParaRPr lang="fr-CA" noProof="0"/>
        </a:p>
      </dgm:t>
    </dgm:pt>
    <dgm:pt modelId="{B94881E4-8E66-064A-9234-DC792F8C4070}" type="sibTrans" cxnId="{72C7DCE0-0FC8-474A-960B-8528429A8ABF}">
      <dgm:prSet/>
      <dgm:spPr/>
      <dgm:t>
        <a:bodyPr/>
        <a:lstStyle/>
        <a:p>
          <a:endParaRPr lang="en-US"/>
        </a:p>
      </dgm:t>
    </dgm:pt>
    <dgm:pt modelId="{496249C9-2ABE-7544-A064-AA8D18C2B17D}">
      <dgm:prSet phldrT="[Text]" custT="1"/>
      <dgm:spPr/>
      <dgm:t>
        <a:bodyPr/>
        <a:lstStyle/>
        <a:p>
          <a:r>
            <a:rPr lang="fr-CA" sz="1000" noProof="0">
              <a:latin typeface="+mj-lt"/>
            </a:rPr>
            <a:t>Travail (autre)</a:t>
          </a:r>
        </a:p>
      </dgm:t>
    </dgm:pt>
    <dgm:pt modelId="{D5721754-84AE-5748-A12B-479F9B834DD2}" type="parTrans" cxnId="{517C5639-6AE3-DA49-999A-8AC5F3E7DE37}">
      <dgm:prSet/>
      <dgm:spPr/>
      <dgm:t>
        <a:bodyPr/>
        <a:lstStyle/>
        <a:p>
          <a:endParaRPr lang="fr-CA" noProof="0"/>
        </a:p>
      </dgm:t>
    </dgm:pt>
    <dgm:pt modelId="{4483BB0D-2D1B-7346-BD9A-168401FFC8C6}" type="sibTrans" cxnId="{517C5639-6AE3-DA49-999A-8AC5F3E7DE37}">
      <dgm:prSet/>
      <dgm:spPr/>
      <dgm:t>
        <a:bodyPr/>
        <a:lstStyle/>
        <a:p>
          <a:endParaRPr lang="en-US"/>
        </a:p>
      </dgm:t>
    </dgm:pt>
    <dgm:pt modelId="{BD475069-D342-B742-9004-46C0213DD57F}">
      <dgm:prSet phldrT="[Text]" custT="1"/>
      <dgm:spPr/>
      <dgm:t>
        <a:bodyPr tIns="0" rIns="0" bIns="0" anchor="t"/>
        <a:lstStyle/>
        <a:p>
          <a:pPr marL="7938" indent="0" algn="ctr">
            <a:lnSpc>
              <a:spcPts val="2000"/>
            </a:lnSpc>
            <a:spcAft>
              <a:spcPts val="0"/>
            </a:spcAft>
            <a:tabLst/>
          </a:pPr>
          <a:r>
            <a:rPr lang="fr-CA" sz="1400" b="1" noProof="0">
              <a:solidFill>
                <a:schemeClr val="accent5">
                  <a:lumMod val="40000"/>
                  <a:lumOff val="60000"/>
                </a:schemeClr>
              </a:solidFill>
              <a:latin typeface="+mj-lt"/>
            </a:rPr>
            <a:t>100%</a:t>
          </a:r>
        </a:p>
        <a:p>
          <a:pPr marL="7938" indent="0" algn="ctr">
            <a:lnSpc>
              <a:spcPts val="2000"/>
            </a:lnSpc>
            <a:spcAft>
              <a:spcPts val="0"/>
            </a:spcAft>
            <a:tabLst/>
          </a:pPr>
          <a:r>
            <a:rPr lang="fr-CA" sz="2000" b="1" noProof="0">
              <a:latin typeface="+mj-lt"/>
            </a:rPr>
            <a:t>Données</a:t>
          </a:r>
          <a:endParaRPr lang="fr-CA" sz="1000" b="1" noProof="0">
            <a:latin typeface="+mj-lt"/>
          </a:endParaRPr>
        </a:p>
      </dgm:t>
    </dgm:pt>
    <dgm:pt modelId="{07421150-2DF0-F242-8D5D-C9181064E51D}" type="sibTrans" cxnId="{7A911FB2-641D-4D4A-BED2-D0E39D677FAF}">
      <dgm:prSet/>
      <dgm:spPr/>
      <dgm:t>
        <a:bodyPr/>
        <a:lstStyle/>
        <a:p>
          <a:endParaRPr lang="en-US"/>
        </a:p>
      </dgm:t>
    </dgm:pt>
    <dgm:pt modelId="{F1553997-DB30-C146-B95E-F7433B38E1C6}" type="parTrans" cxnId="{7A911FB2-641D-4D4A-BED2-D0E39D677FAF}">
      <dgm:prSet/>
      <dgm:spPr/>
      <dgm:t>
        <a:bodyPr/>
        <a:lstStyle/>
        <a:p>
          <a:endParaRPr lang="en-US"/>
        </a:p>
      </dgm:t>
    </dgm:pt>
    <dgm:pt modelId="{746A8E81-CE67-8844-A260-6302E3C37BC1}" type="pres">
      <dgm:prSet presAssocID="{05DD3EBD-E3FD-6B41-B1DE-5212AA45DC97}" presName="mainComposite" presStyleCnt="0">
        <dgm:presLayoutVars>
          <dgm:chPref val="1"/>
          <dgm:dir/>
          <dgm:animOne val="branch"/>
          <dgm:animLvl val="lvl"/>
          <dgm:resizeHandles val="exact"/>
        </dgm:presLayoutVars>
      </dgm:prSet>
      <dgm:spPr/>
    </dgm:pt>
    <dgm:pt modelId="{A81A4A68-1512-BF47-A2BF-983376F2FE5C}" type="pres">
      <dgm:prSet presAssocID="{05DD3EBD-E3FD-6B41-B1DE-5212AA45DC97}" presName="hierFlow" presStyleCnt="0"/>
      <dgm:spPr/>
    </dgm:pt>
    <dgm:pt modelId="{5CBA48BA-2BAE-4A43-9ED8-B65E44FA7D65}" type="pres">
      <dgm:prSet presAssocID="{05DD3EBD-E3FD-6B41-B1DE-5212AA45DC97}" presName="hierChild1" presStyleCnt="0">
        <dgm:presLayoutVars>
          <dgm:chPref val="1"/>
          <dgm:animOne val="branch"/>
          <dgm:animLvl val="lvl"/>
        </dgm:presLayoutVars>
      </dgm:prSet>
      <dgm:spPr/>
    </dgm:pt>
    <dgm:pt modelId="{99232B54-CE93-2048-A26D-F65EDFC91D87}" type="pres">
      <dgm:prSet presAssocID="{BD475069-D342-B742-9004-46C0213DD57F}" presName="Name17" presStyleCnt="0"/>
      <dgm:spPr/>
    </dgm:pt>
    <dgm:pt modelId="{80574F1E-570B-5141-A9AB-8A9A52D0A140}" type="pres">
      <dgm:prSet presAssocID="{BD475069-D342-B742-9004-46C0213DD57F}" presName="level1Shape" presStyleLbl="node0" presStyleIdx="0" presStyleCnt="1" custScaleX="216657" custScaleY="536552" custLinFactX="-100000" custLinFactY="-168600" custLinFactNeighborX="-111927" custLinFactNeighborY="-200000">
        <dgm:presLayoutVars>
          <dgm:chPref val="3"/>
        </dgm:presLayoutVars>
      </dgm:prSet>
      <dgm:spPr/>
    </dgm:pt>
    <dgm:pt modelId="{FF098640-2560-E64D-BD2D-F0C54E0362A6}" type="pres">
      <dgm:prSet presAssocID="{BD475069-D342-B742-9004-46C0213DD57F}" presName="hierChild2" presStyleCnt="0"/>
      <dgm:spPr/>
    </dgm:pt>
    <dgm:pt modelId="{BA0D9FC2-208D-4048-84C4-69AC3A1FDE15}" type="pres">
      <dgm:prSet presAssocID="{3FC636D2-4005-3B49-97E3-35FAAD928FA5}" presName="Name25" presStyleLbl="parChTrans1D2" presStyleIdx="0" presStyleCnt="5"/>
      <dgm:spPr/>
    </dgm:pt>
    <dgm:pt modelId="{6A2E635B-B6CF-5241-84C6-29B9DA748611}" type="pres">
      <dgm:prSet presAssocID="{3FC636D2-4005-3B49-97E3-35FAAD928FA5}" presName="connTx" presStyleLbl="parChTrans1D2" presStyleIdx="0" presStyleCnt="5"/>
      <dgm:spPr/>
    </dgm:pt>
    <dgm:pt modelId="{A22FB3B9-8DAD-6345-BF59-3A007B080AEA}" type="pres">
      <dgm:prSet presAssocID="{28B180F9-FCBD-8941-AB2D-594DB1810B6B}" presName="Name30" presStyleCnt="0"/>
      <dgm:spPr/>
    </dgm:pt>
    <dgm:pt modelId="{C488B9ED-2769-304A-B495-1FB2969497A9}" type="pres">
      <dgm:prSet presAssocID="{28B180F9-FCBD-8941-AB2D-594DB1810B6B}" presName="level2Shape" presStyleLbl="node2" presStyleIdx="0" presStyleCnt="5" custScaleX="211882" custScaleY="190146" custLinFactNeighborX="-75550"/>
      <dgm:spPr/>
    </dgm:pt>
    <dgm:pt modelId="{D8C41878-7D10-484E-8FC5-ECFBA9AD7886}" type="pres">
      <dgm:prSet presAssocID="{28B180F9-FCBD-8941-AB2D-594DB1810B6B}" presName="hierChild3" presStyleCnt="0"/>
      <dgm:spPr/>
    </dgm:pt>
    <dgm:pt modelId="{29D1CCD4-03F8-F941-9ABB-AD6230BDCC86}" type="pres">
      <dgm:prSet presAssocID="{A819F38E-035C-F34C-978E-008DC59BCB32}" presName="Name25" presStyleLbl="parChTrans1D3" presStyleIdx="0" presStyleCnt="18"/>
      <dgm:spPr/>
    </dgm:pt>
    <dgm:pt modelId="{6CB6C7DB-D022-2B43-972E-2CA5112366E1}" type="pres">
      <dgm:prSet presAssocID="{A819F38E-035C-F34C-978E-008DC59BCB32}" presName="connTx" presStyleLbl="parChTrans1D3" presStyleIdx="0" presStyleCnt="18"/>
      <dgm:spPr/>
    </dgm:pt>
    <dgm:pt modelId="{49AD0201-1774-024E-8BD6-124AD138AB90}" type="pres">
      <dgm:prSet presAssocID="{B308AC95-6F9E-2443-BBA7-0110E0AAB8FB}" presName="Name30" presStyleCnt="0"/>
      <dgm:spPr/>
    </dgm:pt>
    <dgm:pt modelId="{59B30B39-CBE9-B64D-8A2F-F8BF7DFCE8E4}" type="pres">
      <dgm:prSet presAssocID="{B308AC95-6F9E-2443-BBA7-0110E0AAB8FB}" presName="level2Shape" presStyleLbl="node3" presStyleIdx="0" presStyleCnt="18" custScaleX="249156"/>
      <dgm:spPr/>
    </dgm:pt>
    <dgm:pt modelId="{7BBB802A-0E61-2841-A755-0FEA789E7155}" type="pres">
      <dgm:prSet presAssocID="{B308AC95-6F9E-2443-BBA7-0110E0AAB8FB}" presName="hierChild3" presStyleCnt="0"/>
      <dgm:spPr/>
    </dgm:pt>
    <dgm:pt modelId="{A8A75E39-3F6A-494A-9A5F-4B4120D0E0AA}" type="pres">
      <dgm:prSet presAssocID="{31C8F8FC-DD1C-4040-9C79-47EBD1194570}" presName="Name25" presStyleLbl="parChTrans1D3" presStyleIdx="1" presStyleCnt="18"/>
      <dgm:spPr/>
    </dgm:pt>
    <dgm:pt modelId="{78C08225-910B-3C48-AB2D-AA6997AB480D}" type="pres">
      <dgm:prSet presAssocID="{31C8F8FC-DD1C-4040-9C79-47EBD1194570}" presName="connTx" presStyleLbl="parChTrans1D3" presStyleIdx="1" presStyleCnt="18"/>
      <dgm:spPr/>
    </dgm:pt>
    <dgm:pt modelId="{47C2664F-E35E-AB4B-871F-9C3883D0AA7D}" type="pres">
      <dgm:prSet presAssocID="{09D027F0-1255-4447-8301-1D6092454AD8}" presName="Name30" presStyleCnt="0"/>
      <dgm:spPr/>
    </dgm:pt>
    <dgm:pt modelId="{22A4CB7E-5D0A-CE4A-935A-FB9717A091B1}" type="pres">
      <dgm:prSet presAssocID="{09D027F0-1255-4447-8301-1D6092454AD8}" presName="level2Shape" presStyleLbl="node3" presStyleIdx="1" presStyleCnt="18" custScaleX="249156"/>
      <dgm:spPr/>
    </dgm:pt>
    <dgm:pt modelId="{02A3A28E-36CD-D441-A827-F498CD723E4E}" type="pres">
      <dgm:prSet presAssocID="{09D027F0-1255-4447-8301-1D6092454AD8}" presName="hierChild3" presStyleCnt="0"/>
      <dgm:spPr/>
    </dgm:pt>
    <dgm:pt modelId="{F7E7EC80-58F4-3E44-B799-6DDC417836E8}" type="pres">
      <dgm:prSet presAssocID="{74C5C5CE-93DF-C14D-A8BF-57DD531372F9}" presName="Name25" presStyleLbl="parChTrans1D3" presStyleIdx="2" presStyleCnt="18"/>
      <dgm:spPr/>
    </dgm:pt>
    <dgm:pt modelId="{5808BD72-340B-BC44-882B-F1D538B9F562}" type="pres">
      <dgm:prSet presAssocID="{74C5C5CE-93DF-C14D-A8BF-57DD531372F9}" presName="connTx" presStyleLbl="parChTrans1D3" presStyleIdx="2" presStyleCnt="18"/>
      <dgm:spPr/>
    </dgm:pt>
    <dgm:pt modelId="{9B0E64D0-84E5-564B-9450-1E4A61F23B1E}" type="pres">
      <dgm:prSet presAssocID="{23BF72E8-DC70-5540-BC21-CD860D4C79D1}" presName="Name30" presStyleCnt="0"/>
      <dgm:spPr/>
    </dgm:pt>
    <dgm:pt modelId="{A433B012-32A4-3C4F-82C0-2C6C465BA804}" type="pres">
      <dgm:prSet presAssocID="{23BF72E8-DC70-5540-BC21-CD860D4C79D1}" presName="level2Shape" presStyleLbl="node3" presStyleIdx="2" presStyleCnt="18" custScaleX="249156"/>
      <dgm:spPr/>
    </dgm:pt>
    <dgm:pt modelId="{389B3375-3847-A54A-BF4A-EFA9CAD3756D}" type="pres">
      <dgm:prSet presAssocID="{23BF72E8-DC70-5540-BC21-CD860D4C79D1}" presName="hierChild3" presStyleCnt="0"/>
      <dgm:spPr/>
    </dgm:pt>
    <dgm:pt modelId="{80DD587E-5A9B-9D4D-AFC9-EC6A4C53614F}" type="pres">
      <dgm:prSet presAssocID="{A729CA63-8E1F-E14E-8225-6197ACB8AFF1}" presName="Name25" presStyleLbl="parChTrans1D2" presStyleIdx="1" presStyleCnt="5"/>
      <dgm:spPr/>
    </dgm:pt>
    <dgm:pt modelId="{B4346C02-368E-9D49-BF9B-66EBBFA85BB1}" type="pres">
      <dgm:prSet presAssocID="{A729CA63-8E1F-E14E-8225-6197ACB8AFF1}" presName="connTx" presStyleLbl="parChTrans1D2" presStyleIdx="1" presStyleCnt="5"/>
      <dgm:spPr/>
    </dgm:pt>
    <dgm:pt modelId="{997C2D30-67BE-1841-BD3E-7BA19A8EFCFC}" type="pres">
      <dgm:prSet presAssocID="{18AF93BB-654C-E549-8971-F9FF7CA87B4C}" presName="Name30" presStyleCnt="0"/>
      <dgm:spPr/>
    </dgm:pt>
    <dgm:pt modelId="{541F6071-7809-CC44-973A-6FA760119F63}" type="pres">
      <dgm:prSet presAssocID="{18AF93BB-654C-E549-8971-F9FF7CA87B4C}" presName="level2Shape" presStyleLbl="node2" presStyleIdx="1" presStyleCnt="5" custScaleX="211882" custScaleY="190146" custLinFactNeighborX="-75550"/>
      <dgm:spPr/>
    </dgm:pt>
    <dgm:pt modelId="{F185E556-EFF0-5E49-8A03-052B89221972}" type="pres">
      <dgm:prSet presAssocID="{18AF93BB-654C-E549-8971-F9FF7CA87B4C}" presName="hierChild3" presStyleCnt="0"/>
      <dgm:spPr/>
    </dgm:pt>
    <dgm:pt modelId="{82AC5FB4-AFCE-CF4C-A178-8E255AF4690D}" type="pres">
      <dgm:prSet presAssocID="{7CDDF432-D442-6C4A-9222-D2A4EEAE7EBE}" presName="Name25" presStyleLbl="parChTrans1D3" presStyleIdx="3" presStyleCnt="18"/>
      <dgm:spPr/>
    </dgm:pt>
    <dgm:pt modelId="{511C153D-F99E-0D43-B586-A7BDEA93CC57}" type="pres">
      <dgm:prSet presAssocID="{7CDDF432-D442-6C4A-9222-D2A4EEAE7EBE}" presName="connTx" presStyleLbl="parChTrans1D3" presStyleIdx="3" presStyleCnt="18"/>
      <dgm:spPr/>
    </dgm:pt>
    <dgm:pt modelId="{7D3A6926-85CB-D546-BF21-4AA704BE5C54}" type="pres">
      <dgm:prSet presAssocID="{7A8AA7B9-533F-B644-AE92-3335BFA6CEB8}" presName="Name30" presStyleCnt="0"/>
      <dgm:spPr/>
    </dgm:pt>
    <dgm:pt modelId="{04DED7E8-518C-D540-9F4E-2D51092C0E5C}" type="pres">
      <dgm:prSet presAssocID="{7A8AA7B9-533F-B644-AE92-3335BFA6CEB8}" presName="level2Shape" presStyleLbl="node3" presStyleIdx="3" presStyleCnt="18" custScaleX="249156"/>
      <dgm:spPr/>
    </dgm:pt>
    <dgm:pt modelId="{63D1B219-07CA-3F4D-A905-CC3F74FAAB7C}" type="pres">
      <dgm:prSet presAssocID="{7A8AA7B9-533F-B644-AE92-3335BFA6CEB8}" presName="hierChild3" presStyleCnt="0"/>
      <dgm:spPr/>
    </dgm:pt>
    <dgm:pt modelId="{91BBEB3C-7BDD-2146-A823-1DAD6F53A5C0}" type="pres">
      <dgm:prSet presAssocID="{45590686-1B12-A94C-9244-54B83D9C19D0}" presName="Name25" presStyleLbl="parChTrans1D3" presStyleIdx="4" presStyleCnt="18"/>
      <dgm:spPr/>
    </dgm:pt>
    <dgm:pt modelId="{98529383-E608-0240-B177-B571B151ADAA}" type="pres">
      <dgm:prSet presAssocID="{45590686-1B12-A94C-9244-54B83D9C19D0}" presName="connTx" presStyleLbl="parChTrans1D3" presStyleIdx="4" presStyleCnt="18"/>
      <dgm:spPr/>
    </dgm:pt>
    <dgm:pt modelId="{1C683737-3C1B-5441-80ED-DB48E9D160E0}" type="pres">
      <dgm:prSet presAssocID="{81577038-986F-9343-99B8-1526F2364039}" presName="Name30" presStyleCnt="0"/>
      <dgm:spPr/>
    </dgm:pt>
    <dgm:pt modelId="{84B6EC93-7F84-8F47-923A-92C42ECFAA28}" type="pres">
      <dgm:prSet presAssocID="{81577038-986F-9343-99B8-1526F2364039}" presName="level2Shape" presStyleLbl="node3" presStyleIdx="4" presStyleCnt="18" custScaleX="249156"/>
      <dgm:spPr/>
    </dgm:pt>
    <dgm:pt modelId="{5158EADC-49E0-CC49-865F-600F3BFE4A68}" type="pres">
      <dgm:prSet presAssocID="{81577038-986F-9343-99B8-1526F2364039}" presName="hierChild3" presStyleCnt="0"/>
      <dgm:spPr/>
    </dgm:pt>
    <dgm:pt modelId="{7F41A388-CAF6-D54D-BFB4-4BEB2E5A80CC}" type="pres">
      <dgm:prSet presAssocID="{27C1F03A-729D-1148-90B5-74B550B21870}" presName="Name25" presStyleLbl="parChTrans1D3" presStyleIdx="5" presStyleCnt="18"/>
      <dgm:spPr/>
    </dgm:pt>
    <dgm:pt modelId="{F2F56342-9A9B-C347-93AE-B354CAAF3CA4}" type="pres">
      <dgm:prSet presAssocID="{27C1F03A-729D-1148-90B5-74B550B21870}" presName="connTx" presStyleLbl="parChTrans1D3" presStyleIdx="5" presStyleCnt="18"/>
      <dgm:spPr/>
    </dgm:pt>
    <dgm:pt modelId="{EBB0E23C-84ED-9C48-B407-07562DEFCCF9}" type="pres">
      <dgm:prSet presAssocID="{4413D37C-6A90-F047-96B8-3AC495A5BF8F}" presName="Name30" presStyleCnt="0"/>
      <dgm:spPr/>
    </dgm:pt>
    <dgm:pt modelId="{211054A3-F477-C849-8A63-B4AE5E355D3F}" type="pres">
      <dgm:prSet presAssocID="{4413D37C-6A90-F047-96B8-3AC495A5BF8F}" presName="level2Shape" presStyleLbl="node3" presStyleIdx="5" presStyleCnt="18" custScaleX="249156"/>
      <dgm:spPr/>
    </dgm:pt>
    <dgm:pt modelId="{C39E9B8B-9B2C-3C4D-95BD-2D979CEBE1AD}" type="pres">
      <dgm:prSet presAssocID="{4413D37C-6A90-F047-96B8-3AC495A5BF8F}" presName="hierChild3" presStyleCnt="0"/>
      <dgm:spPr/>
    </dgm:pt>
    <dgm:pt modelId="{0552F4E7-B625-EF4A-B564-AB82C7F33F48}" type="pres">
      <dgm:prSet presAssocID="{D22836B9-D636-CF48-8B9E-16871CED4F09}" presName="Name25" presStyleLbl="parChTrans1D2" presStyleIdx="2" presStyleCnt="5"/>
      <dgm:spPr/>
    </dgm:pt>
    <dgm:pt modelId="{57F7305A-749A-2847-B9C7-06AC1FA1267F}" type="pres">
      <dgm:prSet presAssocID="{D22836B9-D636-CF48-8B9E-16871CED4F09}" presName="connTx" presStyleLbl="parChTrans1D2" presStyleIdx="2" presStyleCnt="5"/>
      <dgm:spPr/>
    </dgm:pt>
    <dgm:pt modelId="{E60ADE0B-E69C-BA49-A4DF-AC4DA512AE36}" type="pres">
      <dgm:prSet presAssocID="{2F93E6E4-E719-5246-8732-447D9ECE8118}" presName="Name30" presStyleCnt="0"/>
      <dgm:spPr/>
    </dgm:pt>
    <dgm:pt modelId="{89466E15-E01B-E74D-9294-4193B26C98B4}" type="pres">
      <dgm:prSet presAssocID="{2F93E6E4-E719-5246-8732-447D9ECE8118}" presName="level2Shape" presStyleLbl="node2" presStyleIdx="2" presStyleCnt="5" custScaleX="211882" custScaleY="190146" custLinFactNeighborX="-75550"/>
      <dgm:spPr/>
    </dgm:pt>
    <dgm:pt modelId="{30D61A03-A4D0-BD45-862C-4603B172CEFA}" type="pres">
      <dgm:prSet presAssocID="{2F93E6E4-E719-5246-8732-447D9ECE8118}" presName="hierChild3" presStyleCnt="0"/>
      <dgm:spPr/>
    </dgm:pt>
    <dgm:pt modelId="{98AE55E7-9272-824D-99DF-E81C208BA2CE}" type="pres">
      <dgm:prSet presAssocID="{082F229C-B78F-3C40-AC8F-1E0E3CC044B4}" presName="Name25" presStyleLbl="parChTrans1D3" presStyleIdx="6" presStyleCnt="18"/>
      <dgm:spPr/>
    </dgm:pt>
    <dgm:pt modelId="{715A9835-A47F-D643-856F-0D0F1B8F19BD}" type="pres">
      <dgm:prSet presAssocID="{082F229C-B78F-3C40-AC8F-1E0E3CC044B4}" presName="connTx" presStyleLbl="parChTrans1D3" presStyleIdx="6" presStyleCnt="18"/>
      <dgm:spPr/>
    </dgm:pt>
    <dgm:pt modelId="{A1715A19-6F63-6A4A-8803-30228DB1EABB}" type="pres">
      <dgm:prSet presAssocID="{14725BF7-8127-9742-BDE6-BFACA7991ACC}" presName="Name30" presStyleCnt="0"/>
      <dgm:spPr/>
    </dgm:pt>
    <dgm:pt modelId="{BE128432-A68E-3A46-8B3F-542D17CC6F0F}" type="pres">
      <dgm:prSet presAssocID="{14725BF7-8127-9742-BDE6-BFACA7991ACC}" presName="level2Shape" presStyleLbl="node3" presStyleIdx="6" presStyleCnt="18" custScaleX="249156"/>
      <dgm:spPr/>
    </dgm:pt>
    <dgm:pt modelId="{569A4E67-0471-774F-9C11-8BF707EDEBF7}" type="pres">
      <dgm:prSet presAssocID="{14725BF7-8127-9742-BDE6-BFACA7991ACC}" presName="hierChild3" presStyleCnt="0"/>
      <dgm:spPr/>
    </dgm:pt>
    <dgm:pt modelId="{D850B91D-6316-4647-9C62-C7C8F5D37507}" type="pres">
      <dgm:prSet presAssocID="{62D3DCBC-065E-F84C-BCEB-FD9B809500B8}" presName="Name25" presStyleLbl="parChTrans1D3" presStyleIdx="7" presStyleCnt="18"/>
      <dgm:spPr/>
    </dgm:pt>
    <dgm:pt modelId="{C54EE713-2CF8-8D48-A646-7FDD49A5968F}" type="pres">
      <dgm:prSet presAssocID="{62D3DCBC-065E-F84C-BCEB-FD9B809500B8}" presName="connTx" presStyleLbl="parChTrans1D3" presStyleIdx="7" presStyleCnt="18"/>
      <dgm:spPr/>
    </dgm:pt>
    <dgm:pt modelId="{D461C98B-CCD4-5D41-96CF-1A079A903854}" type="pres">
      <dgm:prSet presAssocID="{FAAF75A2-934A-A848-B823-96174E9CF9D3}" presName="Name30" presStyleCnt="0"/>
      <dgm:spPr/>
    </dgm:pt>
    <dgm:pt modelId="{2D9A46F8-09F4-5843-A133-89458B63ABAA}" type="pres">
      <dgm:prSet presAssocID="{FAAF75A2-934A-A848-B823-96174E9CF9D3}" presName="level2Shape" presStyleLbl="node3" presStyleIdx="7" presStyleCnt="18" custScaleX="249156"/>
      <dgm:spPr/>
    </dgm:pt>
    <dgm:pt modelId="{8ED20FBC-3C17-1F43-8969-135FA0A04675}" type="pres">
      <dgm:prSet presAssocID="{FAAF75A2-934A-A848-B823-96174E9CF9D3}" presName="hierChild3" presStyleCnt="0"/>
      <dgm:spPr/>
    </dgm:pt>
    <dgm:pt modelId="{ECC9DFC6-6DD5-704E-9EFE-6B4C17EA74BB}" type="pres">
      <dgm:prSet presAssocID="{AF0C04CD-B054-264F-A802-38714C8E84C3}" presName="Name25" presStyleLbl="parChTrans1D3" presStyleIdx="8" presStyleCnt="18"/>
      <dgm:spPr/>
    </dgm:pt>
    <dgm:pt modelId="{60053ED1-378F-EC47-93CA-817CC54AA12E}" type="pres">
      <dgm:prSet presAssocID="{AF0C04CD-B054-264F-A802-38714C8E84C3}" presName="connTx" presStyleLbl="parChTrans1D3" presStyleIdx="8" presStyleCnt="18"/>
      <dgm:spPr/>
    </dgm:pt>
    <dgm:pt modelId="{7FC2F316-AE66-F44A-9AAD-B130F9C75BBE}" type="pres">
      <dgm:prSet presAssocID="{992329D9-1AED-7743-B123-BFDD78202D36}" presName="Name30" presStyleCnt="0"/>
      <dgm:spPr/>
    </dgm:pt>
    <dgm:pt modelId="{69119B04-4CF8-A64D-89AF-3E4BFB78585F}" type="pres">
      <dgm:prSet presAssocID="{992329D9-1AED-7743-B123-BFDD78202D36}" presName="level2Shape" presStyleLbl="node3" presStyleIdx="8" presStyleCnt="18" custScaleX="249156"/>
      <dgm:spPr/>
    </dgm:pt>
    <dgm:pt modelId="{83E2C0A3-195C-4149-88A8-879A7FE22624}" type="pres">
      <dgm:prSet presAssocID="{992329D9-1AED-7743-B123-BFDD78202D36}" presName="hierChild3" presStyleCnt="0"/>
      <dgm:spPr/>
    </dgm:pt>
    <dgm:pt modelId="{741F5C4B-81B5-F440-84B5-5BE16AAA4CF8}" type="pres">
      <dgm:prSet presAssocID="{C1CAABC4-49A4-1C49-8874-52E665D1B24F}" presName="Name25" presStyleLbl="parChTrans1D3" presStyleIdx="9" presStyleCnt="18"/>
      <dgm:spPr/>
    </dgm:pt>
    <dgm:pt modelId="{B8B9D863-993D-6144-810E-64D8BA7A4D5C}" type="pres">
      <dgm:prSet presAssocID="{C1CAABC4-49A4-1C49-8874-52E665D1B24F}" presName="connTx" presStyleLbl="parChTrans1D3" presStyleIdx="9" presStyleCnt="18"/>
      <dgm:spPr/>
    </dgm:pt>
    <dgm:pt modelId="{A36B10C2-E992-6848-AF01-8007EAC8AF54}" type="pres">
      <dgm:prSet presAssocID="{3725BBCA-0249-7149-9FBC-664B72A4801F}" presName="Name30" presStyleCnt="0"/>
      <dgm:spPr/>
    </dgm:pt>
    <dgm:pt modelId="{EE9092A8-9228-0E49-BFEA-58C22FA4970A}" type="pres">
      <dgm:prSet presAssocID="{3725BBCA-0249-7149-9FBC-664B72A4801F}" presName="level2Shape" presStyleLbl="node3" presStyleIdx="9" presStyleCnt="18" custScaleX="249156"/>
      <dgm:spPr/>
    </dgm:pt>
    <dgm:pt modelId="{CD40F5A0-AFDA-F540-A2B2-FF70C251F6C1}" type="pres">
      <dgm:prSet presAssocID="{3725BBCA-0249-7149-9FBC-664B72A4801F}" presName="hierChild3" presStyleCnt="0"/>
      <dgm:spPr/>
    </dgm:pt>
    <dgm:pt modelId="{D9E699DB-8A91-6345-AEE7-8495C0709F54}" type="pres">
      <dgm:prSet presAssocID="{3B6B3369-E329-8549-9F41-B472DA78149A}" presName="Name25" presStyleLbl="parChTrans1D2" presStyleIdx="3" presStyleCnt="5"/>
      <dgm:spPr/>
    </dgm:pt>
    <dgm:pt modelId="{995D3B05-7389-5141-B5DD-325FDD14CA44}" type="pres">
      <dgm:prSet presAssocID="{3B6B3369-E329-8549-9F41-B472DA78149A}" presName="connTx" presStyleLbl="parChTrans1D2" presStyleIdx="3" presStyleCnt="5"/>
      <dgm:spPr/>
    </dgm:pt>
    <dgm:pt modelId="{4E57B19A-162B-5E40-BBAB-DA911D161179}" type="pres">
      <dgm:prSet presAssocID="{EC19AE04-4B96-A642-B545-2E1C1A68E99E}" presName="Name30" presStyleCnt="0"/>
      <dgm:spPr/>
    </dgm:pt>
    <dgm:pt modelId="{D9FC7307-AF62-F34E-95B1-27F9CD513142}" type="pres">
      <dgm:prSet presAssocID="{EC19AE04-4B96-A642-B545-2E1C1A68E99E}" presName="level2Shape" presStyleLbl="node2" presStyleIdx="3" presStyleCnt="5" custScaleX="211882" custScaleY="190146" custLinFactNeighborX="-75550"/>
      <dgm:spPr/>
    </dgm:pt>
    <dgm:pt modelId="{9E267FCC-E2ED-C448-89AB-0C8D42A42934}" type="pres">
      <dgm:prSet presAssocID="{EC19AE04-4B96-A642-B545-2E1C1A68E99E}" presName="hierChild3" presStyleCnt="0"/>
      <dgm:spPr/>
    </dgm:pt>
    <dgm:pt modelId="{F5549227-84BE-744B-8D13-B48DF71100DF}" type="pres">
      <dgm:prSet presAssocID="{5497E20D-2D8E-BC45-9CE3-473076F07DB4}" presName="Name25" presStyleLbl="parChTrans1D3" presStyleIdx="10" presStyleCnt="18"/>
      <dgm:spPr/>
    </dgm:pt>
    <dgm:pt modelId="{7316209B-77DD-1C48-8159-A449CCE6C7AF}" type="pres">
      <dgm:prSet presAssocID="{5497E20D-2D8E-BC45-9CE3-473076F07DB4}" presName="connTx" presStyleLbl="parChTrans1D3" presStyleIdx="10" presStyleCnt="18"/>
      <dgm:spPr/>
    </dgm:pt>
    <dgm:pt modelId="{481179A1-AF6E-1A43-A438-1E0E84EA7A26}" type="pres">
      <dgm:prSet presAssocID="{BE4F61F0-D111-1F46-A864-3C3BFBA70F93}" presName="Name30" presStyleCnt="0"/>
      <dgm:spPr/>
    </dgm:pt>
    <dgm:pt modelId="{99EEDDF1-6656-984D-AF2A-A00624D7F592}" type="pres">
      <dgm:prSet presAssocID="{BE4F61F0-D111-1F46-A864-3C3BFBA70F93}" presName="level2Shape" presStyleLbl="node3" presStyleIdx="10" presStyleCnt="18" custScaleX="249156"/>
      <dgm:spPr/>
    </dgm:pt>
    <dgm:pt modelId="{49F2039A-9C9E-454C-BF98-9476F23763B7}" type="pres">
      <dgm:prSet presAssocID="{BE4F61F0-D111-1F46-A864-3C3BFBA70F93}" presName="hierChild3" presStyleCnt="0"/>
      <dgm:spPr/>
    </dgm:pt>
    <dgm:pt modelId="{B781BD14-2BE5-074F-BD77-3E50CF1401A0}" type="pres">
      <dgm:prSet presAssocID="{A988ABD4-C2DC-E541-B429-C97AD38FE7DE}" presName="Name25" presStyleLbl="parChTrans1D3" presStyleIdx="11" presStyleCnt="18"/>
      <dgm:spPr/>
    </dgm:pt>
    <dgm:pt modelId="{A08715D7-B486-B841-ACED-54CCD1CCC2F8}" type="pres">
      <dgm:prSet presAssocID="{A988ABD4-C2DC-E541-B429-C97AD38FE7DE}" presName="connTx" presStyleLbl="parChTrans1D3" presStyleIdx="11" presStyleCnt="18"/>
      <dgm:spPr/>
    </dgm:pt>
    <dgm:pt modelId="{91933DB7-1A0A-F842-9B4B-BEEBBC33DBD1}" type="pres">
      <dgm:prSet presAssocID="{275CBCDB-8E76-4D43-B788-523721CE2D3D}" presName="Name30" presStyleCnt="0"/>
      <dgm:spPr/>
    </dgm:pt>
    <dgm:pt modelId="{12FC843B-EF1A-1044-AA60-C341A3149EA0}" type="pres">
      <dgm:prSet presAssocID="{275CBCDB-8E76-4D43-B788-523721CE2D3D}" presName="level2Shape" presStyleLbl="node3" presStyleIdx="11" presStyleCnt="18" custScaleX="249156"/>
      <dgm:spPr/>
    </dgm:pt>
    <dgm:pt modelId="{A7A2D137-8286-E345-80C8-C1BD4559D390}" type="pres">
      <dgm:prSet presAssocID="{275CBCDB-8E76-4D43-B788-523721CE2D3D}" presName="hierChild3" presStyleCnt="0"/>
      <dgm:spPr/>
    </dgm:pt>
    <dgm:pt modelId="{5157B47F-DA1D-CA45-BF63-4ABA9B7BDBFA}" type="pres">
      <dgm:prSet presAssocID="{BAC49245-A2FF-0E4E-A438-57E867F94F1F}" presName="Name25" presStyleLbl="parChTrans1D3" presStyleIdx="12" presStyleCnt="18"/>
      <dgm:spPr/>
    </dgm:pt>
    <dgm:pt modelId="{00ABA4DE-1720-044C-BB15-BE31A99BB682}" type="pres">
      <dgm:prSet presAssocID="{BAC49245-A2FF-0E4E-A438-57E867F94F1F}" presName="connTx" presStyleLbl="parChTrans1D3" presStyleIdx="12" presStyleCnt="18"/>
      <dgm:spPr/>
    </dgm:pt>
    <dgm:pt modelId="{2478DE41-63A4-7640-BDDC-3AF60EE5CBDD}" type="pres">
      <dgm:prSet presAssocID="{E78568F2-B4FB-164F-ADD2-9AD247920196}" presName="Name30" presStyleCnt="0"/>
      <dgm:spPr/>
    </dgm:pt>
    <dgm:pt modelId="{8BA9C05F-F29F-7642-B753-EECD821263D0}" type="pres">
      <dgm:prSet presAssocID="{E78568F2-B4FB-164F-ADD2-9AD247920196}" presName="level2Shape" presStyleLbl="node3" presStyleIdx="12" presStyleCnt="18" custScaleX="249156"/>
      <dgm:spPr/>
    </dgm:pt>
    <dgm:pt modelId="{D7DE0B9C-8A07-0A4F-9DCF-737754050D6B}" type="pres">
      <dgm:prSet presAssocID="{E78568F2-B4FB-164F-ADD2-9AD247920196}" presName="hierChild3" presStyleCnt="0"/>
      <dgm:spPr/>
    </dgm:pt>
    <dgm:pt modelId="{69853B35-D33E-6944-9B36-270921C1975B}" type="pres">
      <dgm:prSet presAssocID="{262F255D-E9E2-744C-A3E2-16DE872AE773}" presName="Name25" presStyleLbl="parChTrans1D3" presStyleIdx="13" presStyleCnt="18"/>
      <dgm:spPr/>
    </dgm:pt>
    <dgm:pt modelId="{D712A656-D78F-AE48-9158-FDD7E00AC72C}" type="pres">
      <dgm:prSet presAssocID="{262F255D-E9E2-744C-A3E2-16DE872AE773}" presName="connTx" presStyleLbl="parChTrans1D3" presStyleIdx="13" presStyleCnt="18"/>
      <dgm:spPr/>
    </dgm:pt>
    <dgm:pt modelId="{3A494E4F-A4DE-5140-9E20-15686C9C507E}" type="pres">
      <dgm:prSet presAssocID="{5E78BEC0-E388-604A-8DB4-54D06F7A10AE}" presName="Name30" presStyleCnt="0"/>
      <dgm:spPr/>
    </dgm:pt>
    <dgm:pt modelId="{B5401A6E-C14E-F247-8FA1-F4F70C3BEA2D}" type="pres">
      <dgm:prSet presAssocID="{5E78BEC0-E388-604A-8DB4-54D06F7A10AE}" presName="level2Shape" presStyleLbl="node3" presStyleIdx="13" presStyleCnt="18" custScaleX="249156"/>
      <dgm:spPr/>
    </dgm:pt>
    <dgm:pt modelId="{9136A14D-6D08-B644-8DD3-0D5299ECF9B5}" type="pres">
      <dgm:prSet presAssocID="{5E78BEC0-E388-604A-8DB4-54D06F7A10AE}" presName="hierChild3" presStyleCnt="0"/>
      <dgm:spPr/>
    </dgm:pt>
    <dgm:pt modelId="{35D070D9-3457-BB47-AF59-94E973A60D7E}" type="pres">
      <dgm:prSet presAssocID="{5D676FF5-63FD-9642-829D-F918D4E22A2C}" presName="Name25" presStyleLbl="parChTrans1D2" presStyleIdx="4" presStyleCnt="5"/>
      <dgm:spPr/>
    </dgm:pt>
    <dgm:pt modelId="{FA38FF9D-411F-1F45-BC03-E6DBAE75C299}" type="pres">
      <dgm:prSet presAssocID="{5D676FF5-63FD-9642-829D-F918D4E22A2C}" presName="connTx" presStyleLbl="parChTrans1D2" presStyleIdx="4" presStyleCnt="5"/>
      <dgm:spPr/>
    </dgm:pt>
    <dgm:pt modelId="{0BE3BDF2-F851-8643-88B1-0F35883D3947}" type="pres">
      <dgm:prSet presAssocID="{134C354D-E79B-E946-AD4B-32FFCC61338C}" presName="Name30" presStyleCnt="0"/>
      <dgm:spPr/>
    </dgm:pt>
    <dgm:pt modelId="{635E1555-82A1-CE4C-8217-5BF1B764D6CC}" type="pres">
      <dgm:prSet presAssocID="{134C354D-E79B-E946-AD4B-32FFCC61338C}" presName="level2Shape" presStyleLbl="node2" presStyleIdx="4" presStyleCnt="5" custScaleX="211882" custScaleY="190146" custLinFactNeighborX="-75550"/>
      <dgm:spPr/>
    </dgm:pt>
    <dgm:pt modelId="{3512C7A1-5438-7D42-86D8-204CD81C40CD}" type="pres">
      <dgm:prSet presAssocID="{134C354D-E79B-E946-AD4B-32FFCC61338C}" presName="hierChild3" presStyleCnt="0"/>
      <dgm:spPr/>
    </dgm:pt>
    <dgm:pt modelId="{E8902E91-7009-4142-9E5A-0EBA47C9FB9A}" type="pres">
      <dgm:prSet presAssocID="{C001D1A6-A83F-F143-A276-15B0F274BDF1}" presName="Name25" presStyleLbl="parChTrans1D3" presStyleIdx="14" presStyleCnt="18"/>
      <dgm:spPr/>
    </dgm:pt>
    <dgm:pt modelId="{B490CF1C-8B3C-0A4C-8769-A6FC9FB55AE9}" type="pres">
      <dgm:prSet presAssocID="{C001D1A6-A83F-F143-A276-15B0F274BDF1}" presName="connTx" presStyleLbl="parChTrans1D3" presStyleIdx="14" presStyleCnt="18"/>
      <dgm:spPr/>
    </dgm:pt>
    <dgm:pt modelId="{EF60247D-6F3A-D446-9D1B-E95538A66882}" type="pres">
      <dgm:prSet presAssocID="{9C3B8FA6-8F02-D844-A0FA-4D553D78278F}" presName="Name30" presStyleCnt="0"/>
      <dgm:spPr/>
    </dgm:pt>
    <dgm:pt modelId="{8EC479E1-FAA0-5B46-9001-3C6AC82ED22D}" type="pres">
      <dgm:prSet presAssocID="{9C3B8FA6-8F02-D844-A0FA-4D553D78278F}" presName="level2Shape" presStyleLbl="node3" presStyleIdx="14" presStyleCnt="18" custScaleX="249156"/>
      <dgm:spPr/>
    </dgm:pt>
    <dgm:pt modelId="{A4C41F52-8AD7-3944-BC03-01B06B18F06F}" type="pres">
      <dgm:prSet presAssocID="{9C3B8FA6-8F02-D844-A0FA-4D553D78278F}" presName="hierChild3" presStyleCnt="0"/>
      <dgm:spPr/>
    </dgm:pt>
    <dgm:pt modelId="{F9640B6D-3E86-7343-8C27-CF14A21DCBC7}" type="pres">
      <dgm:prSet presAssocID="{4662EA61-5A5E-5445-9859-27FE060460B5}" presName="Name25" presStyleLbl="parChTrans1D3" presStyleIdx="15" presStyleCnt="18"/>
      <dgm:spPr/>
    </dgm:pt>
    <dgm:pt modelId="{70DFC18E-DD1A-774C-ABA3-7E1C61E2BA79}" type="pres">
      <dgm:prSet presAssocID="{4662EA61-5A5E-5445-9859-27FE060460B5}" presName="connTx" presStyleLbl="parChTrans1D3" presStyleIdx="15" presStyleCnt="18"/>
      <dgm:spPr/>
    </dgm:pt>
    <dgm:pt modelId="{7CA0DD82-9A52-434A-9B11-AB14C7AEE769}" type="pres">
      <dgm:prSet presAssocID="{82F715CE-3F89-A546-9C48-CE89B092557E}" presName="Name30" presStyleCnt="0"/>
      <dgm:spPr/>
    </dgm:pt>
    <dgm:pt modelId="{8BD45A57-0BC9-8345-9BE7-90EAEF55D2C2}" type="pres">
      <dgm:prSet presAssocID="{82F715CE-3F89-A546-9C48-CE89B092557E}" presName="level2Shape" presStyleLbl="node3" presStyleIdx="15" presStyleCnt="18" custScaleX="249156"/>
      <dgm:spPr/>
    </dgm:pt>
    <dgm:pt modelId="{81079DD5-9CD1-BB4F-AC34-D1A916833E06}" type="pres">
      <dgm:prSet presAssocID="{82F715CE-3F89-A546-9C48-CE89B092557E}" presName="hierChild3" presStyleCnt="0"/>
      <dgm:spPr/>
    </dgm:pt>
    <dgm:pt modelId="{6CBCD4E5-194F-2E47-870F-DCFE04246BBB}" type="pres">
      <dgm:prSet presAssocID="{7AE6153A-5E54-1741-BDD2-1355B351ADA1}" presName="Name25" presStyleLbl="parChTrans1D3" presStyleIdx="16" presStyleCnt="18"/>
      <dgm:spPr/>
    </dgm:pt>
    <dgm:pt modelId="{BBD08A58-6E5E-6C41-8A5A-82B7EECB6B34}" type="pres">
      <dgm:prSet presAssocID="{7AE6153A-5E54-1741-BDD2-1355B351ADA1}" presName="connTx" presStyleLbl="parChTrans1D3" presStyleIdx="16" presStyleCnt="18"/>
      <dgm:spPr/>
    </dgm:pt>
    <dgm:pt modelId="{99BE583C-8A43-9248-A13A-3CA2E964576A}" type="pres">
      <dgm:prSet presAssocID="{0D4C8774-518A-784C-8FE7-45CBE7470DF0}" presName="Name30" presStyleCnt="0"/>
      <dgm:spPr/>
    </dgm:pt>
    <dgm:pt modelId="{F14C3F55-079C-F148-BEC4-5668FEBE256B}" type="pres">
      <dgm:prSet presAssocID="{0D4C8774-518A-784C-8FE7-45CBE7470DF0}" presName="level2Shape" presStyleLbl="node3" presStyleIdx="16" presStyleCnt="18" custScaleX="249156"/>
      <dgm:spPr/>
    </dgm:pt>
    <dgm:pt modelId="{A77F433E-CC0D-4240-B8D3-421FC44ADB60}" type="pres">
      <dgm:prSet presAssocID="{0D4C8774-518A-784C-8FE7-45CBE7470DF0}" presName="hierChild3" presStyleCnt="0"/>
      <dgm:spPr/>
    </dgm:pt>
    <dgm:pt modelId="{7EB6BCE5-CAD8-2A44-919B-12FD28A9877A}" type="pres">
      <dgm:prSet presAssocID="{D5721754-84AE-5748-A12B-479F9B834DD2}" presName="Name25" presStyleLbl="parChTrans1D3" presStyleIdx="17" presStyleCnt="18"/>
      <dgm:spPr/>
    </dgm:pt>
    <dgm:pt modelId="{21EECB89-1A21-0F40-A634-B8752D37C745}" type="pres">
      <dgm:prSet presAssocID="{D5721754-84AE-5748-A12B-479F9B834DD2}" presName="connTx" presStyleLbl="parChTrans1D3" presStyleIdx="17" presStyleCnt="18"/>
      <dgm:spPr/>
    </dgm:pt>
    <dgm:pt modelId="{877F36B9-56F5-C948-AB92-F1C59F562871}" type="pres">
      <dgm:prSet presAssocID="{496249C9-2ABE-7544-A064-AA8D18C2B17D}" presName="Name30" presStyleCnt="0"/>
      <dgm:spPr/>
    </dgm:pt>
    <dgm:pt modelId="{FAB8CCBF-5E4E-0641-8034-E8E0790B46B3}" type="pres">
      <dgm:prSet presAssocID="{496249C9-2ABE-7544-A064-AA8D18C2B17D}" presName="level2Shape" presStyleLbl="node3" presStyleIdx="17" presStyleCnt="18" custScaleX="249156"/>
      <dgm:spPr/>
    </dgm:pt>
    <dgm:pt modelId="{324E374F-6DA3-244E-8BC8-B3907AE91D04}" type="pres">
      <dgm:prSet presAssocID="{496249C9-2ABE-7544-A064-AA8D18C2B17D}" presName="hierChild3" presStyleCnt="0"/>
      <dgm:spPr/>
    </dgm:pt>
    <dgm:pt modelId="{E00EA6B7-648C-9E41-A6B6-CD09EAD5DD5B}" type="pres">
      <dgm:prSet presAssocID="{05DD3EBD-E3FD-6B41-B1DE-5212AA45DC97}" presName="bgShapesFlow" presStyleCnt="0"/>
      <dgm:spPr/>
    </dgm:pt>
  </dgm:ptLst>
  <dgm:cxnLst>
    <dgm:cxn modelId="{92636B00-F217-104D-8140-43611533B8F7}" type="presOf" srcId="{5497E20D-2D8E-BC45-9CE3-473076F07DB4}" destId="{7316209B-77DD-1C48-8159-A449CCE6C7AF}" srcOrd="1" destOrd="0" presId="urn:microsoft.com/office/officeart/2005/8/layout/hierarchy5"/>
    <dgm:cxn modelId="{8BBFD405-4D2A-FB44-A634-7F4998995D37}" type="presOf" srcId="{45590686-1B12-A94C-9244-54B83D9C19D0}" destId="{98529383-E608-0240-B177-B571B151ADAA}" srcOrd="1" destOrd="0" presId="urn:microsoft.com/office/officeart/2005/8/layout/hierarchy5"/>
    <dgm:cxn modelId="{4F9D5607-BCEA-B144-993F-1CD5AE3971D2}" type="presOf" srcId="{7CDDF432-D442-6C4A-9222-D2A4EEAE7EBE}" destId="{82AC5FB4-AFCE-CF4C-A178-8E255AF4690D}" srcOrd="0" destOrd="0" presId="urn:microsoft.com/office/officeart/2005/8/layout/hierarchy5"/>
    <dgm:cxn modelId="{FDF61D09-6B29-E547-B457-0DF2DBE06726}" srcId="{EC19AE04-4B96-A642-B545-2E1C1A68E99E}" destId="{5E78BEC0-E388-604A-8DB4-54D06F7A10AE}" srcOrd="3" destOrd="0" parTransId="{262F255D-E9E2-744C-A3E2-16DE872AE773}" sibTransId="{AB44C00B-E9E6-AF4C-BF7F-3A24F4E68C67}"/>
    <dgm:cxn modelId="{BAD14D09-8D5D-F440-8722-3044A07220C9}" type="presOf" srcId="{4662EA61-5A5E-5445-9859-27FE060460B5}" destId="{70DFC18E-DD1A-774C-ABA3-7E1C61E2BA79}" srcOrd="1" destOrd="0" presId="urn:microsoft.com/office/officeart/2005/8/layout/hierarchy5"/>
    <dgm:cxn modelId="{0097CF14-8A8C-A84A-B7E2-47B18499F4D6}" type="presOf" srcId="{A819F38E-035C-F34C-978E-008DC59BCB32}" destId="{6CB6C7DB-D022-2B43-972E-2CA5112366E1}" srcOrd="1" destOrd="0" presId="urn:microsoft.com/office/officeart/2005/8/layout/hierarchy5"/>
    <dgm:cxn modelId="{24438818-E0B4-074E-B18E-DB720B04110F}" type="presOf" srcId="{A729CA63-8E1F-E14E-8225-6197ACB8AFF1}" destId="{B4346C02-368E-9D49-BF9B-66EBBFA85BB1}" srcOrd="1" destOrd="0" presId="urn:microsoft.com/office/officeart/2005/8/layout/hierarchy5"/>
    <dgm:cxn modelId="{EDB07C19-ACBE-4C4D-AE70-DAE49FC541E6}" type="presOf" srcId="{A988ABD4-C2DC-E541-B429-C97AD38FE7DE}" destId="{B781BD14-2BE5-074F-BD77-3E50CF1401A0}" srcOrd="0" destOrd="0" presId="urn:microsoft.com/office/officeart/2005/8/layout/hierarchy5"/>
    <dgm:cxn modelId="{648FE41B-94B0-B74D-A14A-5DD7C80E8E5D}" type="presOf" srcId="{62D3DCBC-065E-F84C-BCEB-FD9B809500B8}" destId="{C54EE713-2CF8-8D48-A646-7FDD49A5968F}" srcOrd="1" destOrd="0" presId="urn:microsoft.com/office/officeart/2005/8/layout/hierarchy5"/>
    <dgm:cxn modelId="{FDFE1024-25D7-9543-9707-C5320431404B}" type="presOf" srcId="{2F93E6E4-E719-5246-8732-447D9ECE8118}" destId="{89466E15-E01B-E74D-9294-4193B26C98B4}" srcOrd="0" destOrd="0" presId="urn:microsoft.com/office/officeart/2005/8/layout/hierarchy5"/>
    <dgm:cxn modelId="{980B8827-360B-B543-84B7-B6634629C32D}" srcId="{BD475069-D342-B742-9004-46C0213DD57F}" destId="{28B180F9-FCBD-8941-AB2D-594DB1810B6B}" srcOrd="0" destOrd="0" parTransId="{3FC636D2-4005-3B49-97E3-35FAAD928FA5}" sibTransId="{9A7C7481-2DC6-AC44-BBA2-C41C68DE8FB8}"/>
    <dgm:cxn modelId="{C560C52A-568D-3C4B-BFEA-C1E0E640775F}" type="presOf" srcId="{31C8F8FC-DD1C-4040-9C79-47EBD1194570}" destId="{78C08225-910B-3C48-AB2D-AA6997AB480D}" srcOrd="1" destOrd="0" presId="urn:microsoft.com/office/officeart/2005/8/layout/hierarchy5"/>
    <dgm:cxn modelId="{6D79012E-468E-B043-A3EB-264FF61406FB}" type="presOf" srcId="{C001D1A6-A83F-F143-A276-15B0F274BDF1}" destId="{B490CF1C-8B3C-0A4C-8769-A6FC9FB55AE9}" srcOrd="1" destOrd="0" presId="urn:microsoft.com/office/officeart/2005/8/layout/hierarchy5"/>
    <dgm:cxn modelId="{C2A6482F-121B-F148-A9C6-3962CC4E29BE}" type="presOf" srcId="{BD475069-D342-B742-9004-46C0213DD57F}" destId="{80574F1E-570B-5141-A9AB-8A9A52D0A140}" srcOrd="0" destOrd="0" presId="urn:microsoft.com/office/officeart/2005/8/layout/hierarchy5"/>
    <dgm:cxn modelId="{34DA4030-4C35-9847-A78B-6F1B823728A1}" type="presOf" srcId="{3B6B3369-E329-8549-9F41-B472DA78149A}" destId="{D9E699DB-8A91-6345-AEE7-8495C0709F54}" srcOrd="0" destOrd="0" presId="urn:microsoft.com/office/officeart/2005/8/layout/hierarchy5"/>
    <dgm:cxn modelId="{05244930-E676-0543-8E60-CA0F7A67CFA7}" type="presOf" srcId="{5497E20D-2D8E-BC45-9CE3-473076F07DB4}" destId="{F5549227-84BE-744B-8D13-B48DF71100DF}" srcOrd="0" destOrd="0" presId="urn:microsoft.com/office/officeart/2005/8/layout/hierarchy5"/>
    <dgm:cxn modelId="{D0956730-71C9-F045-8AEC-B3FAE5AEB4A4}" type="presOf" srcId="{A819F38E-035C-F34C-978E-008DC59BCB32}" destId="{29D1CCD4-03F8-F941-9ABB-AD6230BDCC86}" srcOrd="0" destOrd="0" presId="urn:microsoft.com/office/officeart/2005/8/layout/hierarchy5"/>
    <dgm:cxn modelId="{5D713A35-1E5A-9E43-886C-01FAB0353FAD}" type="presOf" srcId="{7CDDF432-D442-6C4A-9222-D2A4EEAE7EBE}" destId="{511C153D-F99E-0D43-B586-A7BDEA93CC57}" srcOrd="1" destOrd="0" presId="urn:microsoft.com/office/officeart/2005/8/layout/hierarchy5"/>
    <dgm:cxn modelId="{6DA21E36-F60D-E441-851C-E680630AE6A0}" type="presOf" srcId="{B308AC95-6F9E-2443-BBA7-0110E0AAB8FB}" destId="{59B30B39-CBE9-B64D-8A2F-F8BF7DFCE8E4}" srcOrd="0" destOrd="0" presId="urn:microsoft.com/office/officeart/2005/8/layout/hierarchy5"/>
    <dgm:cxn modelId="{B32B1A37-0E10-BF48-943D-1CCAF1726434}" type="presOf" srcId="{14725BF7-8127-9742-BDE6-BFACA7991ACC}" destId="{BE128432-A68E-3A46-8B3F-542D17CC6F0F}" srcOrd="0" destOrd="0" presId="urn:microsoft.com/office/officeart/2005/8/layout/hierarchy5"/>
    <dgm:cxn modelId="{517C5639-6AE3-DA49-999A-8AC5F3E7DE37}" srcId="{134C354D-E79B-E946-AD4B-32FFCC61338C}" destId="{496249C9-2ABE-7544-A064-AA8D18C2B17D}" srcOrd="3" destOrd="0" parTransId="{D5721754-84AE-5748-A12B-479F9B834DD2}" sibTransId="{4483BB0D-2D1B-7346-BD9A-168401FFC8C6}"/>
    <dgm:cxn modelId="{E48F0F43-2360-4842-A589-8E1B44C4FCA0}" type="presOf" srcId="{82F715CE-3F89-A546-9C48-CE89B092557E}" destId="{8BD45A57-0BC9-8345-9BE7-90EAEF55D2C2}" srcOrd="0" destOrd="0" presId="urn:microsoft.com/office/officeart/2005/8/layout/hierarchy5"/>
    <dgm:cxn modelId="{B5848B46-765B-6049-8444-A2235A6D6E88}" type="presOf" srcId="{5D676FF5-63FD-9642-829D-F918D4E22A2C}" destId="{FA38FF9D-411F-1F45-BC03-E6DBAE75C299}" srcOrd="1" destOrd="0" presId="urn:microsoft.com/office/officeart/2005/8/layout/hierarchy5"/>
    <dgm:cxn modelId="{DA8D4C4B-E4BE-D346-9E71-295679C52F89}" type="presOf" srcId="{FAAF75A2-934A-A848-B823-96174E9CF9D3}" destId="{2D9A46F8-09F4-5843-A133-89458B63ABAA}" srcOrd="0" destOrd="0" presId="urn:microsoft.com/office/officeart/2005/8/layout/hierarchy5"/>
    <dgm:cxn modelId="{A44DD54D-D142-7A4E-827B-27CB2692B070}" type="presOf" srcId="{BAC49245-A2FF-0E4E-A438-57E867F94F1F}" destId="{5157B47F-DA1D-CA45-BF63-4ABA9B7BDBFA}" srcOrd="0" destOrd="0" presId="urn:microsoft.com/office/officeart/2005/8/layout/hierarchy5"/>
    <dgm:cxn modelId="{F89A4C4F-86E2-E242-A9AA-7503AE2180AE}" type="presOf" srcId="{082F229C-B78F-3C40-AC8F-1E0E3CC044B4}" destId="{715A9835-A47F-D643-856F-0D0F1B8F19BD}" srcOrd="1" destOrd="0" presId="urn:microsoft.com/office/officeart/2005/8/layout/hierarchy5"/>
    <dgm:cxn modelId="{1131E34F-37D6-F14C-AE6A-BDCC7C4BDE00}" type="presOf" srcId="{27C1F03A-729D-1148-90B5-74B550B21870}" destId="{F2F56342-9A9B-C347-93AE-B354CAAF3CA4}" srcOrd="1" destOrd="0" presId="urn:microsoft.com/office/officeart/2005/8/layout/hierarchy5"/>
    <dgm:cxn modelId="{D7A09D50-C8C7-6944-BC5C-95027B86FAD5}" type="presOf" srcId="{992329D9-1AED-7743-B123-BFDD78202D36}" destId="{69119B04-4CF8-A64D-89AF-3E4BFB78585F}" srcOrd="0" destOrd="0" presId="urn:microsoft.com/office/officeart/2005/8/layout/hierarchy5"/>
    <dgm:cxn modelId="{53970252-9F5F-4543-A96C-8A37E16E53C5}" type="presOf" srcId="{D5721754-84AE-5748-A12B-479F9B834DD2}" destId="{7EB6BCE5-CAD8-2A44-919B-12FD28A9877A}" srcOrd="0" destOrd="0" presId="urn:microsoft.com/office/officeart/2005/8/layout/hierarchy5"/>
    <dgm:cxn modelId="{FDCAF852-1A4E-1140-AF7F-72707C2359F8}" type="presOf" srcId="{7AE6153A-5E54-1741-BDD2-1355B351ADA1}" destId="{6CBCD4E5-194F-2E47-870F-DCFE04246BBB}" srcOrd="0" destOrd="0" presId="urn:microsoft.com/office/officeart/2005/8/layout/hierarchy5"/>
    <dgm:cxn modelId="{54108055-CE58-214A-84EA-C2C671093979}" type="presOf" srcId="{496249C9-2ABE-7544-A064-AA8D18C2B17D}" destId="{FAB8CCBF-5E4E-0641-8034-E8E0790B46B3}" srcOrd="0" destOrd="0" presId="urn:microsoft.com/office/officeart/2005/8/layout/hierarchy5"/>
    <dgm:cxn modelId="{633AA157-C97F-D049-AC4E-973977B793EA}" type="presOf" srcId="{7A8AA7B9-533F-B644-AE92-3335BFA6CEB8}" destId="{04DED7E8-518C-D540-9F4E-2D51092C0E5C}" srcOrd="0" destOrd="0" presId="urn:microsoft.com/office/officeart/2005/8/layout/hierarchy5"/>
    <dgm:cxn modelId="{2B38135B-BE6D-BC48-8D2F-BA4CC7280064}" srcId="{EC19AE04-4B96-A642-B545-2E1C1A68E99E}" destId="{E78568F2-B4FB-164F-ADD2-9AD247920196}" srcOrd="2" destOrd="0" parTransId="{BAC49245-A2FF-0E4E-A438-57E867F94F1F}" sibTransId="{6B107553-312B-194F-B462-8EBE99984258}"/>
    <dgm:cxn modelId="{9442C15D-D4BB-6B4B-989A-C45FC1581ABB}" srcId="{BD475069-D342-B742-9004-46C0213DD57F}" destId="{134C354D-E79B-E946-AD4B-32FFCC61338C}" srcOrd="4" destOrd="0" parTransId="{5D676FF5-63FD-9642-829D-F918D4E22A2C}" sibTransId="{601518FD-B0E8-614F-A4E3-E31A682B2267}"/>
    <dgm:cxn modelId="{4E629D63-F49E-D243-8358-510BA768BFC9}" type="presOf" srcId="{BAC49245-A2FF-0E4E-A438-57E867F94F1F}" destId="{00ABA4DE-1720-044C-BB15-BE31A99BB682}" srcOrd="1" destOrd="0" presId="urn:microsoft.com/office/officeart/2005/8/layout/hierarchy5"/>
    <dgm:cxn modelId="{A067BD65-5B2B-FC48-9218-2A144683D473}" type="presOf" srcId="{D22836B9-D636-CF48-8B9E-16871CED4F09}" destId="{57F7305A-749A-2847-B9C7-06AC1FA1267F}" srcOrd="1" destOrd="0" presId="urn:microsoft.com/office/officeart/2005/8/layout/hierarchy5"/>
    <dgm:cxn modelId="{B0024C66-CF11-D444-8FBE-179B08F3998A}" srcId="{2F93E6E4-E719-5246-8732-447D9ECE8118}" destId="{992329D9-1AED-7743-B123-BFDD78202D36}" srcOrd="2" destOrd="0" parTransId="{AF0C04CD-B054-264F-A802-38714C8E84C3}" sibTransId="{834DC6A5-7A16-2343-8EE5-60BFF1B71B42}"/>
    <dgm:cxn modelId="{BFE7A066-1F0E-434A-9C68-04D36133D8DF}" type="presOf" srcId="{74C5C5CE-93DF-C14D-A8BF-57DD531372F9}" destId="{5808BD72-340B-BC44-882B-F1D538B9F562}" srcOrd="1" destOrd="0" presId="urn:microsoft.com/office/officeart/2005/8/layout/hierarchy5"/>
    <dgm:cxn modelId="{AFAEAE6B-53FA-654E-B41D-AB5BCEB5816F}" type="presOf" srcId="{BE4F61F0-D111-1F46-A864-3C3BFBA70F93}" destId="{99EEDDF1-6656-984D-AF2A-A00624D7F592}" srcOrd="0" destOrd="0" presId="urn:microsoft.com/office/officeart/2005/8/layout/hierarchy5"/>
    <dgm:cxn modelId="{14FB066C-1E5B-7E4C-88AC-945631C13798}" type="presOf" srcId="{74C5C5CE-93DF-C14D-A8BF-57DD531372F9}" destId="{F7E7EC80-58F4-3E44-B799-6DDC417836E8}" srcOrd="0" destOrd="0" presId="urn:microsoft.com/office/officeart/2005/8/layout/hierarchy5"/>
    <dgm:cxn modelId="{87291B74-A204-164A-B00C-6C37256A1149}" srcId="{18AF93BB-654C-E549-8971-F9FF7CA87B4C}" destId="{4413D37C-6A90-F047-96B8-3AC495A5BF8F}" srcOrd="2" destOrd="0" parTransId="{27C1F03A-729D-1148-90B5-74B550B21870}" sibTransId="{B10521B8-E8F2-0B4B-AC87-97DBA60073C2}"/>
    <dgm:cxn modelId="{DF7CFF7C-1137-EA48-BB61-3FB0938CBE7C}" srcId="{2F93E6E4-E719-5246-8732-447D9ECE8118}" destId="{14725BF7-8127-9742-BDE6-BFACA7991ACC}" srcOrd="0" destOrd="0" parTransId="{082F229C-B78F-3C40-AC8F-1E0E3CC044B4}" sibTransId="{568CF93E-F81B-BB42-B664-D488B4D68F0C}"/>
    <dgm:cxn modelId="{0152837F-2D50-EF4B-820A-16D228676CE3}" srcId="{28B180F9-FCBD-8941-AB2D-594DB1810B6B}" destId="{B308AC95-6F9E-2443-BBA7-0110E0AAB8FB}" srcOrd="0" destOrd="0" parTransId="{A819F38E-035C-F34C-978E-008DC59BCB32}" sibTransId="{00A01982-AFD0-784A-8958-602C456F866C}"/>
    <dgm:cxn modelId="{036FF483-688E-AB4F-927C-44E3294B3DBA}" type="presOf" srcId="{3725BBCA-0249-7149-9FBC-664B72A4801F}" destId="{EE9092A8-9228-0E49-BFEA-58C22FA4970A}" srcOrd="0" destOrd="0" presId="urn:microsoft.com/office/officeart/2005/8/layout/hierarchy5"/>
    <dgm:cxn modelId="{0D8D6F8C-9E17-A34E-82B4-9CDDA2512241}" srcId="{BD475069-D342-B742-9004-46C0213DD57F}" destId="{18AF93BB-654C-E549-8971-F9FF7CA87B4C}" srcOrd="1" destOrd="0" parTransId="{A729CA63-8E1F-E14E-8225-6197ACB8AFF1}" sibTransId="{AFC2BB54-7D51-6949-B5EA-FEFCD8DCEDFA}"/>
    <dgm:cxn modelId="{C0BDC28C-877C-8849-9CFF-2AD883F77A16}" srcId="{2F93E6E4-E719-5246-8732-447D9ECE8118}" destId="{FAAF75A2-934A-A848-B823-96174E9CF9D3}" srcOrd="1" destOrd="0" parTransId="{62D3DCBC-065E-F84C-BCEB-FD9B809500B8}" sibTransId="{0B0C8185-03EE-0C4E-9E1C-917D02782336}"/>
    <dgm:cxn modelId="{053A2F93-BCE4-264D-B9F7-D0D7E6FB9858}" type="presOf" srcId="{A988ABD4-C2DC-E541-B429-C97AD38FE7DE}" destId="{A08715D7-B486-B841-ACED-54CCD1CCC2F8}" srcOrd="1" destOrd="0" presId="urn:microsoft.com/office/officeart/2005/8/layout/hierarchy5"/>
    <dgm:cxn modelId="{E708C396-0248-3C42-9E9B-8970996DD46D}" srcId="{2F93E6E4-E719-5246-8732-447D9ECE8118}" destId="{3725BBCA-0249-7149-9FBC-664B72A4801F}" srcOrd="3" destOrd="0" parTransId="{C1CAABC4-49A4-1C49-8874-52E665D1B24F}" sibTransId="{EC4C6A30-F59D-5E45-9B21-DB80A2627F1F}"/>
    <dgm:cxn modelId="{4D3610A4-957A-DB47-AB91-A9E01D1FDFCD}" type="presOf" srcId="{C001D1A6-A83F-F143-A276-15B0F274BDF1}" destId="{E8902E91-7009-4142-9E5A-0EBA47C9FB9A}" srcOrd="0" destOrd="0" presId="urn:microsoft.com/office/officeart/2005/8/layout/hierarchy5"/>
    <dgm:cxn modelId="{E98F1BA4-C4DA-8642-8CB3-2CA04CDC3ECE}" type="presOf" srcId="{134C354D-E79B-E946-AD4B-32FFCC61338C}" destId="{635E1555-82A1-CE4C-8217-5BF1B764D6CC}" srcOrd="0" destOrd="0" presId="urn:microsoft.com/office/officeart/2005/8/layout/hierarchy5"/>
    <dgm:cxn modelId="{14375FA4-E04A-024E-A922-09FB29368C13}" type="presOf" srcId="{3B6B3369-E329-8549-9F41-B472DA78149A}" destId="{995D3B05-7389-5141-B5DD-325FDD14CA44}" srcOrd="1" destOrd="0" presId="urn:microsoft.com/office/officeart/2005/8/layout/hierarchy5"/>
    <dgm:cxn modelId="{E79DD4A5-9F12-FC4D-A762-D5E308E7E075}" srcId="{18AF93BB-654C-E549-8971-F9FF7CA87B4C}" destId="{81577038-986F-9343-99B8-1526F2364039}" srcOrd="1" destOrd="0" parTransId="{45590686-1B12-A94C-9244-54B83D9C19D0}" sibTransId="{98821F8B-EB22-0443-AEC6-9F2C0C239610}"/>
    <dgm:cxn modelId="{1B424AA8-6B9F-EC45-B6C9-5B4664597BA1}" type="presOf" srcId="{5E78BEC0-E388-604A-8DB4-54D06F7A10AE}" destId="{B5401A6E-C14E-F247-8FA1-F4F70C3BEA2D}" srcOrd="0" destOrd="0" presId="urn:microsoft.com/office/officeart/2005/8/layout/hierarchy5"/>
    <dgm:cxn modelId="{8B9E72AA-EE9E-CB4C-B2BA-1EF28087EA27}" type="presOf" srcId="{C1CAABC4-49A4-1C49-8874-52E665D1B24F}" destId="{741F5C4B-81B5-F440-84B5-5BE16AAA4CF8}" srcOrd="0" destOrd="0" presId="urn:microsoft.com/office/officeart/2005/8/layout/hierarchy5"/>
    <dgm:cxn modelId="{46477DAE-3A09-8344-A406-D489A24600B0}" type="presOf" srcId="{C1CAABC4-49A4-1C49-8874-52E665D1B24F}" destId="{B8B9D863-993D-6144-810E-64D8BA7A4D5C}" srcOrd="1" destOrd="0" presId="urn:microsoft.com/office/officeart/2005/8/layout/hierarchy5"/>
    <dgm:cxn modelId="{0D9F5BB1-DEF9-174C-B3E3-6B7229687045}" srcId="{134C354D-E79B-E946-AD4B-32FFCC61338C}" destId="{82F715CE-3F89-A546-9C48-CE89B092557E}" srcOrd="1" destOrd="0" parTransId="{4662EA61-5A5E-5445-9859-27FE060460B5}" sibTransId="{3EC9FFB4-C3AF-F44D-AE41-60497D1C877B}"/>
    <dgm:cxn modelId="{063880B1-F98B-094A-819C-CDB4BF9CCF2D}" type="presOf" srcId="{D5721754-84AE-5748-A12B-479F9B834DD2}" destId="{21EECB89-1A21-0F40-A634-B8752D37C745}" srcOrd="1" destOrd="0" presId="urn:microsoft.com/office/officeart/2005/8/layout/hierarchy5"/>
    <dgm:cxn modelId="{7A911FB2-641D-4D4A-BED2-D0E39D677FAF}" srcId="{05DD3EBD-E3FD-6B41-B1DE-5212AA45DC97}" destId="{BD475069-D342-B742-9004-46C0213DD57F}" srcOrd="0" destOrd="0" parTransId="{F1553997-DB30-C146-B95E-F7433B38E1C6}" sibTransId="{07421150-2DF0-F242-8D5D-C9181064E51D}"/>
    <dgm:cxn modelId="{5CB10BB3-BAF5-0B43-89FB-5F5F631DF64B}" type="presOf" srcId="{23BF72E8-DC70-5540-BC21-CD860D4C79D1}" destId="{A433B012-32A4-3C4F-82C0-2C6C465BA804}" srcOrd="0" destOrd="0" presId="urn:microsoft.com/office/officeart/2005/8/layout/hierarchy5"/>
    <dgm:cxn modelId="{A309E0B5-F5DA-DF41-A88D-FDCDF0C3717E}" srcId="{28B180F9-FCBD-8941-AB2D-594DB1810B6B}" destId="{09D027F0-1255-4447-8301-1D6092454AD8}" srcOrd="1" destOrd="0" parTransId="{31C8F8FC-DD1C-4040-9C79-47EBD1194570}" sibTransId="{F896A81F-1019-8941-A126-7A8ED8F2A92A}"/>
    <dgm:cxn modelId="{CCBFF6B5-B015-0D4E-B25C-1AD6AB37292E}" type="presOf" srcId="{A729CA63-8E1F-E14E-8225-6197ACB8AFF1}" destId="{80DD587E-5A9B-9D4D-AFC9-EC6A4C53614F}" srcOrd="0" destOrd="0" presId="urn:microsoft.com/office/officeart/2005/8/layout/hierarchy5"/>
    <dgm:cxn modelId="{EDFDE2B8-3562-4841-A291-323A181A1F34}" srcId="{134C354D-E79B-E946-AD4B-32FFCC61338C}" destId="{9C3B8FA6-8F02-D844-A0FA-4D553D78278F}" srcOrd="0" destOrd="0" parTransId="{C001D1A6-A83F-F143-A276-15B0F274BDF1}" sibTransId="{02B9E964-2E61-8F4A-8925-BF2BA82F27BC}"/>
    <dgm:cxn modelId="{DEB94FBA-8007-3744-AB81-0530E5371FEB}" type="presOf" srcId="{09D027F0-1255-4447-8301-1D6092454AD8}" destId="{22A4CB7E-5D0A-CE4A-935A-FB9717A091B1}" srcOrd="0" destOrd="0" presId="urn:microsoft.com/office/officeart/2005/8/layout/hierarchy5"/>
    <dgm:cxn modelId="{9D805ABD-3ACF-A246-AE35-32A0D55CAD11}" type="presOf" srcId="{3FC636D2-4005-3B49-97E3-35FAAD928FA5}" destId="{BA0D9FC2-208D-4048-84C4-69AC3A1FDE15}" srcOrd="0" destOrd="0" presId="urn:microsoft.com/office/officeart/2005/8/layout/hierarchy5"/>
    <dgm:cxn modelId="{2F4B15BE-AD43-EC4F-97C5-2FF939B4B6AC}" srcId="{18AF93BB-654C-E549-8971-F9FF7CA87B4C}" destId="{7A8AA7B9-533F-B644-AE92-3335BFA6CEB8}" srcOrd="0" destOrd="0" parTransId="{7CDDF432-D442-6C4A-9222-D2A4EEAE7EBE}" sibTransId="{2F29FEC0-8B42-B444-9012-A108A5C980BD}"/>
    <dgm:cxn modelId="{DAEE17BF-6556-4F41-ACE4-BC44E0443529}" type="presOf" srcId="{81577038-986F-9343-99B8-1526F2364039}" destId="{84B6EC93-7F84-8F47-923A-92C42ECFAA28}" srcOrd="0" destOrd="0" presId="urn:microsoft.com/office/officeart/2005/8/layout/hierarchy5"/>
    <dgm:cxn modelId="{C2A429BF-F0F1-4148-9CAB-40F33C730D53}" type="presOf" srcId="{31C8F8FC-DD1C-4040-9C79-47EBD1194570}" destId="{A8A75E39-3F6A-494A-9A5F-4B4120D0E0AA}" srcOrd="0" destOrd="0" presId="urn:microsoft.com/office/officeart/2005/8/layout/hierarchy5"/>
    <dgm:cxn modelId="{6B115FC2-5CDD-C74B-BCD5-07FF763B9822}" type="presOf" srcId="{4662EA61-5A5E-5445-9859-27FE060460B5}" destId="{F9640B6D-3E86-7343-8C27-CF14A21DCBC7}" srcOrd="0" destOrd="0" presId="urn:microsoft.com/office/officeart/2005/8/layout/hierarchy5"/>
    <dgm:cxn modelId="{858F3FC3-27AB-5B42-BDC0-835AADECF381}" type="presOf" srcId="{9C3B8FA6-8F02-D844-A0FA-4D553D78278F}" destId="{8EC479E1-FAA0-5B46-9001-3C6AC82ED22D}" srcOrd="0" destOrd="0" presId="urn:microsoft.com/office/officeart/2005/8/layout/hierarchy5"/>
    <dgm:cxn modelId="{538D7FC7-6F5A-6947-AE8E-2252BEEBAD66}" type="presOf" srcId="{E78568F2-B4FB-164F-ADD2-9AD247920196}" destId="{8BA9C05F-F29F-7642-B753-EECD821263D0}" srcOrd="0" destOrd="0" presId="urn:microsoft.com/office/officeart/2005/8/layout/hierarchy5"/>
    <dgm:cxn modelId="{A4F18EC8-EB69-6B4C-86E4-BA96CDBBDBE6}" type="presOf" srcId="{262F255D-E9E2-744C-A3E2-16DE872AE773}" destId="{D712A656-D78F-AE48-9158-FDD7E00AC72C}" srcOrd="1" destOrd="0" presId="urn:microsoft.com/office/officeart/2005/8/layout/hierarchy5"/>
    <dgm:cxn modelId="{0B61E1C8-3EFD-504F-88B3-9E53062E1B8A}" type="presOf" srcId="{262F255D-E9E2-744C-A3E2-16DE872AE773}" destId="{69853B35-D33E-6944-9B36-270921C1975B}" srcOrd="0" destOrd="0" presId="urn:microsoft.com/office/officeart/2005/8/layout/hierarchy5"/>
    <dgm:cxn modelId="{AAFE14CE-207B-204B-ACAF-8589A85D4050}" type="presOf" srcId="{0D4C8774-518A-784C-8FE7-45CBE7470DF0}" destId="{F14C3F55-079C-F148-BEC4-5668FEBE256B}" srcOrd="0" destOrd="0" presId="urn:microsoft.com/office/officeart/2005/8/layout/hierarchy5"/>
    <dgm:cxn modelId="{E24B47CE-FD7C-174B-A460-6940A83BBB18}" type="presOf" srcId="{62D3DCBC-065E-F84C-BCEB-FD9B809500B8}" destId="{D850B91D-6316-4647-9C62-C7C8F5D37507}" srcOrd="0" destOrd="0" presId="urn:microsoft.com/office/officeart/2005/8/layout/hierarchy5"/>
    <dgm:cxn modelId="{2D05E2D2-E5E4-6045-A814-B00C36CA6E29}" type="presOf" srcId="{275CBCDB-8E76-4D43-B788-523721CE2D3D}" destId="{12FC843B-EF1A-1044-AA60-C341A3149EA0}" srcOrd="0" destOrd="0" presId="urn:microsoft.com/office/officeart/2005/8/layout/hierarchy5"/>
    <dgm:cxn modelId="{925BB2D7-FA90-BC4B-86A3-7B807A62F77B}" srcId="{28B180F9-FCBD-8941-AB2D-594DB1810B6B}" destId="{23BF72E8-DC70-5540-BC21-CD860D4C79D1}" srcOrd="2" destOrd="0" parTransId="{74C5C5CE-93DF-C14D-A8BF-57DD531372F9}" sibTransId="{48262A47-40A5-024F-800E-2947B00940CA}"/>
    <dgm:cxn modelId="{81117ADA-89A5-D54A-9D1E-B3165D3CF849}" type="presOf" srcId="{18AF93BB-654C-E549-8971-F9FF7CA87B4C}" destId="{541F6071-7809-CC44-973A-6FA760119F63}" srcOrd="0" destOrd="0" presId="urn:microsoft.com/office/officeart/2005/8/layout/hierarchy5"/>
    <dgm:cxn modelId="{2AB3A1DB-236E-D941-A9E0-6A97359A0945}" type="presOf" srcId="{D22836B9-D636-CF48-8B9E-16871CED4F09}" destId="{0552F4E7-B625-EF4A-B564-AB82C7F33F48}" srcOrd="0" destOrd="0" presId="urn:microsoft.com/office/officeart/2005/8/layout/hierarchy5"/>
    <dgm:cxn modelId="{E6CFF6DB-D918-394B-8F98-988A94F4F7DE}" srcId="{BD475069-D342-B742-9004-46C0213DD57F}" destId="{2F93E6E4-E719-5246-8732-447D9ECE8118}" srcOrd="2" destOrd="0" parTransId="{D22836B9-D636-CF48-8B9E-16871CED4F09}" sibTransId="{3749F75C-83A2-0947-AF9E-E4A1E7211521}"/>
    <dgm:cxn modelId="{C2B22CDE-CBF7-6147-8993-AFB5E43C789E}" type="presOf" srcId="{27C1F03A-729D-1148-90B5-74B550B21870}" destId="{7F41A388-CAF6-D54D-BFB4-4BEB2E5A80CC}" srcOrd="0" destOrd="0" presId="urn:microsoft.com/office/officeart/2005/8/layout/hierarchy5"/>
    <dgm:cxn modelId="{292218DF-8A16-C047-AE28-C0059CC9C222}" type="presOf" srcId="{4413D37C-6A90-F047-96B8-3AC495A5BF8F}" destId="{211054A3-F477-C849-8A63-B4AE5E355D3F}" srcOrd="0" destOrd="0" presId="urn:microsoft.com/office/officeart/2005/8/layout/hierarchy5"/>
    <dgm:cxn modelId="{D41D12E0-5F9B-BB49-8D56-C21452C1606F}" type="presOf" srcId="{5D676FF5-63FD-9642-829D-F918D4E22A2C}" destId="{35D070D9-3457-BB47-AF59-94E973A60D7E}" srcOrd="0" destOrd="0" presId="urn:microsoft.com/office/officeart/2005/8/layout/hierarchy5"/>
    <dgm:cxn modelId="{72C7DCE0-0FC8-474A-960B-8528429A8ABF}" srcId="{134C354D-E79B-E946-AD4B-32FFCC61338C}" destId="{0D4C8774-518A-784C-8FE7-45CBE7470DF0}" srcOrd="2" destOrd="0" parTransId="{7AE6153A-5E54-1741-BDD2-1355B351ADA1}" sibTransId="{B94881E4-8E66-064A-9234-DC792F8C4070}"/>
    <dgm:cxn modelId="{74E820E1-6155-574E-806F-16C2606CD754}" type="presOf" srcId="{AF0C04CD-B054-264F-A802-38714C8E84C3}" destId="{ECC9DFC6-6DD5-704E-9EFE-6B4C17EA74BB}" srcOrd="0" destOrd="0" presId="urn:microsoft.com/office/officeart/2005/8/layout/hierarchy5"/>
    <dgm:cxn modelId="{34EC3FE1-2D93-6A4E-BED5-1B5164B5D9D9}" srcId="{EC19AE04-4B96-A642-B545-2E1C1A68E99E}" destId="{BE4F61F0-D111-1F46-A864-3C3BFBA70F93}" srcOrd="0" destOrd="0" parTransId="{5497E20D-2D8E-BC45-9CE3-473076F07DB4}" sibTransId="{F0D5631A-EBE0-794A-8250-5C8BB9168BD8}"/>
    <dgm:cxn modelId="{7652B3E2-78AC-C642-B77F-FAA385BC90FC}" srcId="{BD475069-D342-B742-9004-46C0213DD57F}" destId="{EC19AE04-4B96-A642-B545-2E1C1A68E99E}" srcOrd="3" destOrd="0" parTransId="{3B6B3369-E329-8549-9F41-B472DA78149A}" sibTransId="{D64F5D1A-12D2-2549-B03F-411578F65167}"/>
    <dgm:cxn modelId="{5C08FEE2-184B-A341-8515-60E24BC0C722}" type="presOf" srcId="{28B180F9-FCBD-8941-AB2D-594DB1810B6B}" destId="{C488B9ED-2769-304A-B495-1FB2969497A9}" srcOrd="0" destOrd="0" presId="urn:microsoft.com/office/officeart/2005/8/layout/hierarchy5"/>
    <dgm:cxn modelId="{88C8C7E7-D703-EC4F-8A85-BA912D99D6FA}" type="presOf" srcId="{05DD3EBD-E3FD-6B41-B1DE-5212AA45DC97}" destId="{746A8E81-CE67-8844-A260-6302E3C37BC1}" srcOrd="0" destOrd="0" presId="urn:microsoft.com/office/officeart/2005/8/layout/hierarchy5"/>
    <dgm:cxn modelId="{575A6CEA-8B4F-7243-9F38-93C16552D5CC}" type="presOf" srcId="{082F229C-B78F-3C40-AC8F-1E0E3CC044B4}" destId="{98AE55E7-9272-824D-99DF-E81C208BA2CE}" srcOrd="0" destOrd="0" presId="urn:microsoft.com/office/officeart/2005/8/layout/hierarchy5"/>
    <dgm:cxn modelId="{78E471EE-17F1-F84A-A195-F364811585E4}" type="presOf" srcId="{EC19AE04-4B96-A642-B545-2E1C1A68E99E}" destId="{D9FC7307-AF62-F34E-95B1-27F9CD513142}" srcOrd="0" destOrd="0" presId="urn:microsoft.com/office/officeart/2005/8/layout/hierarchy5"/>
    <dgm:cxn modelId="{06D30CF1-622B-464C-8E25-1325571684A6}" type="presOf" srcId="{3FC636D2-4005-3B49-97E3-35FAAD928FA5}" destId="{6A2E635B-B6CF-5241-84C6-29B9DA748611}" srcOrd="1" destOrd="0" presId="urn:microsoft.com/office/officeart/2005/8/layout/hierarchy5"/>
    <dgm:cxn modelId="{15D8B0F6-2601-414A-8DF3-7DE8B01EDD79}" type="presOf" srcId="{45590686-1B12-A94C-9244-54B83D9C19D0}" destId="{91BBEB3C-7BDD-2146-A823-1DAD6F53A5C0}" srcOrd="0" destOrd="0" presId="urn:microsoft.com/office/officeart/2005/8/layout/hierarchy5"/>
    <dgm:cxn modelId="{AEC3E3F8-66D7-0E4D-8CE1-D6ADECFFCE80}" srcId="{EC19AE04-4B96-A642-B545-2E1C1A68E99E}" destId="{275CBCDB-8E76-4D43-B788-523721CE2D3D}" srcOrd="1" destOrd="0" parTransId="{A988ABD4-C2DC-E541-B429-C97AD38FE7DE}" sibTransId="{942A890E-68AC-E143-B83B-318707F1ED74}"/>
    <dgm:cxn modelId="{20E30CFC-D66E-684D-8381-597CBD915447}" type="presOf" srcId="{7AE6153A-5E54-1741-BDD2-1355B351ADA1}" destId="{BBD08A58-6E5E-6C41-8A5A-82B7EECB6B34}" srcOrd="1" destOrd="0" presId="urn:microsoft.com/office/officeart/2005/8/layout/hierarchy5"/>
    <dgm:cxn modelId="{0E0179FC-A239-3647-A143-751614D94930}" type="presOf" srcId="{AF0C04CD-B054-264F-A802-38714C8E84C3}" destId="{60053ED1-378F-EC47-93CA-817CC54AA12E}" srcOrd="1" destOrd="0" presId="urn:microsoft.com/office/officeart/2005/8/layout/hierarchy5"/>
    <dgm:cxn modelId="{2A7DC8FB-F04E-7647-8E4E-EE9C2CC62E85}" type="presParOf" srcId="{746A8E81-CE67-8844-A260-6302E3C37BC1}" destId="{A81A4A68-1512-BF47-A2BF-983376F2FE5C}" srcOrd="0" destOrd="0" presId="urn:microsoft.com/office/officeart/2005/8/layout/hierarchy5"/>
    <dgm:cxn modelId="{3BC4E1B7-5D9E-E242-A094-BBC383350F21}" type="presParOf" srcId="{A81A4A68-1512-BF47-A2BF-983376F2FE5C}" destId="{5CBA48BA-2BAE-4A43-9ED8-B65E44FA7D65}" srcOrd="0" destOrd="0" presId="urn:microsoft.com/office/officeart/2005/8/layout/hierarchy5"/>
    <dgm:cxn modelId="{5A80D4C5-DF18-9943-9752-BA8F8C745F2E}" type="presParOf" srcId="{5CBA48BA-2BAE-4A43-9ED8-B65E44FA7D65}" destId="{99232B54-CE93-2048-A26D-F65EDFC91D87}" srcOrd="0" destOrd="0" presId="urn:microsoft.com/office/officeart/2005/8/layout/hierarchy5"/>
    <dgm:cxn modelId="{72AB22FD-F860-AC4F-962D-3BEF965DE90C}" type="presParOf" srcId="{99232B54-CE93-2048-A26D-F65EDFC91D87}" destId="{80574F1E-570B-5141-A9AB-8A9A52D0A140}" srcOrd="0" destOrd="0" presId="urn:microsoft.com/office/officeart/2005/8/layout/hierarchy5"/>
    <dgm:cxn modelId="{D5A04068-1E29-1F48-89A0-4CB77C9C2FBF}" type="presParOf" srcId="{99232B54-CE93-2048-A26D-F65EDFC91D87}" destId="{FF098640-2560-E64D-BD2D-F0C54E0362A6}" srcOrd="1" destOrd="0" presId="urn:microsoft.com/office/officeart/2005/8/layout/hierarchy5"/>
    <dgm:cxn modelId="{42C635C2-E50B-194F-BBBC-B9CFA7386E8D}" type="presParOf" srcId="{FF098640-2560-E64D-BD2D-F0C54E0362A6}" destId="{BA0D9FC2-208D-4048-84C4-69AC3A1FDE15}" srcOrd="0" destOrd="0" presId="urn:microsoft.com/office/officeart/2005/8/layout/hierarchy5"/>
    <dgm:cxn modelId="{1607B734-8AAA-2D4B-BD90-9499894DE801}" type="presParOf" srcId="{BA0D9FC2-208D-4048-84C4-69AC3A1FDE15}" destId="{6A2E635B-B6CF-5241-84C6-29B9DA748611}" srcOrd="0" destOrd="0" presId="urn:microsoft.com/office/officeart/2005/8/layout/hierarchy5"/>
    <dgm:cxn modelId="{62C6A575-06E1-654D-81D3-4237D36B42DD}" type="presParOf" srcId="{FF098640-2560-E64D-BD2D-F0C54E0362A6}" destId="{A22FB3B9-8DAD-6345-BF59-3A007B080AEA}" srcOrd="1" destOrd="0" presId="urn:microsoft.com/office/officeart/2005/8/layout/hierarchy5"/>
    <dgm:cxn modelId="{C95DC971-8DD1-3F4A-8B56-CCCDE910CC27}" type="presParOf" srcId="{A22FB3B9-8DAD-6345-BF59-3A007B080AEA}" destId="{C488B9ED-2769-304A-B495-1FB2969497A9}" srcOrd="0" destOrd="0" presId="urn:microsoft.com/office/officeart/2005/8/layout/hierarchy5"/>
    <dgm:cxn modelId="{CF61783A-0768-6646-8417-AFCC8DA37776}" type="presParOf" srcId="{A22FB3B9-8DAD-6345-BF59-3A007B080AEA}" destId="{D8C41878-7D10-484E-8FC5-ECFBA9AD7886}" srcOrd="1" destOrd="0" presId="urn:microsoft.com/office/officeart/2005/8/layout/hierarchy5"/>
    <dgm:cxn modelId="{FABB3D6C-0E7A-D84F-93F1-8D54B22D7FFE}" type="presParOf" srcId="{D8C41878-7D10-484E-8FC5-ECFBA9AD7886}" destId="{29D1CCD4-03F8-F941-9ABB-AD6230BDCC86}" srcOrd="0" destOrd="0" presId="urn:microsoft.com/office/officeart/2005/8/layout/hierarchy5"/>
    <dgm:cxn modelId="{9E4827AC-652A-294F-97A3-034959014419}" type="presParOf" srcId="{29D1CCD4-03F8-F941-9ABB-AD6230BDCC86}" destId="{6CB6C7DB-D022-2B43-972E-2CA5112366E1}" srcOrd="0" destOrd="0" presId="urn:microsoft.com/office/officeart/2005/8/layout/hierarchy5"/>
    <dgm:cxn modelId="{7DB30F9D-9256-0A4A-9A77-16F74F472EA1}" type="presParOf" srcId="{D8C41878-7D10-484E-8FC5-ECFBA9AD7886}" destId="{49AD0201-1774-024E-8BD6-124AD138AB90}" srcOrd="1" destOrd="0" presId="urn:microsoft.com/office/officeart/2005/8/layout/hierarchy5"/>
    <dgm:cxn modelId="{BB50C56D-350C-4741-A091-90892E22DD2F}" type="presParOf" srcId="{49AD0201-1774-024E-8BD6-124AD138AB90}" destId="{59B30B39-CBE9-B64D-8A2F-F8BF7DFCE8E4}" srcOrd="0" destOrd="0" presId="urn:microsoft.com/office/officeart/2005/8/layout/hierarchy5"/>
    <dgm:cxn modelId="{7E1014A8-EABD-B545-BE82-7135FA59F78A}" type="presParOf" srcId="{49AD0201-1774-024E-8BD6-124AD138AB90}" destId="{7BBB802A-0E61-2841-A755-0FEA789E7155}" srcOrd="1" destOrd="0" presId="urn:microsoft.com/office/officeart/2005/8/layout/hierarchy5"/>
    <dgm:cxn modelId="{6D5B6E35-F11A-FF4F-87B4-910E0DF24AEB}" type="presParOf" srcId="{D8C41878-7D10-484E-8FC5-ECFBA9AD7886}" destId="{A8A75E39-3F6A-494A-9A5F-4B4120D0E0AA}" srcOrd="2" destOrd="0" presId="urn:microsoft.com/office/officeart/2005/8/layout/hierarchy5"/>
    <dgm:cxn modelId="{694E7CC4-5DBB-704B-AF24-66C2AF18451A}" type="presParOf" srcId="{A8A75E39-3F6A-494A-9A5F-4B4120D0E0AA}" destId="{78C08225-910B-3C48-AB2D-AA6997AB480D}" srcOrd="0" destOrd="0" presId="urn:microsoft.com/office/officeart/2005/8/layout/hierarchy5"/>
    <dgm:cxn modelId="{3B45E74C-BBC0-684F-AF5C-44B63D2244DB}" type="presParOf" srcId="{D8C41878-7D10-484E-8FC5-ECFBA9AD7886}" destId="{47C2664F-E35E-AB4B-871F-9C3883D0AA7D}" srcOrd="3" destOrd="0" presId="urn:microsoft.com/office/officeart/2005/8/layout/hierarchy5"/>
    <dgm:cxn modelId="{2C444CB9-FB6A-1649-AA7F-6B18AE209665}" type="presParOf" srcId="{47C2664F-E35E-AB4B-871F-9C3883D0AA7D}" destId="{22A4CB7E-5D0A-CE4A-935A-FB9717A091B1}" srcOrd="0" destOrd="0" presId="urn:microsoft.com/office/officeart/2005/8/layout/hierarchy5"/>
    <dgm:cxn modelId="{5A8C087D-AE58-F74E-A194-9D41485561DB}" type="presParOf" srcId="{47C2664F-E35E-AB4B-871F-9C3883D0AA7D}" destId="{02A3A28E-36CD-D441-A827-F498CD723E4E}" srcOrd="1" destOrd="0" presId="urn:microsoft.com/office/officeart/2005/8/layout/hierarchy5"/>
    <dgm:cxn modelId="{900F9D24-88AA-CD42-BF53-97FA527BC1A1}" type="presParOf" srcId="{D8C41878-7D10-484E-8FC5-ECFBA9AD7886}" destId="{F7E7EC80-58F4-3E44-B799-6DDC417836E8}" srcOrd="4" destOrd="0" presId="urn:microsoft.com/office/officeart/2005/8/layout/hierarchy5"/>
    <dgm:cxn modelId="{61E64140-9FC1-9C45-9C89-CFE1FED9C3E3}" type="presParOf" srcId="{F7E7EC80-58F4-3E44-B799-6DDC417836E8}" destId="{5808BD72-340B-BC44-882B-F1D538B9F562}" srcOrd="0" destOrd="0" presId="urn:microsoft.com/office/officeart/2005/8/layout/hierarchy5"/>
    <dgm:cxn modelId="{CD7D8A06-B6E7-C94B-90B4-1076D9B6A6EE}" type="presParOf" srcId="{D8C41878-7D10-484E-8FC5-ECFBA9AD7886}" destId="{9B0E64D0-84E5-564B-9450-1E4A61F23B1E}" srcOrd="5" destOrd="0" presId="urn:microsoft.com/office/officeart/2005/8/layout/hierarchy5"/>
    <dgm:cxn modelId="{932A2305-6CFC-BF45-87AC-A41BCE14A521}" type="presParOf" srcId="{9B0E64D0-84E5-564B-9450-1E4A61F23B1E}" destId="{A433B012-32A4-3C4F-82C0-2C6C465BA804}" srcOrd="0" destOrd="0" presId="urn:microsoft.com/office/officeart/2005/8/layout/hierarchy5"/>
    <dgm:cxn modelId="{F8D4EDC4-C3A5-F043-A09C-B659E59197DF}" type="presParOf" srcId="{9B0E64D0-84E5-564B-9450-1E4A61F23B1E}" destId="{389B3375-3847-A54A-BF4A-EFA9CAD3756D}" srcOrd="1" destOrd="0" presId="urn:microsoft.com/office/officeart/2005/8/layout/hierarchy5"/>
    <dgm:cxn modelId="{C9D1CBE8-2D5D-FC43-8CD0-BB2F4DBDF7F4}" type="presParOf" srcId="{FF098640-2560-E64D-BD2D-F0C54E0362A6}" destId="{80DD587E-5A9B-9D4D-AFC9-EC6A4C53614F}" srcOrd="2" destOrd="0" presId="urn:microsoft.com/office/officeart/2005/8/layout/hierarchy5"/>
    <dgm:cxn modelId="{49FFEE98-A67E-6545-A30D-7114367B3255}" type="presParOf" srcId="{80DD587E-5A9B-9D4D-AFC9-EC6A4C53614F}" destId="{B4346C02-368E-9D49-BF9B-66EBBFA85BB1}" srcOrd="0" destOrd="0" presId="urn:microsoft.com/office/officeart/2005/8/layout/hierarchy5"/>
    <dgm:cxn modelId="{681C7DE1-20F3-434D-A7AC-E1ABAE436697}" type="presParOf" srcId="{FF098640-2560-E64D-BD2D-F0C54E0362A6}" destId="{997C2D30-67BE-1841-BD3E-7BA19A8EFCFC}" srcOrd="3" destOrd="0" presId="urn:microsoft.com/office/officeart/2005/8/layout/hierarchy5"/>
    <dgm:cxn modelId="{54A80B8C-E887-D54F-9465-5A3C19E1FE1F}" type="presParOf" srcId="{997C2D30-67BE-1841-BD3E-7BA19A8EFCFC}" destId="{541F6071-7809-CC44-973A-6FA760119F63}" srcOrd="0" destOrd="0" presId="urn:microsoft.com/office/officeart/2005/8/layout/hierarchy5"/>
    <dgm:cxn modelId="{0282C59B-A99B-2A47-B98F-070D7E408362}" type="presParOf" srcId="{997C2D30-67BE-1841-BD3E-7BA19A8EFCFC}" destId="{F185E556-EFF0-5E49-8A03-052B89221972}" srcOrd="1" destOrd="0" presId="urn:microsoft.com/office/officeart/2005/8/layout/hierarchy5"/>
    <dgm:cxn modelId="{038B420A-8B34-A149-86CA-1C84A1B303A1}" type="presParOf" srcId="{F185E556-EFF0-5E49-8A03-052B89221972}" destId="{82AC5FB4-AFCE-CF4C-A178-8E255AF4690D}" srcOrd="0" destOrd="0" presId="urn:microsoft.com/office/officeart/2005/8/layout/hierarchy5"/>
    <dgm:cxn modelId="{DC663FCA-1C98-6F4E-ADE5-A8995D9F5A92}" type="presParOf" srcId="{82AC5FB4-AFCE-CF4C-A178-8E255AF4690D}" destId="{511C153D-F99E-0D43-B586-A7BDEA93CC57}" srcOrd="0" destOrd="0" presId="urn:microsoft.com/office/officeart/2005/8/layout/hierarchy5"/>
    <dgm:cxn modelId="{F9418805-EA71-3A48-827E-CB3A8EC536FF}" type="presParOf" srcId="{F185E556-EFF0-5E49-8A03-052B89221972}" destId="{7D3A6926-85CB-D546-BF21-4AA704BE5C54}" srcOrd="1" destOrd="0" presId="urn:microsoft.com/office/officeart/2005/8/layout/hierarchy5"/>
    <dgm:cxn modelId="{9CD3C970-9CF9-EC4C-A640-5157576D2E81}" type="presParOf" srcId="{7D3A6926-85CB-D546-BF21-4AA704BE5C54}" destId="{04DED7E8-518C-D540-9F4E-2D51092C0E5C}" srcOrd="0" destOrd="0" presId="urn:microsoft.com/office/officeart/2005/8/layout/hierarchy5"/>
    <dgm:cxn modelId="{8B04F4C7-BA41-DB4B-B46A-B78FCC638735}" type="presParOf" srcId="{7D3A6926-85CB-D546-BF21-4AA704BE5C54}" destId="{63D1B219-07CA-3F4D-A905-CC3F74FAAB7C}" srcOrd="1" destOrd="0" presId="urn:microsoft.com/office/officeart/2005/8/layout/hierarchy5"/>
    <dgm:cxn modelId="{6DEA9DFD-E804-6A41-8AAF-BE0C4AA6738F}" type="presParOf" srcId="{F185E556-EFF0-5E49-8A03-052B89221972}" destId="{91BBEB3C-7BDD-2146-A823-1DAD6F53A5C0}" srcOrd="2" destOrd="0" presId="urn:microsoft.com/office/officeart/2005/8/layout/hierarchy5"/>
    <dgm:cxn modelId="{392EDA15-FF62-FA49-8F38-63123FB973A6}" type="presParOf" srcId="{91BBEB3C-7BDD-2146-A823-1DAD6F53A5C0}" destId="{98529383-E608-0240-B177-B571B151ADAA}" srcOrd="0" destOrd="0" presId="urn:microsoft.com/office/officeart/2005/8/layout/hierarchy5"/>
    <dgm:cxn modelId="{D2377D60-4F51-D540-A40D-D6D566BB8688}" type="presParOf" srcId="{F185E556-EFF0-5E49-8A03-052B89221972}" destId="{1C683737-3C1B-5441-80ED-DB48E9D160E0}" srcOrd="3" destOrd="0" presId="urn:microsoft.com/office/officeart/2005/8/layout/hierarchy5"/>
    <dgm:cxn modelId="{9D5BCE49-1E8B-C342-846E-B22AB6E2FD59}" type="presParOf" srcId="{1C683737-3C1B-5441-80ED-DB48E9D160E0}" destId="{84B6EC93-7F84-8F47-923A-92C42ECFAA28}" srcOrd="0" destOrd="0" presId="urn:microsoft.com/office/officeart/2005/8/layout/hierarchy5"/>
    <dgm:cxn modelId="{1A8DBBAD-42E1-9446-B79E-C7A5632E5853}" type="presParOf" srcId="{1C683737-3C1B-5441-80ED-DB48E9D160E0}" destId="{5158EADC-49E0-CC49-865F-600F3BFE4A68}" srcOrd="1" destOrd="0" presId="urn:microsoft.com/office/officeart/2005/8/layout/hierarchy5"/>
    <dgm:cxn modelId="{99EB2E9D-ACEE-4440-99DC-35FCC7C7C838}" type="presParOf" srcId="{F185E556-EFF0-5E49-8A03-052B89221972}" destId="{7F41A388-CAF6-D54D-BFB4-4BEB2E5A80CC}" srcOrd="4" destOrd="0" presId="urn:microsoft.com/office/officeart/2005/8/layout/hierarchy5"/>
    <dgm:cxn modelId="{C1E4C925-8104-544F-BAD2-19D55F334329}" type="presParOf" srcId="{7F41A388-CAF6-D54D-BFB4-4BEB2E5A80CC}" destId="{F2F56342-9A9B-C347-93AE-B354CAAF3CA4}" srcOrd="0" destOrd="0" presId="urn:microsoft.com/office/officeart/2005/8/layout/hierarchy5"/>
    <dgm:cxn modelId="{7DE2B51D-6A39-B640-A614-4AA5C8AEFF05}" type="presParOf" srcId="{F185E556-EFF0-5E49-8A03-052B89221972}" destId="{EBB0E23C-84ED-9C48-B407-07562DEFCCF9}" srcOrd="5" destOrd="0" presId="urn:microsoft.com/office/officeart/2005/8/layout/hierarchy5"/>
    <dgm:cxn modelId="{EAD0A63C-C6D7-8744-8DFA-9E68E4C123AE}" type="presParOf" srcId="{EBB0E23C-84ED-9C48-B407-07562DEFCCF9}" destId="{211054A3-F477-C849-8A63-B4AE5E355D3F}" srcOrd="0" destOrd="0" presId="urn:microsoft.com/office/officeart/2005/8/layout/hierarchy5"/>
    <dgm:cxn modelId="{38F2C822-876B-D34D-9913-F4AA012CB70F}" type="presParOf" srcId="{EBB0E23C-84ED-9C48-B407-07562DEFCCF9}" destId="{C39E9B8B-9B2C-3C4D-95BD-2D979CEBE1AD}" srcOrd="1" destOrd="0" presId="urn:microsoft.com/office/officeart/2005/8/layout/hierarchy5"/>
    <dgm:cxn modelId="{EE2FD81C-F192-1944-B61B-4C2F3E9F0DFC}" type="presParOf" srcId="{FF098640-2560-E64D-BD2D-F0C54E0362A6}" destId="{0552F4E7-B625-EF4A-B564-AB82C7F33F48}" srcOrd="4" destOrd="0" presId="urn:microsoft.com/office/officeart/2005/8/layout/hierarchy5"/>
    <dgm:cxn modelId="{C44AA0CE-9575-454E-B03C-EA48837C3188}" type="presParOf" srcId="{0552F4E7-B625-EF4A-B564-AB82C7F33F48}" destId="{57F7305A-749A-2847-B9C7-06AC1FA1267F}" srcOrd="0" destOrd="0" presId="urn:microsoft.com/office/officeart/2005/8/layout/hierarchy5"/>
    <dgm:cxn modelId="{35D50950-CC21-9144-823E-C4BE67689237}" type="presParOf" srcId="{FF098640-2560-E64D-BD2D-F0C54E0362A6}" destId="{E60ADE0B-E69C-BA49-A4DF-AC4DA512AE36}" srcOrd="5" destOrd="0" presId="urn:microsoft.com/office/officeart/2005/8/layout/hierarchy5"/>
    <dgm:cxn modelId="{7BA9A7C8-B793-234B-8E60-C99CBE45450D}" type="presParOf" srcId="{E60ADE0B-E69C-BA49-A4DF-AC4DA512AE36}" destId="{89466E15-E01B-E74D-9294-4193B26C98B4}" srcOrd="0" destOrd="0" presId="urn:microsoft.com/office/officeart/2005/8/layout/hierarchy5"/>
    <dgm:cxn modelId="{1C8F438E-19F5-8941-A6C6-C51EF23863F5}" type="presParOf" srcId="{E60ADE0B-E69C-BA49-A4DF-AC4DA512AE36}" destId="{30D61A03-A4D0-BD45-862C-4603B172CEFA}" srcOrd="1" destOrd="0" presId="urn:microsoft.com/office/officeart/2005/8/layout/hierarchy5"/>
    <dgm:cxn modelId="{0198B075-85AE-B949-B48B-17EA037EB797}" type="presParOf" srcId="{30D61A03-A4D0-BD45-862C-4603B172CEFA}" destId="{98AE55E7-9272-824D-99DF-E81C208BA2CE}" srcOrd="0" destOrd="0" presId="urn:microsoft.com/office/officeart/2005/8/layout/hierarchy5"/>
    <dgm:cxn modelId="{268D51E6-EB99-3040-95F4-01C9BA8C3FE0}" type="presParOf" srcId="{98AE55E7-9272-824D-99DF-E81C208BA2CE}" destId="{715A9835-A47F-D643-856F-0D0F1B8F19BD}" srcOrd="0" destOrd="0" presId="urn:microsoft.com/office/officeart/2005/8/layout/hierarchy5"/>
    <dgm:cxn modelId="{6F9A00EF-D62C-B547-B57D-357B0E842C95}" type="presParOf" srcId="{30D61A03-A4D0-BD45-862C-4603B172CEFA}" destId="{A1715A19-6F63-6A4A-8803-30228DB1EABB}" srcOrd="1" destOrd="0" presId="urn:microsoft.com/office/officeart/2005/8/layout/hierarchy5"/>
    <dgm:cxn modelId="{DBDAB9B6-A523-1549-86D6-66868F93B929}" type="presParOf" srcId="{A1715A19-6F63-6A4A-8803-30228DB1EABB}" destId="{BE128432-A68E-3A46-8B3F-542D17CC6F0F}" srcOrd="0" destOrd="0" presId="urn:microsoft.com/office/officeart/2005/8/layout/hierarchy5"/>
    <dgm:cxn modelId="{0A712234-3DBE-3B40-A3AC-A4DFDA3D4208}" type="presParOf" srcId="{A1715A19-6F63-6A4A-8803-30228DB1EABB}" destId="{569A4E67-0471-774F-9C11-8BF707EDEBF7}" srcOrd="1" destOrd="0" presId="urn:microsoft.com/office/officeart/2005/8/layout/hierarchy5"/>
    <dgm:cxn modelId="{64E59B7B-AAC3-9946-9162-73C8BF0AC21E}" type="presParOf" srcId="{30D61A03-A4D0-BD45-862C-4603B172CEFA}" destId="{D850B91D-6316-4647-9C62-C7C8F5D37507}" srcOrd="2" destOrd="0" presId="urn:microsoft.com/office/officeart/2005/8/layout/hierarchy5"/>
    <dgm:cxn modelId="{1572318A-61D7-134B-8565-341D500B3A78}" type="presParOf" srcId="{D850B91D-6316-4647-9C62-C7C8F5D37507}" destId="{C54EE713-2CF8-8D48-A646-7FDD49A5968F}" srcOrd="0" destOrd="0" presId="urn:microsoft.com/office/officeart/2005/8/layout/hierarchy5"/>
    <dgm:cxn modelId="{373AFC83-637B-9D44-AF45-D2F38D2BB3E0}" type="presParOf" srcId="{30D61A03-A4D0-BD45-862C-4603B172CEFA}" destId="{D461C98B-CCD4-5D41-96CF-1A079A903854}" srcOrd="3" destOrd="0" presId="urn:microsoft.com/office/officeart/2005/8/layout/hierarchy5"/>
    <dgm:cxn modelId="{37380BA0-A3FC-484A-98A9-E0FCB3787309}" type="presParOf" srcId="{D461C98B-CCD4-5D41-96CF-1A079A903854}" destId="{2D9A46F8-09F4-5843-A133-89458B63ABAA}" srcOrd="0" destOrd="0" presId="urn:microsoft.com/office/officeart/2005/8/layout/hierarchy5"/>
    <dgm:cxn modelId="{D7436977-E6FF-3540-A0B6-3FBD6B3AB6C9}" type="presParOf" srcId="{D461C98B-CCD4-5D41-96CF-1A079A903854}" destId="{8ED20FBC-3C17-1F43-8969-135FA0A04675}" srcOrd="1" destOrd="0" presId="urn:microsoft.com/office/officeart/2005/8/layout/hierarchy5"/>
    <dgm:cxn modelId="{251CA76C-B5CB-BF42-A423-96AD8E475A48}" type="presParOf" srcId="{30D61A03-A4D0-BD45-862C-4603B172CEFA}" destId="{ECC9DFC6-6DD5-704E-9EFE-6B4C17EA74BB}" srcOrd="4" destOrd="0" presId="urn:microsoft.com/office/officeart/2005/8/layout/hierarchy5"/>
    <dgm:cxn modelId="{02868DF0-BA93-9C4E-827C-258F6C60FC95}" type="presParOf" srcId="{ECC9DFC6-6DD5-704E-9EFE-6B4C17EA74BB}" destId="{60053ED1-378F-EC47-93CA-817CC54AA12E}" srcOrd="0" destOrd="0" presId="urn:microsoft.com/office/officeart/2005/8/layout/hierarchy5"/>
    <dgm:cxn modelId="{3A7287BB-70B2-AF4B-85E9-A7A59F852518}" type="presParOf" srcId="{30D61A03-A4D0-BD45-862C-4603B172CEFA}" destId="{7FC2F316-AE66-F44A-9AAD-B130F9C75BBE}" srcOrd="5" destOrd="0" presId="urn:microsoft.com/office/officeart/2005/8/layout/hierarchy5"/>
    <dgm:cxn modelId="{18C09EFC-A8E3-BA40-8A0D-5EBE0BCF0831}" type="presParOf" srcId="{7FC2F316-AE66-F44A-9AAD-B130F9C75BBE}" destId="{69119B04-4CF8-A64D-89AF-3E4BFB78585F}" srcOrd="0" destOrd="0" presId="urn:microsoft.com/office/officeart/2005/8/layout/hierarchy5"/>
    <dgm:cxn modelId="{145C50C9-A9BD-784C-B16C-4DE1633A2471}" type="presParOf" srcId="{7FC2F316-AE66-F44A-9AAD-B130F9C75BBE}" destId="{83E2C0A3-195C-4149-88A8-879A7FE22624}" srcOrd="1" destOrd="0" presId="urn:microsoft.com/office/officeart/2005/8/layout/hierarchy5"/>
    <dgm:cxn modelId="{D82441BE-1008-6E4D-AC11-6C96149D165A}" type="presParOf" srcId="{30D61A03-A4D0-BD45-862C-4603B172CEFA}" destId="{741F5C4B-81B5-F440-84B5-5BE16AAA4CF8}" srcOrd="6" destOrd="0" presId="urn:microsoft.com/office/officeart/2005/8/layout/hierarchy5"/>
    <dgm:cxn modelId="{A621AB03-DE05-2D41-A797-EB1B4233BE92}" type="presParOf" srcId="{741F5C4B-81B5-F440-84B5-5BE16AAA4CF8}" destId="{B8B9D863-993D-6144-810E-64D8BA7A4D5C}" srcOrd="0" destOrd="0" presId="urn:microsoft.com/office/officeart/2005/8/layout/hierarchy5"/>
    <dgm:cxn modelId="{67B847A9-5066-2049-9B36-B364699C1E80}" type="presParOf" srcId="{30D61A03-A4D0-BD45-862C-4603B172CEFA}" destId="{A36B10C2-E992-6848-AF01-8007EAC8AF54}" srcOrd="7" destOrd="0" presId="urn:microsoft.com/office/officeart/2005/8/layout/hierarchy5"/>
    <dgm:cxn modelId="{921C36F3-B73F-A745-A95E-26F5387F2157}" type="presParOf" srcId="{A36B10C2-E992-6848-AF01-8007EAC8AF54}" destId="{EE9092A8-9228-0E49-BFEA-58C22FA4970A}" srcOrd="0" destOrd="0" presId="urn:microsoft.com/office/officeart/2005/8/layout/hierarchy5"/>
    <dgm:cxn modelId="{7FD4A230-4C04-6C40-9BEA-726D1209A6B7}" type="presParOf" srcId="{A36B10C2-E992-6848-AF01-8007EAC8AF54}" destId="{CD40F5A0-AFDA-F540-A2B2-FF70C251F6C1}" srcOrd="1" destOrd="0" presId="urn:microsoft.com/office/officeart/2005/8/layout/hierarchy5"/>
    <dgm:cxn modelId="{FC7A81D3-ECBB-DB4C-84D0-049FE46EC945}" type="presParOf" srcId="{FF098640-2560-E64D-BD2D-F0C54E0362A6}" destId="{D9E699DB-8A91-6345-AEE7-8495C0709F54}" srcOrd="6" destOrd="0" presId="urn:microsoft.com/office/officeart/2005/8/layout/hierarchy5"/>
    <dgm:cxn modelId="{1857F506-9E24-FE49-822F-9D1C961EC7D3}" type="presParOf" srcId="{D9E699DB-8A91-6345-AEE7-8495C0709F54}" destId="{995D3B05-7389-5141-B5DD-325FDD14CA44}" srcOrd="0" destOrd="0" presId="urn:microsoft.com/office/officeart/2005/8/layout/hierarchy5"/>
    <dgm:cxn modelId="{70810A45-1D90-5948-992B-092D345B59B4}" type="presParOf" srcId="{FF098640-2560-E64D-BD2D-F0C54E0362A6}" destId="{4E57B19A-162B-5E40-BBAB-DA911D161179}" srcOrd="7" destOrd="0" presId="urn:microsoft.com/office/officeart/2005/8/layout/hierarchy5"/>
    <dgm:cxn modelId="{566802C9-C336-8949-A358-38D5C99A4A47}" type="presParOf" srcId="{4E57B19A-162B-5E40-BBAB-DA911D161179}" destId="{D9FC7307-AF62-F34E-95B1-27F9CD513142}" srcOrd="0" destOrd="0" presId="urn:microsoft.com/office/officeart/2005/8/layout/hierarchy5"/>
    <dgm:cxn modelId="{7C140293-9292-144A-93DB-8C607980ACEF}" type="presParOf" srcId="{4E57B19A-162B-5E40-BBAB-DA911D161179}" destId="{9E267FCC-E2ED-C448-89AB-0C8D42A42934}" srcOrd="1" destOrd="0" presId="urn:microsoft.com/office/officeart/2005/8/layout/hierarchy5"/>
    <dgm:cxn modelId="{430F88BB-1DC2-5149-AB75-00FD340E790C}" type="presParOf" srcId="{9E267FCC-E2ED-C448-89AB-0C8D42A42934}" destId="{F5549227-84BE-744B-8D13-B48DF71100DF}" srcOrd="0" destOrd="0" presId="urn:microsoft.com/office/officeart/2005/8/layout/hierarchy5"/>
    <dgm:cxn modelId="{AB706293-37E9-9D43-9F73-F6F82752002A}" type="presParOf" srcId="{F5549227-84BE-744B-8D13-B48DF71100DF}" destId="{7316209B-77DD-1C48-8159-A449CCE6C7AF}" srcOrd="0" destOrd="0" presId="urn:microsoft.com/office/officeart/2005/8/layout/hierarchy5"/>
    <dgm:cxn modelId="{493D0BED-288D-A541-87C1-830489D3AD04}" type="presParOf" srcId="{9E267FCC-E2ED-C448-89AB-0C8D42A42934}" destId="{481179A1-AF6E-1A43-A438-1E0E84EA7A26}" srcOrd="1" destOrd="0" presId="urn:microsoft.com/office/officeart/2005/8/layout/hierarchy5"/>
    <dgm:cxn modelId="{87A5DFB0-93A6-7940-926F-CD541C53A2D3}" type="presParOf" srcId="{481179A1-AF6E-1A43-A438-1E0E84EA7A26}" destId="{99EEDDF1-6656-984D-AF2A-A00624D7F592}" srcOrd="0" destOrd="0" presId="urn:microsoft.com/office/officeart/2005/8/layout/hierarchy5"/>
    <dgm:cxn modelId="{A2111C8C-363F-FF42-813F-08F8DE739CB7}" type="presParOf" srcId="{481179A1-AF6E-1A43-A438-1E0E84EA7A26}" destId="{49F2039A-9C9E-454C-BF98-9476F23763B7}" srcOrd="1" destOrd="0" presId="urn:microsoft.com/office/officeart/2005/8/layout/hierarchy5"/>
    <dgm:cxn modelId="{54E17689-0245-3241-A7DA-B7E0EF1D2DB0}" type="presParOf" srcId="{9E267FCC-E2ED-C448-89AB-0C8D42A42934}" destId="{B781BD14-2BE5-074F-BD77-3E50CF1401A0}" srcOrd="2" destOrd="0" presId="urn:microsoft.com/office/officeart/2005/8/layout/hierarchy5"/>
    <dgm:cxn modelId="{655B61B3-105D-8942-AB74-7D73F4695C78}" type="presParOf" srcId="{B781BD14-2BE5-074F-BD77-3E50CF1401A0}" destId="{A08715D7-B486-B841-ACED-54CCD1CCC2F8}" srcOrd="0" destOrd="0" presId="urn:microsoft.com/office/officeart/2005/8/layout/hierarchy5"/>
    <dgm:cxn modelId="{C531F1A8-BA45-B04D-A9DD-5ADDB49F3D31}" type="presParOf" srcId="{9E267FCC-E2ED-C448-89AB-0C8D42A42934}" destId="{91933DB7-1A0A-F842-9B4B-BEEBBC33DBD1}" srcOrd="3" destOrd="0" presId="urn:microsoft.com/office/officeart/2005/8/layout/hierarchy5"/>
    <dgm:cxn modelId="{4C42BEBB-9438-A644-B33A-46BA6CDA7454}" type="presParOf" srcId="{91933DB7-1A0A-F842-9B4B-BEEBBC33DBD1}" destId="{12FC843B-EF1A-1044-AA60-C341A3149EA0}" srcOrd="0" destOrd="0" presId="urn:microsoft.com/office/officeart/2005/8/layout/hierarchy5"/>
    <dgm:cxn modelId="{2A0E1815-21ED-654F-992A-4368EBD149A5}" type="presParOf" srcId="{91933DB7-1A0A-F842-9B4B-BEEBBC33DBD1}" destId="{A7A2D137-8286-E345-80C8-C1BD4559D390}" srcOrd="1" destOrd="0" presId="urn:microsoft.com/office/officeart/2005/8/layout/hierarchy5"/>
    <dgm:cxn modelId="{88CB02E5-403C-BC4A-B562-783C5C00DBE4}" type="presParOf" srcId="{9E267FCC-E2ED-C448-89AB-0C8D42A42934}" destId="{5157B47F-DA1D-CA45-BF63-4ABA9B7BDBFA}" srcOrd="4" destOrd="0" presId="urn:microsoft.com/office/officeart/2005/8/layout/hierarchy5"/>
    <dgm:cxn modelId="{3940BDC2-74B5-0841-8975-91FB08DEADD4}" type="presParOf" srcId="{5157B47F-DA1D-CA45-BF63-4ABA9B7BDBFA}" destId="{00ABA4DE-1720-044C-BB15-BE31A99BB682}" srcOrd="0" destOrd="0" presId="urn:microsoft.com/office/officeart/2005/8/layout/hierarchy5"/>
    <dgm:cxn modelId="{68256CA1-528C-7E4F-A8CD-8A89EE312088}" type="presParOf" srcId="{9E267FCC-E2ED-C448-89AB-0C8D42A42934}" destId="{2478DE41-63A4-7640-BDDC-3AF60EE5CBDD}" srcOrd="5" destOrd="0" presId="urn:microsoft.com/office/officeart/2005/8/layout/hierarchy5"/>
    <dgm:cxn modelId="{60D8F794-AC75-E643-9E6D-2DF4AC4CBD23}" type="presParOf" srcId="{2478DE41-63A4-7640-BDDC-3AF60EE5CBDD}" destId="{8BA9C05F-F29F-7642-B753-EECD821263D0}" srcOrd="0" destOrd="0" presId="urn:microsoft.com/office/officeart/2005/8/layout/hierarchy5"/>
    <dgm:cxn modelId="{E9967306-4A0E-4D4B-A2A0-EB1AA9275F90}" type="presParOf" srcId="{2478DE41-63A4-7640-BDDC-3AF60EE5CBDD}" destId="{D7DE0B9C-8A07-0A4F-9DCF-737754050D6B}" srcOrd="1" destOrd="0" presId="urn:microsoft.com/office/officeart/2005/8/layout/hierarchy5"/>
    <dgm:cxn modelId="{AF432363-0805-954C-AD34-FF27AC142C9B}" type="presParOf" srcId="{9E267FCC-E2ED-C448-89AB-0C8D42A42934}" destId="{69853B35-D33E-6944-9B36-270921C1975B}" srcOrd="6" destOrd="0" presId="urn:microsoft.com/office/officeart/2005/8/layout/hierarchy5"/>
    <dgm:cxn modelId="{7442D159-3113-B642-9DE6-CC42736EB4B1}" type="presParOf" srcId="{69853B35-D33E-6944-9B36-270921C1975B}" destId="{D712A656-D78F-AE48-9158-FDD7E00AC72C}" srcOrd="0" destOrd="0" presId="urn:microsoft.com/office/officeart/2005/8/layout/hierarchy5"/>
    <dgm:cxn modelId="{6C6C5D56-066A-2943-9B2F-3CB0D442216F}" type="presParOf" srcId="{9E267FCC-E2ED-C448-89AB-0C8D42A42934}" destId="{3A494E4F-A4DE-5140-9E20-15686C9C507E}" srcOrd="7" destOrd="0" presId="urn:microsoft.com/office/officeart/2005/8/layout/hierarchy5"/>
    <dgm:cxn modelId="{60869FA6-F4A5-D14D-837A-154D47240F1C}" type="presParOf" srcId="{3A494E4F-A4DE-5140-9E20-15686C9C507E}" destId="{B5401A6E-C14E-F247-8FA1-F4F70C3BEA2D}" srcOrd="0" destOrd="0" presId="urn:microsoft.com/office/officeart/2005/8/layout/hierarchy5"/>
    <dgm:cxn modelId="{51676997-BD88-F34F-8EE3-C9A4D89DA5A9}" type="presParOf" srcId="{3A494E4F-A4DE-5140-9E20-15686C9C507E}" destId="{9136A14D-6D08-B644-8DD3-0D5299ECF9B5}" srcOrd="1" destOrd="0" presId="urn:microsoft.com/office/officeart/2005/8/layout/hierarchy5"/>
    <dgm:cxn modelId="{FD8B5FDC-B696-E945-A7AE-601E6778F34C}" type="presParOf" srcId="{FF098640-2560-E64D-BD2D-F0C54E0362A6}" destId="{35D070D9-3457-BB47-AF59-94E973A60D7E}" srcOrd="8" destOrd="0" presId="urn:microsoft.com/office/officeart/2005/8/layout/hierarchy5"/>
    <dgm:cxn modelId="{2955046A-E2C0-9D45-8EC3-CEFD9AB2DA2F}" type="presParOf" srcId="{35D070D9-3457-BB47-AF59-94E973A60D7E}" destId="{FA38FF9D-411F-1F45-BC03-E6DBAE75C299}" srcOrd="0" destOrd="0" presId="urn:microsoft.com/office/officeart/2005/8/layout/hierarchy5"/>
    <dgm:cxn modelId="{FF0F30B6-BFAA-6F49-BEDC-918B0A140269}" type="presParOf" srcId="{FF098640-2560-E64D-BD2D-F0C54E0362A6}" destId="{0BE3BDF2-F851-8643-88B1-0F35883D3947}" srcOrd="9" destOrd="0" presId="urn:microsoft.com/office/officeart/2005/8/layout/hierarchy5"/>
    <dgm:cxn modelId="{0E486781-6D8E-B541-863C-70199B13EC1E}" type="presParOf" srcId="{0BE3BDF2-F851-8643-88B1-0F35883D3947}" destId="{635E1555-82A1-CE4C-8217-5BF1B764D6CC}" srcOrd="0" destOrd="0" presId="urn:microsoft.com/office/officeart/2005/8/layout/hierarchy5"/>
    <dgm:cxn modelId="{3370DA40-5D1E-4A48-9C3D-A5FF35196078}" type="presParOf" srcId="{0BE3BDF2-F851-8643-88B1-0F35883D3947}" destId="{3512C7A1-5438-7D42-86D8-204CD81C40CD}" srcOrd="1" destOrd="0" presId="urn:microsoft.com/office/officeart/2005/8/layout/hierarchy5"/>
    <dgm:cxn modelId="{79998AB6-7B68-084B-80E6-9F06B92D5F7C}" type="presParOf" srcId="{3512C7A1-5438-7D42-86D8-204CD81C40CD}" destId="{E8902E91-7009-4142-9E5A-0EBA47C9FB9A}" srcOrd="0" destOrd="0" presId="urn:microsoft.com/office/officeart/2005/8/layout/hierarchy5"/>
    <dgm:cxn modelId="{136C5B9C-FC35-D542-894D-B5B1138F5DB6}" type="presParOf" srcId="{E8902E91-7009-4142-9E5A-0EBA47C9FB9A}" destId="{B490CF1C-8B3C-0A4C-8769-A6FC9FB55AE9}" srcOrd="0" destOrd="0" presId="urn:microsoft.com/office/officeart/2005/8/layout/hierarchy5"/>
    <dgm:cxn modelId="{0F7723E5-1AB9-F945-A1CF-ADA02C981AA1}" type="presParOf" srcId="{3512C7A1-5438-7D42-86D8-204CD81C40CD}" destId="{EF60247D-6F3A-D446-9D1B-E95538A66882}" srcOrd="1" destOrd="0" presId="urn:microsoft.com/office/officeart/2005/8/layout/hierarchy5"/>
    <dgm:cxn modelId="{2C8A1F31-3CD8-B542-8CB4-6D07FDA5A847}" type="presParOf" srcId="{EF60247D-6F3A-D446-9D1B-E95538A66882}" destId="{8EC479E1-FAA0-5B46-9001-3C6AC82ED22D}" srcOrd="0" destOrd="0" presId="urn:microsoft.com/office/officeart/2005/8/layout/hierarchy5"/>
    <dgm:cxn modelId="{15D99BDD-75B9-6F4A-BCA4-0CD5C6D3AD70}" type="presParOf" srcId="{EF60247D-6F3A-D446-9D1B-E95538A66882}" destId="{A4C41F52-8AD7-3944-BC03-01B06B18F06F}" srcOrd="1" destOrd="0" presId="urn:microsoft.com/office/officeart/2005/8/layout/hierarchy5"/>
    <dgm:cxn modelId="{461477A8-BB2A-004B-97B6-9A3877021BCF}" type="presParOf" srcId="{3512C7A1-5438-7D42-86D8-204CD81C40CD}" destId="{F9640B6D-3E86-7343-8C27-CF14A21DCBC7}" srcOrd="2" destOrd="0" presId="urn:microsoft.com/office/officeart/2005/8/layout/hierarchy5"/>
    <dgm:cxn modelId="{307A841A-5BE1-8C41-9947-9BA022478AFF}" type="presParOf" srcId="{F9640B6D-3E86-7343-8C27-CF14A21DCBC7}" destId="{70DFC18E-DD1A-774C-ABA3-7E1C61E2BA79}" srcOrd="0" destOrd="0" presId="urn:microsoft.com/office/officeart/2005/8/layout/hierarchy5"/>
    <dgm:cxn modelId="{CB344BFA-A5A9-E144-9946-64B039E328CF}" type="presParOf" srcId="{3512C7A1-5438-7D42-86D8-204CD81C40CD}" destId="{7CA0DD82-9A52-434A-9B11-AB14C7AEE769}" srcOrd="3" destOrd="0" presId="urn:microsoft.com/office/officeart/2005/8/layout/hierarchy5"/>
    <dgm:cxn modelId="{44F66D6C-1CAD-594B-BDFA-062D99287FC4}" type="presParOf" srcId="{7CA0DD82-9A52-434A-9B11-AB14C7AEE769}" destId="{8BD45A57-0BC9-8345-9BE7-90EAEF55D2C2}" srcOrd="0" destOrd="0" presId="urn:microsoft.com/office/officeart/2005/8/layout/hierarchy5"/>
    <dgm:cxn modelId="{F7AAB62F-E4E5-6949-A1BD-60F477A344F4}" type="presParOf" srcId="{7CA0DD82-9A52-434A-9B11-AB14C7AEE769}" destId="{81079DD5-9CD1-BB4F-AC34-D1A916833E06}" srcOrd="1" destOrd="0" presId="urn:microsoft.com/office/officeart/2005/8/layout/hierarchy5"/>
    <dgm:cxn modelId="{8EDF10DC-277A-5941-A3CD-B593E3F85E5A}" type="presParOf" srcId="{3512C7A1-5438-7D42-86D8-204CD81C40CD}" destId="{6CBCD4E5-194F-2E47-870F-DCFE04246BBB}" srcOrd="4" destOrd="0" presId="urn:microsoft.com/office/officeart/2005/8/layout/hierarchy5"/>
    <dgm:cxn modelId="{64CA586C-D42E-D547-BFD4-A7285E16CE02}" type="presParOf" srcId="{6CBCD4E5-194F-2E47-870F-DCFE04246BBB}" destId="{BBD08A58-6E5E-6C41-8A5A-82B7EECB6B34}" srcOrd="0" destOrd="0" presId="urn:microsoft.com/office/officeart/2005/8/layout/hierarchy5"/>
    <dgm:cxn modelId="{FC0AC946-EDA3-2141-AC64-C39E0DC11755}" type="presParOf" srcId="{3512C7A1-5438-7D42-86D8-204CD81C40CD}" destId="{99BE583C-8A43-9248-A13A-3CA2E964576A}" srcOrd="5" destOrd="0" presId="urn:microsoft.com/office/officeart/2005/8/layout/hierarchy5"/>
    <dgm:cxn modelId="{47D7BB68-288C-C444-8648-8E058089830E}" type="presParOf" srcId="{99BE583C-8A43-9248-A13A-3CA2E964576A}" destId="{F14C3F55-079C-F148-BEC4-5668FEBE256B}" srcOrd="0" destOrd="0" presId="urn:microsoft.com/office/officeart/2005/8/layout/hierarchy5"/>
    <dgm:cxn modelId="{9D86D313-3E11-E143-A2D0-31F2C8847822}" type="presParOf" srcId="{99BE583C-8A43-9248-A13A-3CA2E964576A}" destId="{A77F433E-CC0D-4240-B8D3-421FC44ADB60}" srcOrd="1" destOrd="0" presId="urn:microsoft.com/office/officeart/2005/8/layout/hierarchy5"/>
    <dgm:cxn modelId="{9788A7A6-8999-A848-AFB0-2F6337193254}" type="presParOf" srcId="{3512C7A1-5438-7D42-86D8-204CD81C40CD}" destId="{7EB6BCE5-CAD8-2A44-919B-12FD28A9877A}" srcOrd="6" destOrd="0" presId="urn:microsoft.com/office/officeart/2005/8/layout/hierarchy5"/>
    <dgm:cxn modelId="{FD35297F-E794-6B4E-84AB-F5F50E5D9C6A}" type="presParOf" srcId="{7EB6BCE5-CAD8-2A44-919B-12FD28A9877A}" destId="{21EECB89-1A21-0F40-A634-B8752D37C745}" srcOrd="0" destOrd="0" presId="urn:microsoft.com/office/officeart/2005/8/layout/hierarchy5"/>
    <dgm:cxn modelId="{57F468C7-8205-4646-A029-7A5234693BAF}" type="presParOf" srcId="{3512C7A1-5438-7D42-86D8-204CD81C40CD}" destId="{877F36B9-56F5-C948-AB92-F1C59F562871}" srcOrd="7" destOrd="0" presId="urn:microsoft.com/office/officeart/2005/8/layout/hierarchy5"/>
    <dgm:cxn modelId="{87109D0C-5328-4048-B741-D9A8D29AFC48}" type="presParOf" srcId="{877F36B9-56F5-C948-AB92-F1C59F562871}" destId="{FAB8CCBF-5E4E-0641-8034-E8E0790B46B3}" srcOrd="0" destOrd="0" presId="urn:microsoft.com/office/officeart/2005/8/layout/hierarchy5"/>
    <dgm:cxn modelId="{3F9E59DF-0D05-D24D-B08D-253009D66010}" type="presParOf" srcId="{877F36B9-56F5-C948-AB92-F1C59F562871}" destId="{324E374F-6DA3-244E-8BC8-B3907AE91D04}" srcOrd="1" destOrd="0" presId="urn:microsoft.com/office/officeart/2005/8/layout/hierarchy5"/>
    <dgm:cxn modelId="{C8338545-4552-A642-B66C-3EDFA29ED707}" type="presParOf" srcId="{746A8E81-CE67-8844-A260-6302E3C37BC1}" destId="{E00EA6B7-648C-9E41-A6B6-CD09EAD5DD5B}" srcOrd="1" destOrd="0" presId="urn:microsoft.com/office/officeart/2005/8/layout/hierarchy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574F1E-570B-5141-A9AB-8A9A52D0A140}">
      <dsp:nvSpPr>
        <dsp:cNvPr id="0" name=""/>
        <dsp:cNvSpPr/>
      </dsp:nvSpPr>
      <dsp:spPr>
        <a:xfrm>
          <a:off x="544908" y="943200"/>
          <a:ext cx="1128299" cy="1397119"/>
        </a:xfrm>
        <a:prstGeom prst="roundRect">
          <a:avLst>
            <a:gd name="adj" fmla="val 10000"/>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0" rIns="0" bIns="0" numCol="1" spcCol="1270" anchor="t" anchorCtr="0">
          <a:noAutofit/>
        </a:bodyPr>
        <a:lstStyle/>
        <a:p>
          <a:pPr marL="7938" lvl="0" indent="0" algn="ctr" defTabSz="622300">
            <a:lnSpc>
              <a:spcPts val="2000"/>
            </a:lnSpc>
            <a:spcBef>
              <a:spcPct val="0"/>
            </a:spcBef>
            <a:spcAft>
              <a:spcPts val="0"/>
            </a:spcAft>
            <a:buNone/>
            <a:tabLst/>
          </a:pPr>
          <a:r>
            <a:rPr lang="fr-CA" sz="1400" b="1" kern="1200" noProof="0">
              <a:solidFill>
                <a:schemeClr val="accent5">
                  <a:lumMod val="40000"/>
                  <a:lumOff val="60000"/>
                </a:schemeClr>
              </a:solidFill>
              <a:latin typeface="+mj-lt"/>
            </a:rPr>
            <a:t>100%</a:t>
          </a:r>
        </a:p>
        <a:p>
          <a:pPr marL="7938" lvl="0" indent="0" algn="ctr" defTabSz="622300">
            <a:lnSpc>
              <a:spcPts val="2000"/>
            </a:lnSpc>
            <a:spcBef>
              <a:spcPct val="0"/>
            </a:spcBef>
            <a:spcAft>
              <a:spcPts val="0"/>
            </a:spcAft>
            <a:buNone/>
            <a:tabLst/>
          </a:pPr>
          <a:r>
            <a:rPr lang="fr-CA" sz="2000" b="1" kern="1200" noProof="0">
              <a:latin typeface="+mj-lt"/>
            </a:rPr>
            <a:t>Données</a:t>
          </a:r>
          <a:endParaRPr lang="fr-CA" sz="1000" b="1" kern="1200" noProof="0">
            <a:latin typeface="+mj-lt"/>
          </a:endParaRPr>
        </a:p>
      </dsp:txBody>
      <dsp:txXfrm>
        <a:off x="577955" y="976247"/>
        <a:ext cx="1062205" cy="1331025"/>
      </dsp:txXfrm>
    </dsp:sp>
    <dsp:sp modelId="{BA0D9FC2-208D-4048-84C4-69AC3A1FDE15}">
      <dsp:nvSpPr>
        <dsp:cNvPr id="0" name=""/>
        <dsp:cNvSpPr/>
      </dsp:nvSpPr>
      <dsp:spPr>
        <a:xfrm rot="18430527">
          <a:off x="1372424" y="1031784"/>
          <a:ext cx="1520097" cy="8756"/>
        </a:xfrm>
        <a:custGeom>
          <a:avLst/>
          <a:gdLst/>
          <a:ahLst/>
          <a:cxnLst/>
          <a:rect l="0" t="0" r="0" b="0"/>
          <a:pathLst>
            <a:path>
              <a:moveTo>
                <a:pt x="0" y="4378"/>
              </a:moveTo>
              <a:lnTo>
                <a:pt x="1520097"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2094470" y="998159"/>
        <a:ext cx="76004" cy="76004"/>
      </dsp:txXfrm>
    </dsp:sp>
    <dsp:sp modelId="{C488B9ED-2769-304A-B495-1FB2969497A9}">
      <dsp:nvSpPr>
        <dsp:cNvPr id="0" name=""/>
        <dsp:cNvSpPr/>
      </dsp:nvSpPr>
      <dsp:spPr>
        <a:xfrm>
          <a:off x="2591738" y="183004"/>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a:latin typeface="+mj-lt"/>
            </a:rPr>
            <a:t>Organisation</a:t>
          </a:r>
        </a:p>
      </dsp:txBody>
      <dsp:txXfrm>
        <a:off x="2606240" y="197506"/>
        <a:ext cx="1074428" cy="466114"/>
      </dsp:txXfrm>
    </dsp:sp>
    <dsp:sp modelId="{29D1CCD4-03F8-F941-9ABB-AD6230BDCC86}">
      <dsp:nvSpPr>
        <dsp:cNvPr id="0" name=""/>
        <dsp:cNvSpPr/>
      </dsp:nvSpPr>
      <dsp:spPr>
        <a:xfrm rot="20012648">
          <a:off x="3659976" y="276462"/>
          <a:ext cx="672146" cy="8756"/>
        </a:xfrm>
        <a:custGeom>
          <a:avLst/>
          <a:gdLst/>
          <a:ahLst/>
          <a:cxnLst/>
          <a:rect l="0" t="0" r="0" b="0"/>
          <a:pathLst>
            <a:path>
              <a:moveTo>
                <a:pt x="0" y="4378"/>
              </a:moveTo>
              <a:lnTo>
                <a:pt x="672146"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9245" y="264036"/>
        <a:ext cx="33607" cy="33607"/>
      </dsp:txXfrm>
    </dsp:sp>
    <dsp:sp modelId="{59B30B39-CBE9-B64D-8A2F-F8BF7DFCE8E4}">
      <dsp:nvSpPr>
        <dsp:cNvPr id="0" name=""/>
        <dsp:cNvSpPr/>
      </dsp:nvSpPr>
      <dsp:spPr>
        <a:xfrm>
          <a:off x="4296928" y="922"/>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Configurations</a:t>
          </a:r>
        </a:p>
      </dsp:txBody>
      <dsp:txXfrm>
        <a:off x="4304555" y="8549"/>
        <a:ext cx="1282292" cy="245134"/>
      </dsp:txXfrm>
    </dsp:sp>
    <dsp:sp modelId="{A8A75E39-3F6A-494A-9A5F-4B4120D0E0AA}">
      <dsp:nvSpPr>
        <dsp:cNvPr id="0" name=""/>
        <dsp:cNvSpPr/>
      </dsp:nvSpPr>
      <dsp:spPr>
        <a:xfrm>
          <a:off x="3695170" y="426185"/>
          <a:ext cx="601757" cy="8756"/>
        </a:xfrm>
        <a:custGeom>
          <a:avLst/>
          <a:gdLst/>
          <a:ahLst/>
          <a:cxnLst/>
          <a:rect l="0" t="0" r="0" b="0"/>
          <a:pathLst>
            <a:path>
              <a:moveTo>
                <a:pt x="0" y="4378"/>
              </a:moveTo>
              <a:lnTo>
                <a:pt x="601757"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81005" y="415519"/>
        <a:ext cx="30087" cy="30087"/>
      </dsp:txXfrm>
    </dsp:sp>
    <dsp:sp modelId="{22A4CB7E-5D0A-CE4A-935A-FB9717A091B1}">
      <dsp:nvSpPr>
        <dsp:cNvPr id="0" name=""/>
        <dsp:cNvSpPr/>
      </dsp:nvSpPr>
      <dsp:spPr>
        <a:xfrm>
          <a:off x="4296928" y="30036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Rapports</a:t>
          </a:r>
        </a:p>
      </dsp:txBody>
      <dsp:txXfrm>
        <a:off x="4304555" y="307996"/>
        <a:ext cx="1282292" cy="245134"/>
      </dsp:txXfrm>
    </dsp:sp>
    <dsp:sp modelId="{F7E7EC80-58F4-3E44-B799-6DDC417836E8}">
      <dsp:nvSpPr>
        <dsp:cNvPr id="0" name=""/>
        <dsp:cNvSpPr/>
      </dsp:nvSpPr>
      <dsp:spPr>
        <a:xfrm rot="1587352">
          <a:off x="3659976" y="575909"/>
          <a:ext cx="672146" cy="8756"/>
        </a:xfrm>
        <a:custGeom>
          <a:avLst/>
          <a:gdLst/>
          <a:ahLst/>
          <a:cxnLst/>
          <a:rect l="0" t="0" r="0" b="0"/>
          <a:pathLst>
            <a:path>
              <a:moveTo>
                <a:pt x="0" y="4378"/>
              </a:moveTo>
              <a:lnTo>
                <a:pt x="672146"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9245" y="563483"/>
        <a:ext cx="33607" cy="33607"/>
      </dsp:txXfrm>
    </dsp:sp>
    <dsp:sp modelId="{A433B012-32A4-3C4F-82C0-2C6C465BA804}">
      <dsp:nvSpPr>
        <dsp:cNvPr id="0" name=""/>
        <dsp:cNvSpPr/>
      </dsp:nvSpPr>
      <dsp:spPr>
        <a:xfrm>
          <a:off x="4296928" y="59981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Pièces jointes</a:t>
          </a:r>
        </a:p>
      </dsp:txBody>
      <dsp:txXfrm>
        <a:off x="4304555" y="607443"/>
        <a:ext cx="1282292" cy="245134"/>
      </dsp:txXfrm>
    </dsp:sp>
    <dsp:sp modelId="{80DD587E-5A9B-9D4D-AFC9-EC6A4C53614F}">
      <dsp:nvSpPr>
        <dsp:cNvPr id="0" name=""/>
        <dsp:cNvSpPr/>
      </dsp:nvSpPr>
      <dsp:spPr>
        <a:xfrm rot="20471452">
          <a:off x="1647298" y="1480954"/>
          <a:ext cx="970349" cy="8756"/>
        </a:xfrm>
        <a:custGeom>
          <a:avLst/>
          <a:gdLst/>
          <a:ahLst/>
          <a:cxnLst/>
          <a:rect l="0" t="0" r="0" b="0"/>
          <a:pathLst>
            <a:path>
              <a:moveTo>
                <a:pt x="0" y="4378"/>
              </a:moveTo>
              <a:lnTo>
                <a:pt x="970349"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2108214" y="1461073"/>
        <a:ext cx="48517" cy="48517"/>
      </dsp:txXfrm>
    </dsp:sp>
    <dsp:sp modelId="{541F6071-7809-CC44-973A-6FA760119F63}">
      <dsp:nvSpPr>
        <dsp:cNvPr id="0" name=""/>
        <dsp:cNvSpPr/>
      </dsp:nvSpPr>
      <dsp:spPr>
        <a:xfrm>
          <a:off x="2591738" y="1081344"/>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a:latin typeface="+mj-lt"/>
            </a:rPr>
            <a:t>Territoire</a:t>
          </a:r>
        </a:p>
      </dsp:txBody>
      <dsp:txXfrm>
        <a:off x="2606240" y="1095846"/>
        <a:ext cx="1074428" cy="466114"/>
      </dsp:txXfrm>
    </dsp:sp>
    <dsp:sp modelId="{82AC5FB4-AFCE-CF4C-A178-8E255AF4690D}">
      <dsp:nvSpPr>
        <dsp:cNvPr id="0" name=""/>
        <dsp:cNvSpPr/>
      </dsp:nvSpPr>
      <dsp:spPr>
        <a:xfrm rot="20012648">
          <a:off x="3659976" y="1174802"/>
          <a:ext cx="672146" cy="8756"/>
        </a:xfrm>
        <a:custGeom>
          <a:avLst/>
          <a:gdLst/>
          <a:ahLst/>
          <a:cxnLst/>
          <a:rect l="0" t="0" r="0" b="0"/>
          <a:pathLst>
            <a:path>
              <a:moveTo>
                <a:pt x="0" y="4378"/>
              </a:moveTo>
              <a:lnTo>
                <a:pt x="672146"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9245" y="1162376"/>
        <a:ext cx="33607" cy="33607"/>
      </dsp:txXfrm>
    </dsp:sp>
    <dsp:sp modelId="{04DED7E8-518C-D540-9F4E-2D51092C0E5C}">
      <dsp:nvSpPr>
        <dsp:cNvPr id="0" name=""/>
        <dsp:cNvSpPr/>
      </dsp:nvSpPr>
      <dsp:spPr>
        <a:xfrm>
          <a:off x="4296928" y="89926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Dossiers adresse</a:t>
          </a:r>
        </a:p>
      </dsp:txBody>
      <dsp:txXfrm>
        <a:off x="4304555" y="906890"/>
        <a:ext cx="1282292" cy="245134"/>
      </dsp:txXfrm>
    </dsp:sp>
    <dsp:sp modelId="{91BBEB3C-7BDD-2146-A823-1DAD6F53A5C0}">
      <dsp:nvSpPr>
        <dsp:cNvPr id="0" name=""/>
        <dsp:cNvSpPr/>
      </dsp:nvSpPr>
      <dsp:spPr>
        <a:xfrm>
          <a:off x="3695170" y="1324525"/>
          <a:ext cx="601757" cy="8756"/>
        </a:xfrm>
        <a:custGeom>
          <a:avLst/>
          <a:gdLst/>
          <a:ahLst/>
          <a:cxnLst/>
          <a:rect l="0" t="0" r="0" b="0"/>
          <a:pathLst>
            <a:path>
              <a:moveTo>
                <a:pt x="0" y="4378"/>
              </a:moveTo>
              <a:lnTo>
                <a:pt x="601757"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81005" y="1313859"/>
        <a:ext cx="30087" cy="30087"/>
      </dsp:txXfrm>
    </dsp:sp>
    <dsp:sp modelId="{84B6EC93-7F84-8F47-923A-92C42ECFAA28}">
      <dsp:nvSpPr>
        <dsp:cNvPr id="0" name=""/>
        <dsp:cNvSpPr/>
      </dsp:nvSpPr>
      <dsp:spPr>
        <a:xfrm>
          <a:off x="4296928" y="119870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Plans d'intervention</a:t>
          </a:r>
        </a:p>
      </dsp:txBody>
      <dsp:txXfrm>
        <a:off x="4304555" y="1206336"/>
        <a:ext cx="1282292" cy="245134"/>
      </dsp:txXfrm>
    </dsp:sp>
    <dsp:sp modelId="{7F41A388-CAF6-D54D-BFB4-4BEB2E5A80CC}">
      <dsp:nvSpPr>
        <dsp:cNvPr id="0" name=""/>
        <dsp:cNvSpPr/>
      </dsp:nvSpPr>
      <dsp:spPr>
        <a:xfrm rot="1587352">
          <a:off x="3659976" y="1474249"/>
          <a:ext cx="672146" cy="8756"/>
        </a:xfrm>
        <a:custGeom>
          <a:avLst/>
          <a:gdLst/>
          <a:ahLst/>
          <a:cxnLst/>
          <a:rect l="0" t="0" r="0" b="0"/>
          <a:pathLst>
            <a:path>
              <a:moveTo>
                <a:pt x="0" y="4378"/>
              </a:moveTo>
              <a:lnTo>
                <a:pt x="672146"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9245" y="1461823"/>
        <a:ext cx="33607" cy="33607"/>
      </dsp:txXfrm>
    </dsp:sp>
    <dsp:sp modelId="{211054A3-F477-C849-8A63-B4AE5E355D3F}">
      <dsp:nvSpPr>
        <dsp:cNvPr id="0" name=""/>
        <dsp:cNvSpPr/>
      </dsp:nvSpPr>
      <dsp:spPr>
        <a:xfrm>
          <a:off x="4296928" y="149815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Sécurité civile</a:t>
          </a:r>
        </a:p>
      </dsp:txBody>
      <dsp:txXfrm>
        <a:off x="4304555" y="1505783"/>
        <a:ext cx="1282292" cy="245134"/>
      </dsp:txXfrm>
    </dsp:sp>
    <dsp:sp modelId="{0552F4E7-B625-EF4A-B564-AB82C7F33F48}">
      <dsp:nvSpPr>
        <dsp:cNvPr id="0" name=""/>
        <dsp:cNvSpPr/>
      </dsp:nvSpPr>
      <dsp:spPr>
        <a:xfrm rot="2320461">
          <a:off x="1544207" y="2004985"/>
          <a:ext cx="1176531" cy="8756"/>
        </a:xfrm>
        <a:custGeom>
          <a:avLst/>
          <a:gdLst/>
          <a:ahLst/>
          <a:cxnLst/>
          <a:rect l="0" t="0" r="0" b="0"/>
          <a:pathLst>
            <a:path>
              <a:moveTo>
                <a:pt x="0" y="4378"/>
              </a:moveTo>
              <a:lnTo>
                <a:pt x="1176531"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2103059" y="1979950"/>
        <a:ext cx="58826" cy="58826"/>
      </dsp:txXfrm>
    </dsp:sp>
    <dsp:sp modelId="{89466E15-E01B-E74D-9294-4193B26C98B4}">
      <dsp:nvSpPr>
        <dsp:cNvPr id="0" name=""/>
        <dsp:cNvSpPr/>
      </dsp:nvSpPr>
      <dsp:spPr>
        <a:xfrm>
          <a:off x="2591738" y="2129408"/>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a:latin typeface="+mj-lt"/>
            </a:rPr>
            <a:t>Personnel</a:t>
          </a:r>
        </a:p>
      </dsp:txBody>
      <dsp:txXfrm>
        <a:off x="2606240" y="2143910"/>
        <a:ext cx="1074428" cy="466114"/>
      </dsp:txXfrm>
    </dsp:sp>
    <dsp:sp modelId="{98AE55E7-9272-824D-99DF-E81C208BA2CE}">
      <dsp:nvSpPr>
        <dsp:cNvPr id="0" name=""/>
        <dsp:cNvSpPr/>
      </dsp:nvSpPr>
      <dsp:spPr>
        <a:xfrm rot="19395674">
          <a:off x="3620594" y="2148004"/>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7276" y="2133609"/>
        <a:ext cx="37545" cy="37545"/>
      </dsp:txXfrm>
    </dsp:sp>
    <dsp:sp modelId="{BE128432-A68E-3A46-8B3F-542D17CC6F0F}">
      <dsp:nvSpPr>
        <dsp:cNvPr id="0" name=""/>
        <dsp:cNvSpPr/>
      </dsp:nvSpPr>
      <dsp:spPr>
        <a:xfrm>
          <a:off x="4296928" y="179760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Employés</a:t>
          </a:r>
        </a:p>
      </dsp:txBody>
      <dsp:txXfrm>
        <a:off x="4304555" y="1805230"/>
        <a:ext cx="1282292" cy="245134"/>
      </dsp:txXfrm>
    </dsp:sp>
    <dsp:sp modelId="{D850B91D-6316-4647-9C62-C7C8F5D37507}">
      <dsp:nvSpPr>
        <dsp:cNvPr id="0" name=""/>
        <dsp:cNvSpPr/>
      </dsp:nvSpPr>
      <dsp:spPr>
        <a:xfrm rot="20761677">
          <a:off x="3685997" y="2297727"/>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80546" y="2286603"/>
        <a:ext cx="31005" cy="31005"/>
      </dsp:txXfrm>
    </dsp:sp>
    <dsp:sp modelId="{2D9A46F8-09F4-5843-A133-89458B63ABAA}">
      <dsp:nvSpPr>
        <dsp:cNvPr id="0" name=""/>
        <dsp:cNvSpPr/>
      </dsp:nvSpPr>
      <dsp:spPr>
        <a:xfrm>
          <a:off x="4296928" y="209704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Équipes</a:t>
          </a:r>
        </a:p>
      </dsp:txBody>
      <dsp:txXfrm>
        <a:off x="4304555" y="2104676"/>
        <a:ext cx="1282292" cy="245134"/>
      </dsp:txXfrm>
    </dsp:sp>
    <dsp:sp modelId="{ECC9DFC6-6DD5-704E-9EFE-6B4C17EA74BB}">
      <dsp:nvSpPr>
        <dsp:cNvPr id="0" name=""/>
        <dsp:cNvSpPr/>
      </dsp:nvSpPr>
      <dsp:spPr>
        <a:xfrm rot="838323">
          <a:off x="3685997" y="2447450"/>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80546" y="2436326"/>
        <a:ext cx="31005" cy="31005"/>
      </dsp:txXfrm>
    </dsp:sp>
    <dsp:sp modelId="{69119B04-4CF8-A64D-89AF-3E4BFB78585F}">
      <dsp:nvSpPr>
        <dsp:cNvPr id="0" name=""/>
        <dsp:cNvSpPr/>
      </dsp:nvSpPr>
      <dsp:spPr>
        <a:xfrm>
          <a:off x="4296928" y="239649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Formations</a:t>
          </a:r>
        </a:p>
      </dsp:txBody>
      <dsp:txXfrm>
        <a:off x="4304555" y="2404123"/>
        <a:ext cx="1282292" cy="245134"/>
      </dsp:txXfrm>
    </dsp:sp>
    <dsp:sp modelId="{741F5C4B-81B5-F440-84B5-5BE16AAA4CF8}">
      <dsp:nvSpPr>
        <dsp:cNvPr id="0" name=""/>
        <dsp:cNvSpPr/>
      </dsp:nvSpPr>
      <dsp:spPr>
        <a:xfrm rot="2204326">
          <a:off x="3620594" y="2597174"/>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7276" y="2582779"/>
        <a:ext cx="37545" cy="37545"/>
      </dsp:txXfrm>
    </dsp:sp>
    <dsp:sp modelId="{EE9092A8-9228-0E49-BFEA-58C22FA4970A}">
      <dsp:nvSpPr>
        <dsp:cNvPr id="0" name=""/>
        <dsp:cNvSpPr/>
      </dsp:nvSpPr>
      <dsp:spPr>
        <a:xfrm>
          <a:off x="4296928" y="269594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Horaires</a:t>
          </a:r>
        </a:p>
      </dsp:txBody>
      <dsp:txXfrm>
        <a:off x="4304555" y="2703570"/>
        <a:ext cx="1282292" cy="245134"/>
      </dsp:txXfrm>
    </dsp:sp>
    <dsp:sp modelId="{D9E699DB-8A91-6345-AEE7-8495C0709F54}">
      <dsp:nvSpPr>
        <dsp:cNvPr id="0" name=""/>
        <dsp:cNvSpPr/>
      </dsp:nvSpPr>
      <dsp:spPr>
        <a:xfrm rot="3875016">
          <a:off x="1062407" y="2603879"/>
          <a:ext cx="2140131" cy="8756"/>
        </a:xfrm>
        <a:custGeom>
          <a:avLst/>
          <a:gdLst/>
          <a:ahLst/>
          <a:cxnLst/>
          <a:rect l="0" t="0" r="0" b="0"/>
          <a:pathLst>
            <a:path>
              <a:moveTo>
                <a:pt x="0" y="4378"/>
              </a:moveTo>
              <a:lnTo>
                <a:pt x="2140131"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CA" sz="700" kern="1200" noProof="0"/>
        </a:p>
      </dsp:txBody>
      <dsp:txXfrm>
        <a:off x="2078969" y="2554754"/>
        <a:ext cx="107006" cy="107006"/>
      </dsp:txXfrm>
    </dsp:sp>
    <dsp:sp modelId="{D9FC7307-AF62-F34E-95B1-27F9CD513142}">
      <dsp:nvSpPr>
        <dsp:cNvPr id="0" name=""/>
        <dsp:cNvSpPr/>
      </dsp:nvSpPr>
      <dsp:spPr>
        <a:xfrm>
          <a:off x="2591738" y="3327194"/>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a:latin typeface="+mj-lt"/>
            </a:rPr>
            <a:t>Matériel</a:t>
          </a:r>
        </a:p>
      </dsp:txBody>
      <dsp:txXfrm>
        <a:off x="2606240" y="3341696"/>
        <a:ext cx="1074428" cy="466114"/>
      </dsp:txXfrm>
    </dsp:sp>
    <dsp:sp modelId="{F5549227-84BE-744B-8D13-B48DF71100DF}">
      <dsp:nvSpPr>
        <dsp:cNvPr id="0" name=""/>
        <dsp:cNvSpPr/>
      </dsp:nvSpPr>
      <dsp:spPr>
        <a:xfrm rot="19395674">
          <a:off x="3620594" y="3345790"/>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7276" y="3331396"/>
        <a:ext cx="37545" cy="37545"/>
      </dsp:txXfrm>
    </dsp:sp>
    <dsp:sp modelId="{99EEDDF1-6656-984D-AF2A-A00624D7F592}">
      <dsp:nvSpPr>
        <dsp:cNvPr id="0" name=""/>
        <dsp:cNvSpPr/>
      </dsp:nvSpPr>
      <dsp:spPr>
        <a:xfrm>
          <a:off x="4296928" y="299538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Casernes</a:t>
          </a:r>
        </a:p>
      </dsp:txBody>
      <dsp:txXfrm>
        <a:off x="4304555" y="3003016"/>
        <a:ext cx="1282292" cy="245134"/>
      </dsp:txXfrm>
    </dsp:sp>
    <dsp:sp modelId="{B781BD14-2BE5-074F-BD77-3E50CF1401A0}">
      <dsp:nvSpPr>
        <dsp:cNvPr id="0" name=""/>
        <dsp:cNvSpPr/>
      </dsp:nvSpPr>
      <dsp:spPr>
        <a:xfrm rot="20761677">
          <a:off x="3685997" y="3495514"/>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80546" y="3484389"/>
        <a:ext cx="31005" cy="31005"/>
      </dsp:txXfrm>
    </dsp:sp>
    <dsp:sp modelId="{12FC843B-EF1A-1044-AA60-C341A3149EA0}">
      <dsp:nvSpPr>
        <dsp:cNvPr id="0" name=""/>
        <dsp:cNvSpPr/>
      </dsp:nvSpPr>
      <dsp:spPr>
        <a:xfrm>
          <a:off x="4296928" y="329483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Véhicules</a:t>
          </a:r>
        </a:p>
      </dsp:txBody>
      <dsp:txXfrm>
        <a:off x="4304555" y="3302463"/>
        <a:ext cx="1282292" cy="245134"/>
      </dsp:txXfrm>
    </dsp:sp>
    <dsp:sp modelId="{5157B47F-DA1D-CA45-BF63-4ABA9B7BDBFA}">
      <dsp:nvSpPr>
        <dsp:cNvPr id="0" name=""/>
        <dsp:cNvSpPr/>
      </dsp:nvSpPr>
      <dsp:spPr>
        <a:xfrm rot="838323">
          <a:off x="3685997" y="3645237"/>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80546" y="3634113"/>
        <a:ext cx="31005" cy="31005"/>
      </dsp:txXfrm>
    </dsp:sp>
    <dsp:sp modelId="{8BA9C05F-F29F-7642-B753-EECD821263D0}">
      <dsp:nvSpPr>
        <dsp:cNvPr id="0" name=""/>
        <dsp:cNvSpPr/>
      </dsp:nvSpPr>
      <dsp:spPr>
        <a:xfrm>
          <a:off x="4296928" y="359428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Équipements</a:t>
          </a:r>
        </a:p>
      </dsp:txBody>
      <dsp:txXfrm>
        <a:off x="4304555" y="3601910"/>
        <a:ext cx="1282292" cy="245134"/>
      </dsp:txXfrm>
    </dsp:sp>
    <dsp:sp modelId="{69853B35-D33E-6944-9B36-270921C1975B}">
      <dsp:nvSpPr>
        <dsp:cNvPr id="0" name=""/>
        <dsp:cNvSpPr/>
      </dsp:nvSpPr>
      <dsp:spPr>
        <a:xfrm rot="2204326">
          <a:off x="3620594" y="3794961"/>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7276" y="3780566"/>
        <a:ext cx="37545" cy="37545"/>
      </dsp:txXfrm>
    </dsp:sp>
    <dsp:sp modelId="{B5401A6E-C14E-F247-8FA1-F4F70C3BEA2D}">
      <dsp:nvSpPr>
        <dsp:cNvPr id="0" name=""/>
        <dsp:cNvSpPr/>
      </dsp:nvSpPr>
      <dsp:spPr>
        <a:xfrm>
          <a:off x="4296928" y="389372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Bornes et points d'eau</a:t>
          </a:r>
        </a:p>
      </dsp:txBody>
      <dsp:txXfrm>
        <a:off x="4304555" y="3901356"/>
        <a:ext cx="1282292" cy="245134"/>
      </dsp:txXfrm>
    </dsp:sp>
    <dsp:sp modelId="{35D070D9-3457-BB47-AF59-94E973A60D7E}">
      <dsp:nvSpPr>
        <dsp:cNvPr id="0" name=""/>
        <dsp:cNvSpPr/>
      </dsp:nvSpPr>
      <dsp:spPr>
        <a:xfrm rot="4418939">
          <a:off x="501102" y="3202772"/>
          <a:ext cx="3262741" cy="8756"/>
        </a:xfrm>
        <a:custGeom>
          <a:avLst/>
          <a:gdLst/>
          <a:ahLst/>
          <a:cxnLst/>
          <a:rect l="0" t="0" r="0" b="0"/>
          <a:pathLst>
            <a:path>
              <a:moveTo>
                <a:pt x="0" y="4378"/>
              </a:moveTo>
              <a:lnTo>
                <a:pt x="3262741" y="4378"/>
              </a:lnTo>
            </a:path>
          </a:pathLst>
        </a:custGeom>
        <a:noFill/>
        <a:ln w="1905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fr-CA" sz="1100" kern="1200" noProof="0"/>
        </a:p>
      </dsp:txBody>
      <dsp:txXfrm>
        <a:off x="2050904" y="3125582"/>
        <a:ext cx="163137" cy="163137"/>
      </dsp:txXfrm>
    </dsp:sp>
    <dsp:sp modelId="{635E1555-82A1-CE4C-8217-5BF1B764D6CC}">
      <dsp:nvSpPr>
        <dsp:cNvPr id="0" name=""/>
        <dsp:cNvSpPr/>
      </dsp:nvSpPr>
      <dsp:spPr>
        <a:xfrm>
          <a:off x="2591738" y="4524981"/>
          <a:ext cx="1103432" cy="495118"/>
        </a:xfrm>
        <a:prstGeom prst="roundRect">
          <a:avLst>
            <a:gd name="adj" fmla="val 10000"/>
          </a:avLst>
        </a:prstGeom>
        <a:solidFill>
          <a:schemeClr val="accent5">
            <a:tint val="99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CA" sz="1200" b="1" kern="1200" noProof="0">
              <a:latin typeface="+mj-lt"/>
            </a:rPr>
            <a:t>Activités</a:t>
          </a:r>
        </a:p>
      </dsp:txBody>
      <dsp:txXfrm>
        <a:off x="2606240" y="4539483"/>
        <a:ext cx="1074428" cy="466114"/>
      </dsp:txXfrm>
    </dsp:sp>
    <dsp:sp modelId="{E8902E91-7009-4142-9E5A-0EBA47C9FB9A}">
      <dsp:nvSpPr>
        <dsp:cNvPr id="0" name=""/>
        <dsp:cNvSpPr/>
      </dsp:nvSpPr>
      <dsp:spPr>
        <a:xfrm rot="19395674">
          <a:off x="3620594" y="4543577"/>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7276" y="4529183"/>
        <a:ext cx="37545" cy="37545"/>
      </dsp:txXfrm>
    </dsp:sp>
    <dsp:sp modelId="{8EC479E1-FAA0-5B46-9001-3C6AC82ED22D}">
      <dsp:nvSpPr>
        <dsp:cNvPr id="0" name=""/>
        <dsp:cNvSpPr/>
      </dsp:nvSpPr>
      <dsp:spPr>
        <a:xfrm>
          <a:off x="4296928" y="419317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Préventions</a:t>
          </a:r>
        </a:p>
      </dsp:txBody>
      <dsp:txXfrm>
        <a:off x="4304555" y="4200803"/>
        <a:ext cx="1282292" cy="245134"/>
      </dsp:txXfrm>
    </dsp:sp>
    <dsp:sp modelId="{F9640B6D-3E86-7343-8C27-CF14A21DCBC7}">
      <dsp:nvSpPr>
        <dsp:cNvPr id="0" name=""/>
        <dsp:cNvSpPr/>
      </dsp:nvSpPr>
      <dsp:spPr>
        <a:xfrm rot="20761677">
          <a:off x="3685997" y="4693301"/>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80546" y="4682176"/>
        <a:ext cx="31005" cy="31005"/>
      </dsp:txXfrm>
    </dsp:sp>
    <dsp:sp modelId="{8BD45A57-0BC9-8345-9BE7-90EAEF55D2C2}">
      <dsp:nvSpPr>
        <dsp:cNvPr id="0" name=""/>
        <dsp:cNvSpPr/>
      </dsp:nvSpPr>
      <dsp:spPr>
        <a:xfrm>
          <a:off x="4296928" y="4492623"/>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Interventions</a:t>
          </a:r>
        </a:p>
      </dsp:txBody>
      <dsp:txXfrm>
        <a:off x="4304555" y="4500250"/>
        <a:ext cx="1282292" cy="245134"/>
      </dsp:txXfrm>
    </dsp:sp>
    <dsp:sp modelId="{6CBCD4E5-194F-2E47-870F-DCFE04246BBB}">
      <dsp:nvSpPr>
        <dsp:cNvPr id="0" name=""/>
        <dsp:cNvSpPr/>
      </dsp:nvSpPr>
      <dsp:spPr>
        <a:xfrm rot="838323">
          <a:off x="3685997" y="4843024"/>
          <a:ext cx="620104" cy="8756"/>
        </a:xfrm>
        <a:custGeom>
          <a:avLst/>
          <a:gdLst/>
          <a:ahLst/>
          <a:cxnLst/>
          <a:rect l="0" t="0" r="0" b="0"/>
          <a:pathLst>
            <a:path>
              <a:moveTo>
                <a:pt x="0" y="4378"/>
              </a:moveTo>
              <a:lnTo>
                <a:pt x="620104"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80546" y="4831899"/>
        <a:ext cx="31005" cy="31005"/>
      </dsp:txXfrm>
    </dsp:sp>
    <dsp:sp modelId="{F14C3F55-079C-F148-BEC4-5668FEBE256B}">
      <dsp:nvSpPr>
        <dsp:cNvPr id="0" name=""/>
        <dsp:cNvSpPr/>
      </dsp:nvSpPr>
      <dsp:spPr>
        <a:xfrm>
          <a:off x="4296928" y="4792069"/>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Enquêtes (RCCI)</a:t>
          </a:r>
        </a:p>
      </dsp:txBody>
      <dsp:txXfrm>
        <a:off x="4304555" y="4799696"/>
        <a:ext cx="1282292" cy="245134"/>
      </dsp:txXfrm>
    </dsp:sp>
    <dsp:sp modelId="{7EB6BCE5-CAD8-2A44-919B-12FD28A9877A}">
      <dsp:nvSpPr>
        <dsp:cNvPr id="0" name=""/>
        <dsp:cNvSpPr/>
      </dsp:nvSpPr>
      <dsp:spPr>
        <a:xfrm rot="2204326">
          <a:off x="3620594" y="4992747"/>
          <a:ext cx="750910" cy="8756"/>
        </a:xfrm>
        <a:custGeom>
          <a:avLst/>
          <a:gdLst/>
          <a:ahLst/>
          <a:cxnLst/>
          <a:rect l="0" t="0" r="0" b="0"/>
          <a:pathLst>
            <a:path>
              <a:moveTo>
                <a:pt x="0" y="4378"/>
              </a:moveTo>
              <a:lnTo>
                <a:pt x="750910" y="4378"/>
              </a:lnTo>
            </a:path>
          </a:pathLst>
        </a:custGeom>
        <a:noFill/>
        <a:ln w="1905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noProof="0"/>
        </a:p>
      </dsp:txBody>
      <dsp:txXfrm>
        <a:off x="3977276" y="4978353"/>
        <a:ext cx="37545" cy="37545"/>
      </dsp:txXfrm>
    </dsp:sp>
    <dsp:sp modelId="{FAB8CCBF-5E4E-0641-8034-E8E0790B46B3}">
      <dsp:nvSpPr>
        <dsp:cNvPr id="0" name=""/>
        <dsp:cNvSpPr/>
      </dsp:nvSpPr>
      <dsp:spPr>
        <a:xfrm>
          <a:off x="4296928" y="5091516"/>
          <a:ext cx="1297546" cy="260388"/>
        </a:xfrm>
        <a:prstGeom prst="roundRect">
          <a:avLst>
            <a:gd name="adj" fmla="val 10000"/>
          </a:avLst>
        </a:prstGeom>
        <a:solidFill>
          <a:schemeClr val="accent5">
            <a:tint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CA" sz="1000" kern="1200" noProof="0">
              <a:latin typeface="+mj-lt"/>
            </a:rPr>
            <a:t>Travail (autre)</a:t>
          </a:r>
        </a:p>
      </dsp:txBody>
      <dsp:txXfrm>
        <a:off x="4304555" y="5099143"/>
        <a:ext cx="1282292" cy="24513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8D271E-2998-FE45-8B15-B1267D807570}" type="datetimeFigureOut">
              <a:rPr lang="fr-CA" smtClean="0"/>
              <a:t>2026-05-14</a:t>
            </a:fld>
            <a:endParaRPr lang="fr-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4BC39-AF6E-904D-B3EC-2CC8030D2C60}" type="slidenum">
              <a:rPr lang="fr-CA" smtClean="0"/>
              <a:t>‹#›</a:t>
            </a:fld>
            <a:endParaRPr lang="fr-CA"/>
          </a:p>
        </p:txBody>
      </p:sp>
    </p:spTree>
    <p:extLst>
      <p:ext uri="{BB962C8B-B14F-4D97-AF65-F5344CB8AC3E}">
        <p14:creationId xmlns:p14="http://schemas.microsoft.com/office/powerpoint/2010/main" val="419781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E54BC39-AF6E-904D-B3EC-2CC8030D2C60}" type="slidenum">
              <a:rPr lang="fr-CA" smtClean="0"/>
              <a:t>1</a:t>
            </a:fld>
            <a:endParaRPr lang="fr-CA" dirty="0"/>
          </a:p>
        </p:txBody>
      </p:sp>
    </p:spTree>
    <p:extLst>
      <p:ext uri="{BB962C8B-B14F-4D97-AF65-F5344CB8AC3E}">
        <p14:creationId xmlns:p14="http://schemas.microsoft.com/office/powerpoint/2010/main" val="2137062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5"/>
          </p:nvPr>
        </p:nvSpPr>
        <p:spPr/>
        <p:txBody>
          <a:bodyPr/>
          <a:lstStyle/>
          <a:p>
            <a:fld id="{6E54BC39-AF6E-904D-B3EC-2CC8030D2C60}" type="slidenum">
              <a:rPr lang="fr-CA" smtClean="0"/>
              <a:t>7</a:t>
            </a:fld>
            <a:endParaRPr lang="fr-CA"/>
          </a:p>
        </p:txBody>
      </p:sp>
    </p:spTree>
    <p:extLst>
      <p:ext uri="{BB962C8B-B14F-4D97-AF65-F5344CB8AC3E}">
        <p14:creationId xmlns:p14="http://schemas.microsoft.com/office/powerpoint/2010/main" val="813170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E54BC39-AF6E-904D-B3EC-2CC8030D2C60}" type="slidenum">
              <a:rPr lang="fr-CA" smtClean="0"/>
              <a:t>15</a:t>
            </a:fld>
            <a:endParaRPr lang="fr-CA"/>
          </a:p>
        </p:txBody>
      </p:sp>
    </p:spTree>
    <p:extLst>
      <p:ext uri="{BB962C8B-B14F-4D97-AF65-F5344CB8AC3E}">
        <p14:creationId xmlns:p14="http://schemas.microsoft.com/office/powerpoint/2010/main" val="257378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E54BC39-AF6E-904D-B3EC-2CC8030D2C60}" type="slidenum">
              <a:rPr lang="fr-CA" smtClean="0"/>
              <a:t>16</a:t>
            </a:fld>
            <a:endParaRPr lang="fr-CA"/>
          </a:p>
        </p:txBody>
      </p:sp>
    </p:spTree>
    <p:extLst>
      <p:ext uri="{BB962C8B-B14F-4D97-AF65-F5344CB8AC3E}">
        <p14:creationId xmlns:p14="http://schemas.microsoft.com/office/powerpoint/2010/main" val="3511649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9C3FF-9C0B-EBDD-644D-FF1EF5E52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AE8B1-F902-D3BF-028A-EE11069AB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6D7A3-895D-FAF2-F4C8-9836362BA72B}"/>
              </a:ext>
            </a:extLst>
          </p:cNvPr>
          <p:cNvSpPr>
            <a:spLocks noGrp="1"/>
          </p:cNvSpPr>
          <p:nvPr>
            <p:ph type="body" idx="1"/>
          </p:nvPr>
        </p:nvSpPr>
        <p:spPr/>
        <p:txBody>
          <a:bodyPr/>
          <a:lstStyle/>
          <a:p>
            <a:endParaRPr lang="fr-CA"/>
          </a:p>
        </p:txBody>
      </p:sp>
      <p:sp>
        <p:nvSpPr>
          <p:cNvPr id="4" name="Slide Number Placeholder 3">
            <a:extLst>
              <a:ext uri="{FF2B5EF4-FFF2-40B4-BE49-F238E27FC236}">
                <a16:creationId xmlns:a16="http://schemas.microsoft.com/office/drawing/2014/main" id="{8BC457E7-B6F7-4C7B-C8C3-3F48979B3DFB}"/>
              </a:ext>
            </a:extLst>
          </p:cNvPr>
          <p:cNvSpPr>
            <a:spLocks noGrp="1"/>
          </p:cNvSpPr>
          <p:nvPr>
            <p:ph type="sldNum" sz="quarter" idx="5"/>
          </p:nvPr>
        </p:nvSpPr>
        <p:spPr/>
        <p:txBody>
          <a:bodyPr/>
          <a:lstStyle/>
          <a:p>
            <a:fld id="{6E54BC39-AF6E-904D-B3EC-2CC8030D2C60}" type="slidenum">
              <a:rPr lang="fr-CA" smtClean="0"/>
              <a:t>17</a:t>
            </a:fld>
            <a:endParaRPr lang="fr-CA"/>
          </a:p>
        </p:txBody>
      </p:sp>
    </p:spTree>
    <p:extLst>
      <p:ext uri="{BB962C8B-B14F-4D97-AF65-F5344CB8AC3E}">
        <p14:creationId xmlns:p14="http://schemas.microsoft.com/office/powerpoint/2010/main" val="3372811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5F6AB-0454-DA62-F8B3-A9FC97FD4E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CA"/>
          </a:p>
        </p:txBody>
      </p:sp>
      <p:sp>
        <p:nvSpPr>
          <p:cNvPr id="3" name="Subtitle 2">
            <a:extLst>
              <a:ext uri="{FF2B5EF4-FFF2-40B4-BE49-F238E27FC236}">
                <a16:creationId xmlns:a16="http://schemas.microsoft.com/office/drawing/2014/main" id="{16DCD38F-A5D9-E9BD-E960-A54AA885B7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CA"/>
          </a:p>
        </p:txBody>
      </p:sp>
      <p:sp>
        <p:nvSpPr>
          <p:cNvPr id="4" name="Date Placeholder 3">
            <a:extLst>
              <a:ext uri="{FF2B5EF4-FFF2-40B4-BE49-F238E27FC236}">
                <a16:creationId xmlns:a16="http://schemas.microsoft.com/office/drawing/2014/main" id="{B61D1A35-E2C0-DB83-8200-312DEE0E52AD}"/>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5" name="Footer Placeholder 4">
            <a:extLst>
              <a:ext uri="{FF2B5EF4-FFF2-40B4-BE49-F238E27FC236}">
                <a16:creationId xmlns:a16="http://schemas.microsoft.com/office/drawing/2014/main" id="{0A7066DC-B34D-5B62-0C1D-8BD057C67E61}"/>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162D9D4F-B049-C01F-FC70-2BEAE603A2FA}"/>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3776312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DF14-43CA-BF4C-743E-825A5418D800}"/>
              </a:ext>
            </a:extLst>
          </p:cNvPr>
          <p:cNvSpPr>
            <a:spLocks noGrp="1"/>
          </p:cNvSpPr>
          <p:nvPr>
            <p:ph type="title"/>
          </p:nvPr>
        </p:nvSpPr>
        <p:spPr/>
        <p:txBody>
          <a:bodyPr/>
          <a:lstStyle/>
          <a:p>
            <a:r>
              <a:rPr lang="en-US"/>
              <a:t>Click to edit Master title style</a:t>
            </a:r>
            <a:endParaRPr lang="fr-CA"/>
          </a:p>
        </p:txBody>
      </p:sp>
      <p:sp>
        <p:nvSpPr>
          <p:cNvPr id="3" name="Content Placeholder 2">
            <a:extLst>
              <a:ext uri="{FF2B5EF4-FFF2-40B4-BE49-F238E27FC236}">
                <a16:creationId xmlns:a16="http://schemas.microsoft.com/office/drawing/2014/main" id="{D92443E4-2B65-0F9A-E013-CD5AE68DDB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a:extLst>
              <a:ext uri="{FF2B5EF4-FFF2-40B4-BE49-F238E27FC236}">
                <a16:creationId xmlns:a16="http://schemas.microsoft.com/office/drawing/2014/main" id="{4A14FC6D-45B1-ABC8-937D-09501E870DAF}"/>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5" name="Footer Placeholder 4">
            <a:extLst>
              <a:ext uri="{FF2B5EF4-FFF2-40B4-BE49-F238E27FC236}">
                <a16:creationId xmlns:a16="http://schemas.microsoft.com/office/drawing/2014/main" id="{597E0131-CF38-F561-E5E3-21703D7DE1D6}"/>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A6CE226D-4F4A-5616-9FEA-981901831842}"/>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90936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CCCF-4C49-4A58-A456-68596131A8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CA"/>
          </a:p>
        </p:txBody>
      </p:sp>
      <p:sp>
        <p:nvSpPr>
          <p:cNvPr id="3" name="Text Placeholder 2">
            <a:extLst>
              <a:ext uri="{FF2B5EF4-FFF2-40B4-BE49-F238E27FC236}">
                <a16:creationId xmlns:a16="http://schemas.microsoft.com/office/drawing/2014/main" id="{F8E82B71-9F78-9281-81CB-01224312F5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202331-06B9-2A4E-E038-4C9A479FA840}"/>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5" name="Footer Placeholder 4">
            <a:extLst>
              <a:ext uri="{FF2B5EF4-FFF2-40B4-BE49-F238E27FC236}">
                <a16:creationId xmlns:a16="http://schemas.microsoft.com/office/drawing/2014/main" id="{61EA3F3E-196C-8629-3C27-4CF90F25C5D0}"/>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DD0B099B-E2F4-47C4-41E0-04C44BFE8206}"/>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1297631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8F983-3755-E1C4-E49B-D49DB3C3AE6A}"/>
              </a:ext>
            </a:extLst>
          </p:cNvPr>
          <p:cNvSpPr>
            <a:spLocks noGrp="1"/>
          </p:cNvSpPr>
          <p:nvPr>
            <p:ph type="title"/>
          </p:nvPr>
        </p:nvSpPr>
        <p:spPr/>
        <p:txBody>
          <a:bodyPr/>
          <a:lstStyle/>
          <a:p>
            <a:r>
              <a:rPr lang="en-US"/>
              <a:t>Click to edit Master title style</a:t>
            </a:r>
            <a:endParaRPr lang="fr-CA"/>
          </a:p>
        </p:txBody>
      </p:sp>
      <p:sp>
        <p:nvSpPr>
          <p:cNvPr id="3" name="Content Placeholder 2">
            <a:extLst>
              <a:ext uri="{FF2B5EF4-FFF2-40B4-BE49-F238E27FC236}">
                <a16:creationId xmlns:a16="http://schemas.microsoft.com/office/drawing/2014/main" id="{F4720EF1-67C9-DD87-1EF8-3B34B38EB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Content Placeholder 3">
            <a:extLst>
              <a:ext uri="{FF2B5EF4-FFF2-40B4-BE49-F238E27FC236}">
                <a16:creationId xmlns:a16="http://schemas.microsoft.com/office/drawing/2014/main" id="{E9697AF7-4C7F-95B0-5672-1691642BA0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Date Placeholder 4">
            <a:extLst>
              <a:ext uri="{FF2B5EF4-FFF2-40B4-BE49-F238E27FC236}">
                <a16:creationId xmlns:a16="http://schemas.microsoft.com/office/drawing/2014/main" id="{FC5D495F-248C-9867-8C23-0CBDD843A830}"/>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6" name="Footer Placeholder 5">
            <a:extLst>
              <a:ext uri="{FF2B5EF4-FFF2-40B4-BE49-F238E27FC236}">
                <a16:creationId xmlns:a16="http://schemas.microsoft.com/office/drawing/2014/main" id="{58F3C98F-2FA2-96C6-EA76-5753BFF2E58B}"/>
              </a:ext>
            </a:extLst>
          </p:cNvPr>
          <p:cNvSpPr>
            <a:spLocks noGrp="1"/>
          </p:cNvSpPr>
          <p:nvPr>
            <p:ph type="ftr" sz="quarter" idx="11"/>
          </p:nvPr>
        </p:nvSpPr>
        <p:spPr/>
        <p:txBody>
          <a:bodyPr/>
          <a:lstStyle/>
          <a:p>
            <a:endParaRPr lang="fr-CA"/>
          </a:p>
        </p:txBody>
      </p:sp>
      <p:sp>
        <p:nvSpPr>
          <p:cNvPr id="7" name="Slide Number Placeholder 6">
            <a:extLst>
              <a:ext uri="{FF2B5EF4-FFF2-40B4-BE49-F238E27FC236}">
                <a16:creationId xmlns:a16="http://schemas.microsoft.com/office/drawing/2014/main" id="{AF96928D-F5A2-C5D6-AD9D-1B06EB9834BF}"/>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241462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F3B3E-5624-AAB3-1C48-EE3090BA73CD}"/>
              </a:ext>
            </a:extLst>
          </p:cNvPr>
          <p:cNvSpPr>
            <a:spLocks noGrp="1"/>
          </p:cNvSpPr>
          <p:nvPr>
            <p:ph type="title"/>
          </p:nvPr>
        </p:nvSpPr>
        <p:spPr>
          <a:xfrm>
            <a:off x="839788" y="365125"/>
            <a:ext cx="10515600" cy="1325563"/>
          </a:xfrm>
        </p:spPr>
        <p:txBody>
          <a:bodyPr/>
          <a:lstStyle/>
          <a:p>
            <a:r>
              <a:rPr lang="en-US"/>
              <a:t>Click to edit Master title style</a:t>
            </a:r>
            <a:endParaRPr lang="fr-CA"/>
          </a:p>
        </p:txBody>
      </p:sp>
      <p:sp>
        <p:nvSpPr>
          <p:cNvPr id="3" name="Text Placeholder 2">
            <a:extLst>
              <a:ext uri="{FF2B5EF4-FFF2-40B4-BE49-F238E27FC236}">
                <a16:creationId xmlns:a16="http://schemas.microsoft.com/office/drawing/2014/main" id="{9F1F9971-BDFF-32A5-CB11-19EF3017A8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618BEC-B0F0-F104-3F40-D88BD2A2D4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Text Placeholder 4">
            <a:extLst>
              <a:ext uri="{FF2B5EF4-FFF2-40B4-BE49-F238E27FC236}">
                <a16:creationId xmlns:a16="http://schemas.microsoft.com/office/drawing/2014/main" id="{52CCE827-6E8C-6FD9-C58F-06FD459DB1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BCE07A-262F-3F46-0A2D-40281F89C2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7" name="Date Placeholder 6">
            <a:extLst>
              <a:ext uri="{FF2B5EF4-FFF2-40B4-BE49-F238E27FC236}">
                <a16:creationId xmlns:a16="http://schemas.microsoft.com/office/drawing/2014/main" id="{F5EF607A-622C-CE81-77F7-48D85B8C2FAD}"/>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8" name="Footer Placeholder 7">
            <a:extLst>
              <a:ext uri="{FF2B5EF4-FFF2-40B4-BE49-F238E27FC236}">
                <a16:creationId xmlns:a16="http://schemas.microsoft.com/office/drawing/2014/main" id="{F8D2A25E-EABA-82D9-2710-F7F6F6B49FA2}"/>
              </a:ext>
            </a:extLst>
          </p:cNvPr>
          <p:cNvSpPr>
            <a:spLocks noGrp="1"/>
          </p:cNvSpPr>
          <p:nvPr>
            <p:ph type="ftr" sz="quarter" idx="11"/>
          </p:nvPr>
        </p:nvSpPr>
        <p:spPr/>
        <p:txBody>
          <a:bodyPr/>
          <a:lstStyle/>
          <a:p>
            <a:endParaRPr lang="fr-CA"/>
          </a:p>
        </p:txBody>
      </p:sp>
      <p:sp>
        <p:nvSpPr>
          <p:cNvPr id="9" name="Slide Number Placeholder 8">
            <a:extLst>
              <a:ext uri="{FF2B5EF4-FFF2-40B4-BE49-F238E27FC236}">
                <a16:creationId xmlns:a16="http://schemas.microsoft.com/office/drawing/2014/main" id="{54FFBD5A-F194-C283-C8D6-F5ABCD235760}"/>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121422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E9011-442B-CA6F-49E6-7E519FA29B24}"/>
              </a:ext>
            </a:extLst>
          </p:cNvPr>
          <p:cNvSpPr>
            <a:spLocks noGrp="1"/>
          </p:cNvSpPr>
          <p:nvPr>
            <p:ph type="title"/>
          </p:nvPr>
        </p:nvSpPr>
        <p:spPr/>
        <p:txBody>
          <a:bodyPr/>
          <a:lstStyle/>
          <a:p>
            <a:r>
              <a:rPr lang="en-US"/>
              <a:t>Click to edit Master title style</a:t>
            </a:r>
            <a:endParaRPr lang="fr-CA"/>
          </a:p>
        </p:txBody>
      </p:sp>
      <p:sp>
        <p:nvSpPr>
          <p:cNvPr id="3" name="Date Placeholder 2">
            <a:extLst>
              <a:ext uri="{FF2B5EF4-FFF2-40B4-BE49-F238E27FC236}">
                <a16:creationId xmlns:a16="http://schemas.microsoft.com/office/drawing/2014/main" id="{99209A9D-1CFB-67C8-E7C4-2AD462955562}"/>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4" name="Footer Placeholder 3">
            <a:extLst>
              <a:ext uri="{FF2B5EF4-FFF2-40B4-BE49-F238E27FC236}">
                <a16:creationId xmlns:a16="http://schemas.microsoft.com/office/drawing/2014/main" id="{B6D34998-4D36-A17F-B7C8-1C028FD336CC}"/>
              </a:ext>
            </a:extLst>
          </p:cNvPr>
          <p:cNvSpPr>
            <a:spLocks noGrp="1"/>
          </p:cNvSpPr>
          <p:nvPr>
            <p:ph type="ftr" sz="quarter" idx="11"/>
          </p:nvPr>
        </p:nvSpPr>
        <p:spPr/>
        <p:txBody>
          <a:bodyPr/>
          <a:lstStyle/>
          <a:p>
            <a:endParaRPr lang="fr-CA"/>
          </a:p>
        </p:txBody>
      </p:sp>
      <p:sp>
        <p:nvSpPr>
          <p:cNvPr id="5" name="Slide Number Placeholder 4">
            <a:extLst>
              <a:ext uri="{FF2B5EF4-FFF2-40B4-BE49-F238E27FC236}">
                <a16:creationId xmlns:a16="http://schemas.microsoft.com/office/drawing/2014/main" id="{24EDD5BC-F735-94E7-154F-2F4ABD003BF0}"/>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1063311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39422-15C2-9554-B690-4C2202BA2834}"/>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3" name="Footer Placeholder 2">
            <a:extLst>
              <a:ext uri="{FF2B5EF4-FFF2-40B4-BE49-F238E27FC236}">
                <a16:creationId xmlns:a16="http://schemas.microsoft.com/office/drawing/2014/main" id="{E34010B0-DA9E-AECB-7CF6-44B9149AF69A}"/>
              </a:ext>
            </a:extLst>
          </p:cNvPr>
          <p:cNvSpPr>
            <a:spLocks noGrp="1"/>
          </p:cNvSpPr>
          <p:nvPr>
            <p:ph type="ftr" sz="quarter" idx="11"/>
          </p:nvPr>
        </p:nvSpPr>
        <p:spPr/>
        <p:txBody>
          <a:bodyPr/>
          <a:lstStyle/>
          <a:p>
            <a:endParaRPr lang="fr-CA"/>
          </a:p>
        </p:txBody>
      </p:sp>
      <p:sp>
        <p:nvSpPr>
          <p:cNvPr id="4" name="Slide Number Placeholder 3">
            <a:extLst>
              <a:ext uri="{FF2B5EF4-FFF2-40B4-BE49-F238E27FC236}">
                <a16:creationId xmlns:a16="http://schemas.microsoft.com/office/drawing/2014/main" id="{EFAB0AD7-EFAA-4555-0534-18B140FB4BE5}"/>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4067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092F-0132-1FA8-8B81-6DC72EB468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CA"/>
          </a:p>
        </p:txBody>
      </p:sp>
      <p:sp>
        <p:nvSpPr>
          <p:cNvPr id="3" name="Content Placeholder 2">
            <a:extLst>
              <a:ext uri="{FF2B5EF4-FFF2-40B4-BE49-F238E27FC236}">
                <a16:creationId xmlns:a16="http://schemas.microsoft.com/office/drawing/2014/main" id="{AB2A6AD2-DA38-68FC-53CD-618A7BDB27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Text Placeholder 3">
            <a:extLst>
              <a:ext uri="{FF2B5EF4-FFF2-40B4-BE49-F238E27FC236}">
                <a16:creationId xmlns:a16="http://schemas.microsoft.com/office/drawing/2014/main" id="{6868B6F3-DE57-7FC6-55CC-E632732B70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CD9EA5-51F3-A88B-3BED-AFE55871A977}"/>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6" name="Footer Placeholder 5">
            <a:extLst>
              <a:ext uri="{FF2B5EF4-FFF2-40B4-BE49-F238E27FC236}">
                <a16:creationId xmlns:a16="http://schemas.microsoft.com/office/drawing/2014/main" id="{31AE55F5-6954-8D66-52D3-214A70FDDC86}"/>
              </a:ext>
            </a:extLst>
          </p:cNvPr>
          <p:cNvSpPr>
            <a:spLocks noGrp="1"/>
          </p:cNvSpPr>
          <p:nvPr>
            <p:ph type="ftr" sz="quarter" idx="11"/>
          </p:nvPr>
        </p:nvSpPr>
        <p:spPr/>
        <p:txBody>
          <a:bodyPr/>
          <a:lstStyle/>
          <a:p>
            <a:endParaRPr lang="fr-CA"/>
          </a:p>
        </p:txBody>
      </p:sp>
      <p:sp>
        <p:nvSpPr>
          <p:cNvPr id="7" name="Slide Number Placeholder 6">
            <a:extLst>
              <a:ext uri="{FF2B5EF4-FFF2-40B4-BE49-F238E27FC236}">
                <a16:creationId xmlns:a16="http://schemas.microsoft.com/office/drawing/2014/main" id="{4D05828F-AA89-1D53-B99F-3D24FD7843EA}"/>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1621518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E2A4-CD44-9D48-321D-8DC13B6ED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CA"/>
          </a:p>
        </p:txBody>
      </p:sp>
      <p:sp>
        <p:nvSpPr>
          <p:cNvPr id="3" name="Picture Placeholder 2">
            <a:extLst>
              <a:ext uri="{FF2B5EF4-FFF2-40B4-BE49-F238E27FC236}">
                <a16:creationId xmlns:a16="http://schemas.microsoft.com/office/drawing/2014/main" id="{89E327FA-0772-36F3-7ABD-25D370D704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Text Placeholder 3">
            <a:extLst>
              <a:ext uri="{FF2B5EF4-FFF2-40B4-BE49-F238E27FC236}">
                <a16:creationId xmlns:a16="http://schemas.microsoft.com/office/drawing/2014/main" id="{204EB1A3-8D58-164C-5BBE-67060374F6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E0D9D4-2A12-DDD3-11BE-F01BE342B253}"/>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6" name="Footer Placeholder 5">
            <a:extLst>
              <a:ext uri="{FF2B5EF4-FFF2-40B4-BE49-F238E27FC236}">
                <a16:creationId xmlns:a16="http://schemas.microsoft.com/office/drawing/2014/main" id="{CF425FCC-72CD-8A1A-321B-A573DCA9133F}"/>
              </a:ext>
            </a:extLst>
          </p:cNvPr>
          <p:cNvSpPr>
            <a:spLocks noGrp="1"/>
          </p:cNvSpPr>
          <p:nvPr>
            <p:ph type="ftr" sz="quarter" idx="11"/>
          </p:nvPr>
        </p:nvSpPr>
        <p:spPr/>
        <p:txBody>
          <a:bodyPr/>
          <a:lstStyle/>
          <a:p>
            <a:endParaRPr lang="fr-CA"/>
          </a:p>
        </p:txBody>
      </p:sp>
      <p:sp>
        <p:nvSpPr>
          <p:cNvPr id="7" name="Slide Number Placeholder 6">
            <a:extLst>
              <a:ext uri="{FF2B5EF4-FFF2-40B4-BE49-F238E27FC236}">
                <a16:creationId xmlns:a16="http://schemas.microsoft.com/office/drawing/2014/main" id="{1B3FFA69-7B6F-5F6E-1EF0-1EB6C7697779}"/>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3924615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8DC5-6CFB-5F1F-1599-C415EF1AE166}"/>
              </a:ext>
            </a:extLst>
          </p:cNvPr>
          <p:cNvSpPr>
            <a:spLocks noGrp="1"/>
          </p:cNvSpPr>
          <p:nvPr>
            <p:ph type="title"/>
          </p:nvPr>
        </p:nvSpPr>
        <p:spPr/>
        <p:txBody>
          <a:bodyPr/>
          <a:lstStyle/>
          <a:p>
            <a:r>
              <a:rPr lang="en-US"/>
              <a:t>Click to edit Master title style</a:t>
            </a:r>
            <a:endParaRPr lang="fr-CA"/>
          </a:p>
        </p:txBody>
      </p:sp>
      <p:sp>
        <p:nvSpPr>
          <p:cNvPr id="3" name="Vertical Text Placeholder 2">
            <a:extLst>
              <a:ext uri="{FF2B5EF4-FFF2-40B4-BE49-F238E27FC236}">
                <a16:creationId xmlns:a16="http://schemas.microsoft.com/office/drawing/2014/main" id="{FD31D5DD-24C9-E0D0-25E5-BAF0D0498A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a:extLst>
              <a:ext uri="{FF2B5EF4-FFF2-40B4-BE49-F238E27FC236}">
                <a16:creationId xmlns:a16="http://schemas.microsoft.com/office/drawing/2014/main" id="{8F01AE4D-185B-4DD7-2A1C-F2C9AD8AD4D9}"/>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5" name="Footer Placeholder 4">
            <a:extLst>
              <a:ext uri="{FF2B5EF4-FFF2-40B4-BE49-F238E27FC236}">
                <a16:creationId xmlns:a16="http://schemas.microsoft.com/office/drawing/2014/main" id="{6FF66A4C-4423-5E24-5321-B9C2234686A2}"/>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BB61CD2E-5D54-F232-E866-97F00016CC84}"/>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339115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750A9E-2F9B-6FD8-3945-3F429D97B8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CA"/>
          </a:p>
        </p:txBody>
      </p:sp>
      <p:sp>
        <p:nvSpPr>
          <p:cNvPr id="3" name="Vertical Text Placeholder 2">
            <a:extLst>
              <a:ext uri="{FF2B5EF4-FFF2-40B4-BE49-F238E27FC236}">
                <a16:creationId xmlns:a16="http://schemas.microsoft.com/office/drawing/2014/main" id="{CC99E13F-CC29-740E-E80E-C77A011B35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a:extLst>
              <a:ext uri="{FF2B5EF4-FFF2-40B4-BE49-F238E27FC236}">
                <a16:creationId xmlns:a16="http://schemas.microsoft.com/office/drawing/2014/main" id="{0F9B706F-F34F-12A8-8747-C014AA81DC01}"/>
              </a:ext>
            </a:extLst>
          </p:cNvPr>
          <p:cNvSpPr>
            <a:spLocks noGrp="1"/>
          </p:cNvSpPr>
          <p:nvPr>
            <p:ph type="dt" sz="half" idx="10"/>
          </p:nvPr>
        </p:nvSpPr>
        <p:spPr/>
        <p:txBody>
          <a:bodyPr/>
          <a:lstStyle/>
          <a:p>
            <a:fld id="{0EAC6D9E-E4F0-A14F-BA7F-1F32912DDAB4}" type="datetimeFigureOut">
              <a:rPr lang="fr-CA" smtClean="0"/>
              <a:t>2026-05-14</a:t>
            </a:fld>
            <a:endParaRPr lang="fr-CA"/>
          </a:p>
        </p:txBody>
      </p:sp>
      <p:sp>
        <p:nvSpPr>
          <p:cNvPr id="5" name="Footer Placeholder 4">
            <a:extLst>
              <a:ext uri="{FF2B5EF4-FFF2-40B4-BE49-F238E27FC236}">
                <a16:creationId xmlns:a16="http://schemas.microsoft.com/office/drawing/2014/main" id="{14C90830-FD9D-ACC9-2D01-4E669153796F}"/>
              </a:ext>
            </a:extLst>
          </p:cNvPr>
          <p:cNvSpPr>
            <a:spLocks noGrp="1"/>
          </p:cNvSpPr>
          <p:nvPr>
            <p:ph type="ftr" sz="quarter" idx="11"/>
          </p:nvPr>
        </p:nvSpPr>
        <p:spPr/>
        <p:txBody>
          <a:bodyPr/>
          <a:lstStyle/>
          <a:p>
            <a:endParaRPr lang="fr-CA"/>
          </a:p>
        </p:txBody>
      </p:sp>
      <p:sp>
        <p:nvSpPr>
          <p:cNvPr id="6" name="Slide Number Placeholder 5">
            <a:extLst>
              <a:ext uri="{FF2B5EF4-FFF2-40B4-BE49-F238E27FC236}">
                <a16:creationId xmlns:a16="http://schemas.microsoft.com/office/drawing/2014/main" id="{EDE9EF47-1E92-1E67-2639-8AFCC80AF0D6}"/>
              </a:ext>
            </a:extLst>
          </p:cNvPr>
          <p:cNvSpPr>
            <a:spLocks noGrp="1"/>
          </p:cNvSpPr>
          <p:nvPr>
            <p:ph type="sldNum" sz="quarter" idx="12"/>
          </p:nvPr>
        </p:nvSpPr>
        <p:spPr/>
        <p:txBody>
          <a:bodyPr/>
          <a:lstStyle/>
          <a:p>
            <a:fld id="{C5CD622A-D89E-4644-840C-1B5E84D00E08}" type="slidenum">
              <a:rPr lang="fr-CA" smtClean="0"/>
              <a:t>‹#›</a:t>
            </a:fld>
            <a:endParaRPr lang="fr-CA"/>
          </a:p>
        </p:txBody>
      </p:sp>
    </p:spTree>
    <p:extLst>
      <p:ext uri="{BB962C8B-B14F-4D97-AF65-F5344CB8AC3E}">
        <p14:creationId xmlns:p14="http://schemas.microsoft.com/office/powerpoint/2010/main" val="320963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CD862B-5B21-298D-EF95-D596B42086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3" name="Text Placeholder 2">
            <a:extLst>
              <a:ext uri="{FF2B5EF4-FFF2-40B4-BE49-F238E27FC236}">
                <a16:creationId xmlns:a16="http://schemas.microsoft.com/office/drawing/2014/main" id="{2891A0EA-6483-4CA9-76FA-2340F76BCD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a:extLst>
              <a:ext uri="{FF2B5EF4-FFF2-40B4-BE49-F238E27FC236}">
                <a16:creationId xmlns:a16="http://schemas.microsoft.com/office/drawing/2014/main" id="{20CB27DB-4090-FE13-8183-0EB5E48726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AC6D9E-E4F0-A14F-BA7F-1F32912DDAB4}" type="datetimeFigureOut">
              <a:rPr lang="fr-CA" smtClean="0"/>
              <a:t>2026-05-14</a:t>
            </a:fld>
            <a:endParaRPr lang="fr-CA"/>
          </a:p>
        </p:txBody>
      </p:sp>
      <p:sp>
        <p:nvSpPr>
          <p:cNvPr id="5" name="Footer Placeholder 4">
            <a:extLst>
              <a:ext uri="{FF2B5EF4-FFF2-40B4-BE49-F238E27FC236}">
                <a16:creationId xmlns:a16="http://schemas.microsoft.com/office/drawing/2014/main" id="{7A4B33B7-9AD2-4B61-B1FF-25FD5DCF5C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Slide Number Placeholder 5">
            <a:extLst>
              <a:ext uri="{FF2B5EF4-FFF2-40B4-BE49-F238E27FC236}">
                <a16:creationId xmlns:a16="http://schemas.microsoft.com/office/drawing/2014/main" id="{F8765EBC-313A-AA69-ECB4-32CD66FBC7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CD622A-D89E-4644-840C-1B5E84D00E08}" type="slidenum">
              <a:rPr lang="fr-CA" smtClean="0"/>
              <a:t>‹#›</a:t>
            </a:fld>
            <a:endParaRPr lang="fr-CA"/>
          </a:p>
        </p:txBody>
      </p:sp>
    </p:spTree>
    <p:extLst>
      <p:ext uri="{BB962C8B-B14F-4D97-AF65-F5344CB8AC3E}">
        <p14:creationId xmlns:p14="http://schemas.microsoft.com/office/powerpoint/2010/main" val="1730301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6.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image" Target="../media/image4.png"/><Relationship Id="rId5" Type="http://schemas.openxmlformats.org/officeDocument/2006/relationships/diagramData" Target="../diagrams/data1.xml"/><Relationship Id="rId10" Type="http://schemas.openxmlformats.org/officeDocument/2006/relationships/image" Target="../media/image5.png"/><Relationship Id="rId4" Type="http://schemas.microsoft.com/office/2007/relationships/hdphoto" Target="../media/hdphoto3.wdp"/><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 Id="rId4" Type="http://schemas.microsoft.com/office/2007/relationships/hdphoto" Target="../media/hdphoto4.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hyperlink" Target="https://wetransfer.com/" TargetMode="External"/><Relationship Id="rId5" Type="http://schemas.openxmlformats.org/officeDocument/2006/relationships/image" Target="../media/image9.png"/><Relationship Id="rId4" Type="http://schemas.microsoft.com/office/2007/relationships/hdphoto" Target="../media/hdphoto5.wdp"/></Relationships>
</file>

<file path=ppt/slides/_rels/slide1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microsoft.com/office/2007/relationships/hdphoto" Target="../media/hdphoto5.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12.png"/><Relationship Id="rId5" Type="http://schemas.openxmlformats.org/officeDocument/2006/relationships/image" Target="../media/image4.png"/><Relationship Id="rId10" Type="http://schemas.openxmlformats.org/officeDocument/2006/relationships/image" Target="../media/image11.jpeg"/><Relationship Id="rId4" Type="http://schemas.openxmlformats.org/officeDocument/2006/relationships/image" Target="../media/image5.png"/><Relationship Id="rId9" Type="http://schemas.microsoft.com/office/2007/relationships/hdphoto" Target="../media/hdphoto6.wdp"/></Relationships>
</file>

<file path=ppt/slides/_rels/slide16.xml.rels><?xml version="1.0" encoding="UTF-8" standalone="yes"?>
<Relationships xmlns="http://schemas.openxmlformats.org/package/2006/relationships"><Relationship Id="rId3" Type="http://schemas.openxmlformats.org/officeDocument/2006/relationships/hyperlink" Target="https://wetransfer.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3BAD2342-E642-8DFE-2C47-8427E0D1AE09}"/>
              </a:ext>
            </a:extLst>
          </p:cNvPr>
          <p:cNvSpPr/>
          <p:nvPr/>
        </p:nvSpPr>
        <p:spPr>
          <a:xfrm>
            <a:off x="3069204" y="3199960"/>
            <a:ext cx="655437" cy="290663"/>
          </a:xfrm>
          <a:prstGeom prst="roundRect">
            <a:avLst/>
          </a:prstGeom>
          <a:gradFill flip="none" rotWithShape="1">
            <a:gsLst>
              <a:gs pos="0">
                <a:schemeClr val="accent2">
                  <a:lumMod val="67000"/>
                </a:schemeClr>
              </a:gs>
              <a:gs pos="48000">
                <a:srgbClr val="F35A00"/>
              </a:gs>
              <a:gs pos="100000">
                <a:srgbClr val="FF6C01"/>
              </a:gs>
            </a:gsLst>
            <a:lin ang="16200000" scaled="1"/>
            <a:tileRect/>
          </a:gradFill>
          <a:ln>
            <a:noFill/>
          </a:ln>
          <a:effectLst>
            <a:outerShdw blurRad="50800" dist="38100" dir="2700000" sx="41000" sy="41000" algn="tl" rotWithShape="0">
              <a:prstClr val="black">
                <a:alpha val="40000"/>
              </a:prstClr>
            </a:outerShdw>
          </a:effectLst>
          <a:scene3d>
            <a:camera prst="orthographicFront">
              <a:rot lat="0" lon="1500001" rev="21540000"/>
            </a:camera>
            <a:lightRig rig="threePt" dir="t"/>
          </a:scene3d>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fr-CA" sz="1600" b="1" noProof="0" dirty="0">
                <a:latin typeface="Arial" panose="020B0604020202020204" pitchFamily="34" charset="0"/>
                <a:cs typeface="Arial" panose="020B0604020202020204" pitchFamily="34" charset="0"/>
              </a:rPr>
              <a:t>PL</a:t>
            </a:r>
          </a:p>
        </p:txBody>
      </p:sp>
      <p:pic>
        <p:nvPicPr>
          <p:cNvPr id="3" name="Picture 2" descr="A person sitting at a desk with a computer&#10;&#10;AI-generated content may be incorrect.">
            <a:extLst>
              <a:ext uri="{FF2B5EF4-FFF2-40B4-BE49-F238E27FC236}">
                <a16:creationId xmlns:a16="http://schemas.microsoft.com/office/drawing/2014/main" id="{382FA9AE-83CC-AAEF-3111-8146604262DA}"/>
              </a:ext>
            </a:extLst>
          </p:cNvPr>
          <p:cNvPicPr>
            <a:picLocks noChangeAspect="1"/>
          </p:cNvPicPr>
          <p:nvPr/>
        </p:nvPicPr>
        <p:blipFill>
          <a:blip r:embed="rId3"/>
          <a:stretch>
            <a:fillRect/>
          </a:stretch>
        </p:blipFill>
        <p:spPr>
          <a:xfrm>
            <a:off x="0" y="945"/>
            <a:ext cx="12192000" cy="6856107"/>
          </a:xfrm>
          <a:prstGeom prst="rect">
            <a:avLst/>
          </a:prstGeom>
        </p:spPr>
      </p:pic>
      <p:sp>
        <p:nvSpPr>
          <p:cNvPr id="2" name="TextBox 1">
            <a:extLst>
              <a:ext uri="{FF2B5EF4-FFF2-40B4-BE49-F238E27FC236}">
                <a16:creationId xmlns:a16="http://schemas.microsoft.com/office/drawing/2014/main" id="{DE24BD96-3C4B-5F55-3D79-25C25BA71F11}"/>
              </a:ext>
            </a:extLst>
          </p:cNvPr>
          <p:cNvSpPr txBox="1"/>
          <p:nvPr/>
        </p:nvSpPr>
        <p:spPr>
          <a:xfrm>
            <a:off x="10504964" y="6347638"/>
            <a:ext cx="1307805" cy="369332"/>
          </a:xfrm>
          <a:prstGeom prst="rect">
            <a:avLst/>
          </a:prstGeom>
          <a:noFill/>
        </p:spPr>
        <p:txBody>
          <a:bodyPr wrap="square" rtlCol="0">
            <a:spAutoFit/>
          </a:bodyPr>
          <a:lstStyle/>
          <a:p>
            <a:pPr algn="r"/>
            <a:r>
              <a:rPr lang="fr-CA" b="1" dirty="0">
                <a:ln w="0"/>
                <a:gradFill>
                  <a:gsLst>
                    <a:gs pos="21000">
                      <a:srgbClr val="53575C"/>
                    </a:gs>
                    <a:gs pos="88000">
                      <a:srgbClr val="C5C7CA"/>
                    </a:gs>
                  </a:gsLst>
                  <a:lin ang="5400000"/>
                </a:gradFill>
                <a:latin typeface="Avenir Next Condensed" panose="020B0506020202020204" pitchFamily="34" charset="0"/>
              </a:rPr>
              <a:t>Gen3</a:t>
            </a:r>
          </a:p>
        </p:txBody>
      </p:sp>
    </p:spTree>
    <p:extLst>
      <p:ext uri="{BB962C8B-B14F-4D97-AF65-F5344CB8AC3E}">
        <p14:creationId xmlns:p14="http://schemas.microsoft.com/office/powerpoint/2010/main" val="438124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2">
            <a:extLst>
              <a:ext uri="{FF2B5EF4-FFF2-40B4-BE49-F238E27FC236}">
                <a16:creationId xmlns:a16="http://schemas.microsoft.com/office/drawing/2014/main" id="{E6D18BEB-F0F1-7A64-B79E-58BCCED84A68}"/>
              </a:ext>
            </a:extLst>
          </p:cNvPr>
          <p:cNvPicPr>
            <a:picLocks noChangeAspect="1" noChangeArrowheads="1"/>
          </p:cNvPicPr>
          <p:nvPr/>
        </p:nvPicPr>
        <p:blipFill rotWithShape="1">
          <a:blip r:embed="rId2">
            <a:alphaModFix amt="26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t="156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46DDBD4-73E5-68FF-25C2-D81F029C12CE}"/>
              </a:ext>
            </a:extLst>
          </p:cNvPr>
          <p:cNvSpPr>
            <a:spLocks noGrp="1"/>
          </p:cNvSpPr>
          <p:nvPr>
            <p:ph type="ctrTitle"/>
          </p:nvPr>
        </p:nvSpPr>
        <p:spPr>
          <a:xfrm>
            <a:off x="-10886" y="4478305"/>
            <a:ext cx="12213772" cy="1438193"/>
          </a:xfrm>
        </p:spPr>
        <p:txBody>
          <a:bodyPr/>
          <a:lstStyle/>
          <a:p>
            <a:r>
              <a:rPr lang="fr-CA" sz="6600" b="1" noProof="0" dirty="0">
                <a:solidFill>
                  <a:srgbClr val="004F9A"/>
                </a:solidFill>
              </a:rPr>
              <a:t>Extraire</a:t>
            </a:r>
            <a:r>
              <a:rPr lang="fr-CA" b="1" noProof="0" dirty="0">
                <a:solidFill>
                  <a:srgbClr val="004F9A"/>
                </a:solidFill>
              </a:rPr>
              <a:t> </a:t>
            </a:r>
            <a:r>
              <a:rPr lang="fr-CA" sz="8000" b="1" noProof="0" dirty="0">
                <a:solidFill>
                  <a:srgbClr val="2677B6"/>
                </a:solidFill>
              </a:rPr>
              <a:t>100% </a:t>
            </a:r>
            <a:r>
              <a:rPr lang="fr-CA" sz="4800" b="1" noProof="0" dirty="0"/>
              <a:t>des données de PL</a:t>
            </a:r>
            <a:endParaRPr lang="fr-CA" b="1" noProof="0" dirty="0"/>
          </a:p>
        </p:txBody>
      </p:sp>
      <p:sp>
        <p:nvSpPr>
          <p:cNvPr id="3" name="Subtitle 2">
            <a:extLst>
              <a:ext uri="{FF2B5EF4-FFF2-40B4-BE49-F238E27FC236}">
                <a16:creationId xmlns:a16="http://schemas.microsoft.com/office/drawing/2014/main" id="{EDA8C3F5-097F-CA7F-61FC-0D6ABA19DFC0}"/>
              </a:ext>
            </a:extLst>
          </p:cNvPr>
          <p:cNvSpPr>
            <a:spLocks noGrp="1"/>
          </p:cNvSpPr>
          <p:nvPr>
            <p:ph type="subTitle" idx="1"/>
          </p:nvPr>
        </p:nvSpPr>
        <p:spPr>
          <a:xfrm>
            <a:off x="1524000" y="5928515"/>
            <a:ext cx="9144000" cy="1655762"/>
          </a:xfrm>
        </p:spPr>
        <p:txBody>
          <a:bodyPr/>
          <a:lstStyle/>
          <a:p>
            <a:r>
              <a:rPr lang="fr-CA" noProof="0" dirty="0"/>
              <a:t>pour assurer la </a:t>
            </a:r>
            <a:r>
              <a:rPr lang="fr-CA" b="1" noProof="0" dirty="0"/>
              <a:t>pérennité</a:t>
            </a:r>
            <a:r>
              <a:rPr lang="fr-CA" noProof="0" dirty="0"/>
              <a:t> et l'</a:t>
            </a:r>
            <a:r>
              <a:rPr lang="fr-CA" b="1" noProof="0" dirty="0"/>
              <a:t>accessibilité</a:t>
            </a:r>
            <a:r>
              <a:rPr lang="fr-CA" noProof="0" dirty="0"/>
              <a:t> des données</a:t>
            </a:r>
            <a:br>
              <a:rPr lang="fr-CA" noProof="0" dirty="0"/>
            </a:br>
            <a:r>
              <a:rPr lang="fr-CA" noProof="0" dirty="0"/>
              <a:t>emmagasinées dans PL pendant des années</a:t>
            </a:r>
          </a:p>
        </p:txBody>
      </p:sp>
      <p:sp>
        <p:nvSpPr>
          <p:cNvPr id="24" name="Rectangle 23">
            <a:extLst>
              <a:ext uri="{FF2B5EF4-FFF2-40B4-BE49-F238E27FC236}">
                <a16:creationId xmlns:a16="http://schemas.microsoft.com/office/drawing/2014/main" id="{58A6C4FE-99E5-6E0E-72C8-C3FFE70A5992}"/>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25" name="Straight Connector 24">
            <a:extLst>
              <a:ext uri="{FF2B5EF4-FFF2-40B4-BE49-F238E27FC236}">
                <a16:creationId xmlns:a16="http://schemas.microsoft.com/office/drawing/2014/main" id="{DF388CE5-E9B5-2246-76EF-26C988F632DF}"/>
              </a:ext>
            </a:extLst>
          </p:cNvPr>
          <p:cNvCxnSpPr>
            <a:cxnSpLocks/>
          </p:cNvCxnSpPr>
          <p:nvPr/>
        </p:nvCxnSpPr>
        <p:spPr>
          <a:xfrm>
            <a:off x="4103673" y="366428"/>
            <a:ext cx="1757631"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2CFD3DD2-3C22-29E8-59D4-1A95C6C52544}"/>
              </a:ext>
            </a:extLst>
          </p:cNvPr>
          <p:cNvGrpSpPr/>
          <p:nvPr/>
        </p:nvGrpSpPr>
        <p:grpSpPr>
          <a:xfrm>
            <a:off x="118534" y="101604"/>
            <a:ext cx="2870199" cy="736959"/>
            <a:chOff x="0" y="0"/>
            <a:chExt cx="2870199" cy="736959"/>
          </a:xfrm>
        </p:grpSpPr>
        <p:sp>
          <p:nvSpPr>
            <p:cNvPr id="27" name="TextBox 26">
              <a:extLst>
                <a:ext uri="{FF2B5EF4-FFF2-40B4-BE49-F238E27FC236}">
                  <a16:creationId xmlns:a16="http://schemas.microsoft.com/office/drawing/2014/main" id="{2A2967A7-077D-BDF2-7A2C-3EC1C0A15179}"/>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28" name="TextBox 27">
              <a:extLst>
                <a:ext uri="{FF2B5EF4-FFF2-40B4-BE49-F238E27FC236}">
                  <a16:creationId xmlns:a16="http://schemas.microsoft.com/office/drawing/2014/main" id="{8134B459-5DF6-8F3B-EBDC-FA526AB7752F}"/>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grpSp>
        <p:nvGrpSpPr>
          <p:cNvPr id="4" name="Group 3">
            <a:extLst>
              <a:ext uri="{FF2B5EF4-FFF2-40B4-BE49-F238E27FC236}">
                <a16:creationId xmlns:a16="http://schemas.microsoft.com/office/drawing/2014/main" id="{693B2FBD-6237-3C1E-7B9E-499D237FEF39}"/>
              </a:ext>
            </a:extLst>
          </p:cNvPr>
          <p:cNvGrpSpPr/>
          <p:nvPr/>
        </p:nvGrpSpPr>
        <p:grpSpPr>
          <a:xfrm>
            <a:off x="3235840" y="158995"/>
            <a:ext cx="1735666" cy="797565"/>
            <a:chOff x="3235840" y="158995"/>
            <a:chExt cx="1735666" cy="797565"/>
          </a:xfrm>
        </p:grpSpPr>
        <p:sp>
          <p:nvSpPr>
            <p:cNvPr id="30" name="Oval 29">
              <a:extLst>
                <a:ext uri="{FF2B5EF4-FFF2-40B4-BE49-F238E27FC236}">
                  <a16:creationId xmlns:a16="http://schemas.microsoft.com/office/drawing/2014/main" id="{FC89B683-F83B-8452-0E24-785CBF2C94F7}"/>
                </a:ext>
              </a:extLst>
            </p:cNvPr>
            <p:cNvSpPr/>
            <p:nvPr/>
          </p:nvSpPr>
          <p:spPr>
            <a:xfrm>
              <a:off x="3896240" y="158995"/>
              <a:ext cx="414867" cy="414867"/>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6" name="TextBox 45">
              <a:extLst>
                <a:ext uri="{FF2B5EF4-FFF2-40B4-BE49-F238E27FC236}">
                  <a16:creationId xmlns:a16="http://schemas.microsoft.com/office/drawing/2014/main" id="{9A81F817-B30F-CD99-7BDB-A878D91C079C}"/>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grpSp>
      <p:grpSp>
        <p:nvGrpSpPr>
          <p:cNvPr id="5" name="Group 4">
            <a:extLst>
              <a:ext uri="{FF2B5EF4-FFF2-40B4-BE49-F238E27FC236}">
                <a16:creationId xmlns:a16="http://schemas.microsoft.com/office/drawing/2014/main" id="{BC95EFEB-D55D-9333-3F7C-C42F1AEA44C9}"/>
              </a:ext>
            </a:extLst>
          </p:cNvPr>
          <p:cNvGrpSpPr/>
          <p:nvPr/>
        </p:nvGrpSpPr>
        <p:grpSpPr>
          <a:xfrm>
            <a:off x="5013840" y="158995"/>
            <a:ext cx="1735666" cy="797565"/>
            <a:chOff x="5013840" y="158995"/>
            <a:chExt cx="1735666" cy="797565"/>
          </a:xfrm>
        </p:grpSpPr>
        <p:sp>
          <p:nvSpPr>
            <p:cNvPr id="32" name="Oval 31">
              <a:extLst>
                <a:ext uri="{FF2B5EF4-FFF2-40B4-BE49-F238E27FC236}">
                  <a16:creationId xmlns:a16="http://schemas.microsoft.com/office/drawing/2014/main" id="{F9350899-B9FF-E87F-E808-32A462FABB3E}"/>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7" name="TextBox 46">
              <a:extLst>
                <a:ext uri="{FF2B5EF4-FFF2-40B4-BE49-F238E27FC236}">
                  <a16:creationId xmlns:a16="http://schemas.microsoft.com/office/drawing/2014/main" id="{41A6AC73-51D8-26AE-CBB5-76B02D5B78C0}"/>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grpSp>
      <p:grpSp>
        <p:nvGrpSpPr>
          <p:cNvPr id="6" name="Group 5">
            <a:extLst>
              <a:ext uri="{FF2B5EF4-FFF2-40B4-BE49-F238E27FC236}">
                <a16:creationId xmlns:a16="http://schemas.microsoft.com/office/drawing/2014/main" id="{D08743EC-4297-00FF-7C4B-33B4C7CA4A6A}"/>
              </a:ext>
            </a:extLst>
          </p:cNvPr>
          <p:cNvGrpSpPr/>
          <p:nvPr/>
        </p:nvGrpSpPr>
        <p:grpSpPr>
          <a:xfrm>
            <a:off x="6808774" y="158995"/>
            <a:ext cx="1735666" cy="797565"/>
            <a:chOff x="6808774" y="158995"/>
            <a:chExt cx="1735666" cy="797565"/>
          </a:xfrm>
        </p:grpSpPr>
        <p:sp>
          <p:nvSpPr>
            <p:cNvPr id="33" name="Oval 32">
              <a:extLst>
                <a:ext uri="{FF2B5EF4-FFF2-40B4-BE49-F238E27FC236}">
                  <a16:creationId xmlns:a16="http://schemas.microsoft.com/office/drawing/2014/main" id="{BAC51C34-7A9C-AA60-A4D5-9CC7045D73BF}"/>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8" name="TextBox 47">
              <a:extLst>
                <a:ext uri="{FF2B5EF4-FFF2-40B4-BE49-F238E27FC236}">
                  <a16:creationId xmlns:a16="http://schemas.microsoft.com/office/drawing/2014/main" id="{4B75A52C-0EFF-D467-E770-BDE0FA30CF9A}"/>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grpSp>
      <p:grpSp>
        <p:nvGrpSpPr>
          <p:cNvPr id="7" name="Group 6">
            <a:extLst>
              <a:ext uri="{FF2B5EF4-FFF2-40B4-BE49-F238E27FC236}">
                <a16:creationId xmlns:a16="http://schemas.microsoft.com/office/drawing/2014/main" id="{0FC11795-A137-048F-B711-F94DB17D7AD4}"/>
              </a:ext>
            </a:extLst>
          </p:cNvPr>
          <p:cNvGrpSpPr/>
          <p:nvPr/>
        </p:nvGrpSpPr>
        <p:grpSpPr>
          <a:xfrm>
            <a:off x="8586774" y="158995"/>
            <a:ext cx="1735666" cy="797565"/>
            <a:chOff x="8586774" y="158995"/>
            <a:chExt cx="1735666" cy="797565"/>
          </a:xfrm>
        </p:grpSpPr>
        <p:sp>
          <p:nvSpPr>
            <p:cNvPr id="34" name="Oval 33">
              <a:extLst>
                <a:ext uri="{FF2B5EF4-FFF2-40B4-BE49-F238E27FC236}">
                  <a16:creationId xmlns:a16="http://schemas.microsoft.com/office/drawing/2014/main" id="{357E977A-7854-2EBF-2CFA-57E2B2058355}"/>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49" name="TextBox 48">
              <a:extLst>
                <a:ext uri="{FF2B5EF4-FFF2-40B4-BE49-F238E27FC236}">
                  <a16:creationId xmlns:a16="http://schemas.microsoft.com/office/drawing/2014/main" id="{A5FF1339-DFCE-B9B8-1348-5FB2BB02885F}"/>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grpSp>
      <p:grpSp>
        <p:nvGrpSpPr>
          <p:cNvPr id="8" name="Group 7">
            <a:extLst>
              <a:ext uri="{FF2B5EF4-FFF2-40B4-BE49-F238E27FC236}">
                <a16:creationId xmlns:a16="http://schemas.microsoft.com/office/drawing/2014/main" id="{A18809A2-0879-303A-0B2F-80B0B7104F16}"/>
              </a:ext>
            </a:extLst>
          </p:cNvPr>
          <p:cNvGrpSpPr/>
          <p:nvPr/>
        </p:nvGrpSpPr>
        <p:grpSpPr>
          <a:xfrm>
            <a:off x="10364774" y="158995"/>
            <a:ext cx="1735666" cy="797565"/>
            <a:chOff x="10364774" y="158995"/>
            <a:chExt cx="1735666" cy="797565"/>
          </a:xfrm>
        </p:grpSpPr>
        <p:sp>
          <p:nvSpPr>
            <p:cNvPr id="35" name="Oval 34">
              <a:extLst>
                <a:ext uri="{FF2B5EF4-FFF2-40B4-BE49-F238E27FC236}">
                  <a16:creationId xmlns:a16="http://schemas.microsoft.com/office/drawing/2014/main" id="{35825598-76D3-EB22-3D90-E28001778712}"/>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50" name="TextBox 49">
              <a:extLst>
                <a:ext uri="{FF2B5EF4-FFF2-40B4-BE49-F238E27FC236}">
                  <a16:creationId xmlns:a16="http://schemas.microsoft.com/office/drawing/2014/main" id="{7383323E-2CA4-7B54-91D4-55B24CF2536B}"/>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grpSp>
      <p:cxnSp>
        <p:nvCxnSpPr>
          <p:cNvPr id="11" name="Straight Connector 10">
            <a:extLst>
              <a:ext uri="{FF2B5EF4-FFF2-40B4-BE49-F238E27FC236}">
                <a16:creationId xmlns:a16="http://schemas.microsoft.com/office/drawing/2014/main" id="{832F0494-8CE3-17F8-394C-B99537AF5D20}"/>
              </a:ext>
            </a:extLst>
          </p:cNvPr>
          <p:cNvCxnSpPr>
            <a:cxnSpLocks/>
          </p:cNvCxnSpPr>
          <p:nvPr/>
        </p:nvCxnSpPr>
        <p:spPr>
          <a:xfrm>
            <a:off x="5895897" y="366428"/>
            <a:ext cx="1757631"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05EC96B-0E51-B12D-E259-70A5811F2C55}"/>
              </a:ext>
            </a:extLst>
          </p:cNvPr>
          <p:cNvCxnSpPr>
            <a:cxnSpLocks/>
          </p:cNvCxnSpPr>
          <p:nvPr/>
        </p:nvCxnSpPr>
        <p:spPr>
          <a:xfrm>
            <a:off x="7706409" y="366428"/>
            <a:ext cx="1757631"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0BCCAB7-F0E6-DFDD-5430-E61E55D9DBF4}"/>
              </a:ext>
            </a:extLst>
          </p:cNvPr>
          <p:cNvCxnSpPr>
            <a:cxnSpLocks/>
          </p:cNvCxnSpPr>
          <p:nvPr/>
        </p:nvCxnSpPr>
        <p:spPr>
          <a:xfrm>
            <a:off x="9452913" y="366428"/>
            <a:ext cx="1757631"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F254FD01-70D7-BA34-C20C-3FFCE7A61A0F}"/>
              </a:ext>
            </a:extLst>
          </p:cNvPr>
          <p:cNvSpPr txBox="1">
            <a:spLocks/>
          </p:cNvSpPr>
          <p:nvPr/>
        </p:nvSpPr>
        <p:spPr>
          <a:xfrm>
            <a:off x="0" y="2058714"/>
            <a:ext cx="12192000" cy="15046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CA" sz="9600" b="1" dirty="0">
                <a:solidFill>
                  <a:srgbClr val="004F9A"/>
                </a:solidFill>
              </a:rPr>
              <a:t>Accès gratuit</a:t>
            </a:r>
            <a:r>
              <a:rPr lang="fr-CA" sz="9600" b="1" dirty="0"/>
              <a:t> </a:t>
            </a:r>
            <a:r>
              <a:rPr lang="fr-CA" sz="13800" b="1" dirty="0">
                <a:solidFill>
                  <a:srgbClr val="2677B6"/>
                </a:solidFill>
              </a:rPr>
              <a:t>à vie</a:t>
            </a:r>
            <a:endParaRPr lang="fr-CA" sz="8800" b="1" dirty="0"/>
          </a:p>
        </p:txBody>
      </p:sp>
      <p:sp>
        <p:nvSpPr>
          <p:cNvPr id="14" name="Title 1">
            <a:extLst>
              <a:ext uri="{FF2B5EF4-FFF2-40B4-BE49-F238E27FC236}">
                <a16:creationId xmlns:a16="http://schemas.microsoft.com/office/drawing/2014/main" id="{188A02AF-7870-5A46-2CA7-883DDC001D1B}"/>
              </a:ext>
            </a:extLst>
          </p:cNvPr>
          <p:cNvSpPr txBox="1">
            <a:spLocks/>
          </p:cNvSpPr>
          <p:nvPr/>
        </p:nvSpPr>
        <p:spPr>
          <a:xfrm>
            <a:off x="817418" y="1140070"/>
            <a:ext cx="11374581" cy="86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CA" sz="4800" b="1" dirty="0"/>
              <a:t>Garantir un</a:t>
            </a:r>
            <a:endParaRPr lang="fr-CA" b="1" dirty="0"/>
          </a:p>
        </p:txBody>
      </p:sp>
      <p:sp>
        <p:nvSpPr>
          <p:cNvPr id="16" name="Title 1">
            <a:extLst>
              <a:ext uri="{FF2B5EF4-FFF2-40B4-BE49-F238E27FC236}">
                <a16:creationId xmlns:a16="http://schemas.microsoft.com/office/drawing/2014/main" id="{FF38F1B8-79BD-938C-F34E-74781CEBB7B0}"/>
              </a:ext>
            </a:extLst>
          </p:cNvPr>
          <p:cNvSpPr txBox="1">
            <a:spLocks/>
          </p:cNvSpPr>
          <p:nvPr/>
        </p:nvSpPr>
        <p:spPr>
          <a:xfrm>
            <a:off x="318655" y="3140030"/>
            <a:ext cx="11014363" cy="8614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fr-CA" sz="4800" b="1" dirty="0"/>
              <a:t>à vos données PL</a:t>
            </a:r>
            <a:endParaRPr lang="fr-CA" b="1" dirty="0"/>
          </a:p>
        </p:txBody>
      </p:sp>
      <p:cxnSp>
        <p:nvCxnSpPr>
          <p:cNvPr id="18" name="Straight Connector 17">
            <a:extLst>
              <a:ext uri="{FF2B5EF4-FFF2-40B4-BE49-F238E27FC236}">
                <a16:creationId xmlns:a16="http://schemas.microsoft.com/office/drawing/2014/main" id="{D1E4A1AF-5146-C66C-F967-CF50F1449754}"/>
              </a:ext>
            </a:extLst>
          </p:cNvPr>
          <p:cNvCxnSpPr/>
          <p:nvPr/>
        </p:nvCxnSpPr>
        <p:spPr>
          <a:xfrm>
            <a:off x="554181" y="4419601"/>
            <a:ext cx="11139055"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9173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00"/>
                                        <p:tgtEl>
                                          <p:spTgt spid="24"/>
                                        </p:tgtEl>
                                      </p:cBhvr>
                                    </p:animEffect>
                                  </p:childTnLst>
                                </p:cTn>
                              </p:par>
                            </p:childTnLst>
                          </p:cTn>
                        </p:par>
                        <p:par>
                          <p:cTn id="8" fill="hold">
                            <p:stCondLst>
                              <p:cond delay="2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200"/>
                                        <p:tgtEl>
                                          <p:spTgt spid="26"/>
                                        </p:tgtEl>
                                      </p:cBhvr>
                                    </p:animEffect>
                                  </p:childTnLst>
                                </p:cTn>
                              </p:par>
                            </p:childTnLst>
                          </p:cTn>
                        </p:par>
                        <p:par>
                          <p:cTn id="12" fill="hold">
                            <p:stCondLst>
                              <p:cond delay="400"/>
                            </p:stCondLst>
                            <p:childTnLst>
                              <p:par>
                                <p:cTn id="13" presetID="42"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00"/>
                                        <p:tgtEl>
                                          <p:spTgt spid="4"/>
                                        </p:tgtEl>
                                      </p:cBhvr>
                                    </p:animEffect>
                                    <p:anim calcmode="lin" valueType="num">
                                      <p:cBhvr>
                                        <p:cTn id="16" dur="200" fill="hold"/>
                                        <p:tgtEl>
                                          <p:spTgt spid="4"/>
                                        </p:tgtEl>
                                        <p:attrNameLst>
                                          <p:attrName>ppt_x</p:attrName>
                                        </p:attrNameLst>
                                      </p:cBhvr>
                                      <p:tavLst>
                                        <p:tav tm="0">
                                          <p:val>
                                            <p:strVal val="#ppt_x"/>
                                          </p:val>
                                        </p:tav>
                                        <p:tav tm="100000">
                                          <p:val>
                                            <p:strVal val="#ppt_x"/>
                                          </p:val>
                                        </p:tav>
                                      </p:tavLst>
                                    </p:anim>
                                    <p:anim calcmode="lin" valueType="num">
                                      <p:cBhvr>
                                        <p:cTn id="17" dur="200" fill="hold"/>
                                        <p:tgtEl>
                                          <p:spTgt spid="4"/>
                                        </p:tgtEl>
                                        <p:attrNameLst>
                                          <p:attrName>ppt_y</p:attrName>
                                        </p:attrNameLst>
                                      </p:cBhvr>
                                      <p:tavLst>
                                        <p:tav tm="0">
                                          <p:val>
                                            <p:strVal val="#ppt_y+.1"/>
                                          </p:val>
                                        </p:tav>
                                        <p:tav tm="100000">
                                          <p:val>
                                            <p:strVal val="#ppt_y"/>
                                          </p:val>
                                        </p:tav>
                                      </p:tavLst>
                                    </p:anim>
                                  </p:childTnLst>
                                </p:cTn>
                              </p:par>
                            </p:childTnLst>
                          </p:cTn>
                        </p:par>
                        <p:par>
                          <p:cTn id="18" fill="hold">
                            <p:stCondLst>
                              <p:cond delay="600"/>
                            </p:stCondLst>
                            <p:childTnLst>
                              <p:par>
                                <p:cTn id="19" presetID="42"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200"/>
                                        <p:tgtEl>
                                          <p:spTgt spid="5"/>
                                        </p:tgtEl>
                                      </p:cBhvr>
                                    </p:animEffect>
                                    <p:anim calcmode="lin" valueType="num">
                                      <p:cBhvr>
                                        <p:cTn id="22" dur="200" fill="hold"/>
                                        <p:tgtEl>
                                          <p:spTgt spid="5"/>
                                        </p:tgtEl>
                                        <p:attrNameLst>
                                          <p:attrName>ppt_x</p:attrName>
                                        </p:attrNameLst>
                                      </p:cBhvr>
                                      <p:tavLst>
                                        <p:tav tm="0">
                                          <p:val>
                                            <p:strVal val="#ppt_x"/>
                                          </p:val>
                                        </p:tav>
                                        <p:tav tm="100000">
                                          <p:val>
                                            <p:strVal val="#ppt_x"/>
                                          </p:val>
                                        </p:tav>
                                      </p:tavLst>
                                    </p:anim>
                                    <p:anim calcmode="lin" valueType="num">
                                      <p:cBhvr>
                                        <p:cTn id="23" dur="2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800"/>
                            </p:stCondLst>
                            <p:childTnLst>
                              <p:par>
                                <p:cTn id="25" presetID="22" presetClass="entr" presetSubtype="8"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200"/>
                                        <p:tgtEl>
                                          <p:spTgt spid="25"/>
                                        </p:tgtEl>
                                      </p:cBhvr>
                                    </p:animEffect>
                                  </p:childTnLst>
                                </p:cTn>
                              </p:par>
                            </p:childTnLst>
                          </p:cTn>
                        </p:par>
                        <p:par>
                          <p:cTn id="28" fill="hold">
                            <p:stCondLst>
                              <p:cond delay="1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200"/>
                                        <p:tgtEl>
                                          <p:spTgt spid="6"/>
                                        </p:tgtEl>
                                      </p:cBhvr>
                                    </p:animEffect>
                                    <p:anim calcmode="lin" valueType="num">
                                      <p:cBhvr>
                                        <p:cTn id="32" dur="200" fill="hold"/>
                                        <p:tgtEl>
                                          <p:spTgt spid="6"/>
                                        </p:tgtEl>
                                        <p:attrNameLst>
                                          <p:attrName>ppt_x</p:attrName>
                                        </p:attrNameLst>
                                      </p:cBhvr>
                                      <p:tavLst>
                                        <p:tav tm="0">
                                          <p:val>
                                            <p:strVal val="#ppt_x"/>
                                          </p:val>
                                        </p:tav>
                                        <p:tav tm="100000">
                                          <p:val>
                                            <p:strVal val="#ppt_x"/>
                                          </p:val>
                                        </p:tav>
                                      </p:tavLst>
                                    </p:anim>
                                    <p:anim calcmode="lin" valueType="num">
                                      <p:cBhvr>
                                        <p:cTn id="33" dur="2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1200"/>
                            </p:stCondLst>
                            <p:childTnLst>
                              <p:par>
                                <p:cTn id="35" presetID="22" presetClass="entr" presetSubtype="8" fill="hold"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200"/>
                                        <p:tgtEl>
                                          <p:spTgt spid="11"/>
                                        </p:tgtEl>
                                      </p:cBhvr>
                                    </p:animEffect>
                                  </p:childTnLst>
                                </p:cTn>
                              </p:par>
                            </p:childTnLst>
                          </p:cTn>
                        </p:par>
                        <p:par>
                          <p:cTn id="38" fill="hold">
                            <p:stCondLst>
                              <p:cond delay="1400"/>
                            </p:stCondLst>
                            <p:childTnLst>
                              <p:par>
                                <p:cTn id="39" presetID="42" presetClass="entr" presetSubtype="0"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200"/>
                                        <p:tgtEl>
                                          <p:spTgt spid="7"/>
                                        </p:tgtEl>
                                      </p:cBhvr>
                                    </p:animEffect>
                                    <p:anim calcmode="lin" valueType="num">
                                      <p:cBhvr>
                                        <p:cTn id="42" dur="200" fill="hold"/>
                                        <p:tgtEl>
                                          <p:spTgt spid="7"/>
                                        </p:tgtEl>
                                        <p:attrNameLst>
                                          <p:attrName>ppt_x</p:attrName>
                                        </p:attrNameLst>
                                      </p:cBhvr>
                                      <p:tavLst>
                                        <p:tav tm="0">
                                          <p:val>
                                            <p:strVal val="#ppt_x"/>
                                          </p:val>
                                        </p:tav>
                                        <p:tav tm="100000">
                                          <p:val>
                                            <p:strVal val="#ppt_x"/>
                                          </p:val>
                                        </p:tav>
                                      </p:tavLst>
                                    </p:anim>
                                    <p:anim calcmode="lin" valueType="num">
                                      <p:cBhvr>
                                        <p:cTn id="43" dur="200" fill="hold"/>
                                        <p:tgtEl>
                                          <p:spTgt spid="7"/>
                                        </p:tgtEl>
                                        <p:attrNameLst>
                                          <p:attrName>ppt_y</p:attrName>
                                        </p:attrNameLst>
                                      </p:cBhvr>
                                      <p:tavLst>
                                        <p:tav tm="0">
                                          <p:val>
                                            <p:strVal val="#ppt_y+.1"/>
                                          </p:val>
                                        </p:tav>
                                        <p:tav tm="100000">
                                          <p:val>
                                            <p:strVal val="#ppt_y"/>
                                          </p:val>
                                        </p:tav>
                                      </p:tavLst>
                                    </p:anim>
                                  </p:childTnLst>
                                </p:cTn>
                              </p:par>
                            </p:childTnLst>
                          </p:cTn>
                        </p:par>
                        <p:par>
                          <p:cTn id="44" fill="hold">
                            <p:stCondLst>
                              <p:cond delay="1600"/>
                            </p:stCondLst>
                            <p:childTnLst>
                              <p:par>
                                <p:cTn id="45" presetID="22" presetClass="entr" presetSubtype="8"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200"/>
                                        <p:tgtEl>
                                          <p:spTgt spid="12"/>
                                        </p:tgtEl>
                                      </p:cBhvr>
                                    </p:animEffect>
                                  </p:childTnLst>
                                </p:cTn>
                              </p:par>
                            </p:childTnLst>
                          </p:cTn>
                        </p:par>
                        <p:par>
                          <p:cTn id="48" fill="hold">
                            <p:stCondLst>
                              <p:cond delay="1800"/>
                            </p:stCondLst>
                            <p:childTnLst>
                              <p:par>
                                <p:cTn id="49" presetID="42" presetClass="entr" presetSubtype="0" fill="hold" nodeType="after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200"/>
                                        <p:tgtEl>
                                          <p:spTgt spid="8"/>
                                        </p:tgtEl>
                                      </p:cBhvr>
                                    </p:animEffect>
                                    <p:anim calcmode="lin" valueType="num">
                                      <p:cBhvr>
                                        <p:cTn id="52" dur="200" fill="hold"/>
                                        <p:tgtEl>
                                          <p:spTgt spid="8"/>
                                        </p:tgtEl>
                                        <p:attrNameLst>
                                          <p:attrName>ppt_x</p:attrName>
                                        </p:attrNameLst>
                                      </p:cBhvr>
                                      <p:tavLst>
                                        <p:tav tm="0">
                                          <p:val>
                                            <p:strVal val="#ppt_x"/>
                                          </p:val>
                                        </p:tav>
                                        <p:tav tm="100000">
                                          <p:val>
                                            <p:strVal val="#ppt_x"/>
                                          </p:val>
                                        </p:tav>
                                      </p:tavLst>
                                    </p:anim>
                                    <p:anim calcmode="lin" valueType="num">
                                      <p:cBhvr>
                                        <p:cTn id="53" dur="200" fill="hold"/>
                                        <p:tgtEl>
                                          <p:spTgt spid="8"/>
                                        </p:tgtEl>
                                        <p:attrNameLst>
                                          <p:attrName>ppt_y</p:attrName>
                                        </p:attrNameLst>
                                      </p:cBhvr>
                                      <p:tavLst>
                                        <p:tav tm="0">
                                          <p:val>
                                            <p:strVal val="#ppt_y+.1"/>
                                          </p:val>
                                        </p:tav>
                                        <p:tav tm="100000">
                                          <p:val>
                                            <p:strVal val="#ppt_y"/>
                                          </p:val>
                                        </p:tav>
                                      </p:tavLst>
                                    </p:anim>
                                  </p:childTnLst>
                                </p:cTn>
                              </p:par>
                            </p:childTnLst>
                          </p:cTn>
                        </p:par>
                        <p:par>
                          <p:cTn id="54" fill="hold">
                            <p:stCondLst>
                              <p:cond delay="2000"/>
                            </p:stCondLst>
                            <p:childTnLst>
                              <p:par>
                                <p:cTn id="55" presetID="22" presetClass="entr" presetSubtype="8"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200"/>
                                        <p:tgtEl>
                                          <p:spTgt spid="13"/>
                                        </p:tgtEl>
                                      </p:cBhvr>
                                    </p:animEffect>
                                  </p:childTnLst>
                                </p:cTn>
                              </p:par>
                            </p:childTnLst>
                          </p:cTn>
                        </p:par>
                        <p:par>
                          <p:cTn id="58" fill="hold">
                            <p:stCondLst>
                              <p:cond delay="2200"/>
                            </p:stCondLst>
                            <p:childTnLst>
                              <p:par>
                                <p:cTn id="59" presetID="47" presetClass="entr" presetSubtype="0" fill="hold" grpId="0" nodeType="after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fade">
                                      <p:cBhvr>
                                        <p:cTn id="61" dur="500"/>
                                        <p:tgtEl>
                                          <p:spTgt spid="2"/>
                                        </p:tgtEl>
                                      </p:cBhvr>
                                    </p:animEffect>
                                    <p:anim calcmode="lin" valueType="num">
                                      <p:cBhvr>
                                        <p:cTn id="62" dur="500" fill="hold"/>
                                        <p:tgtEl>
                                          <p:spTgt spid="2"/>
                                        </p:tgtEl>
                                        <p:attrNameLst>
                                          <p:attrName>ppt_x</p:attrName>
                                        </p:attrNameLst>
                                      </p:cBhvr>
                                      <p:tavLst>
                                        <p:tav tm="0">
                                          <p:val>
                                            <p:strVal val="#ppt_x"/>
                                          </p:val>
                                        </p:tav>
                                        <p:tav tm="100000">
                                          <p:val>
                                            <p:strVal val="#ppt_x"/>
                                          </p:val>
                                        </p:tav>
                                      </p:tavLst>
                                    </p:anim>
                                    <p:anim calcmode="lin" valueType="num">
                                      <p:cBhvr>
                                        <p:cTn id="63" dur="500" fill="hold"/>
                                        <p:tgtEl>
                                          <p:spTgt spid="2"/>
                                        </p:tgtEl>
                                        <p:attrNameLst>
                                          <p:attrName>ppt_y</p:attrName>
                                        </p:attrNameLst>
                                      </p:cBhvr>
                                      <p:tavLst>
                                        <p:tav tm="0">
                                          <p:val>
                                            <p:strVal val="#ppt_y-.1"/>
                                          </p:val>
                                        </p:tav>
                                        <p:tav tm="100000">
                                          <p:val>
                                            <p:strVal val="#ppt_y"/>
                                          </p:val>
                                        </p:tav>
                                      </p:tavLst>
                                    </p:anim>
                                  </p:childTnLst>
                                </p:cTn>
                              </p:par>
                            </p:childTnLst>
                          </p:cTn>
                        </p:par>
                        <p:par>
                          <p:cTn id="64" fill="hold">
                            <p:stCondLst>
                              <p:cond delay="2700"/>
                            </p:stCondLst>
                            <p:childTnLst>
                              <p:par>
                                <p:cTn id="65" presetID="42" presetClass="entr" presetSubtype="0" fill="hold" grpId="0" nodeType="afterEffect">
                                  <p:stCondLst>
                                    <p:cond delay="0"/>
                                  </p:stCondLst>
                                  <p:childTnLst>
                                    <p:set>
                                      <p:cBhvr>
                                        <p:cTn id="66" dur="1" fill="hold">
                                          <p:stCondLst>
                                            <p:cond delay="0"/>
                                          </p:stCondLst>
                                        </p:cTn>
                                        <p:tgtEl>
                                          <p:spTgt spid="3">
                                            <p:txEl>
                                              <p:pRg st="0" end="0"/>
                                            </p:txEl>
                                          </p:spTgt>
                                        </p:tgtEl>
                                        <p:attrNameLst>
                                          <p:attrName>style.visibility</p:attrName>
                                        </p:attrNameLst>
                                      </p:cBhvr>
                                      <p:to>
                                        <p:strVal val="visible"/>
                                      </p:to>
                                    </p:set>
                                    <p:animEffect transition="in" filter="fade">
                                      <p:cBhvr>
                                        <p:cTn id="67" dur="500"/>
                                        <p:tgtEl>
                                          <p:spTgt spid="3">
                                            <p:txEl>
                                              <p:pRg st="0" end="0"/>
                                            </p:txEl>
                                          </p:spTgt>
                                        </p:tgtEl>
                                      </p:cBhvr>
                                    </p:animEffect>
                                    <p:anim calcmode="lin" valueType="num">
                                      <p:cBhvr>
                                        <p:cTn id="6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69"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70" fill="hold">
                            <p:stCondLst>
                              <p:cond delay="3200"/>
                            </p:stCondLst>
                            <p:childTnLst>
                              <p:par>
                                <p:cTn id="71" presetID="47" presetClass="entr" presetSubtype="0" fill="hold" grpId="0" nodeType="after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500"/>
                                        <p:tgtEl>
                                          <p:spTgt spid="9"/>
                                        </p:tgtEl>
                                      </p:cBhvr>
                                    </p:animEffect>
                                    <p:anim calcmode="lin" valueType="num">
                                      <p:cBhvr>
                                        <p:cTn id="74" dur="500" fill="hold"/>
                                        <p:tgtEl>
                                          <p:spTgt spid="9"/>
                                        </p:tgtEl>
                                        <p:attrNameLst>
                                          <p:attrName>ppt_x</p:attrName>
                                        </p:attrNameLst>
                                      </p:cBhvr>
                                      <p:tavLst>
                                        <p:tav tm="0">
                                          <p:val>
                                            <p:strVal val="#ppt_x"/>
                                          </p:val>
                                        </p:tav>
                                        <p:tav tm="100000">
                                          <p:val>
                                            <p:strVal val="#ppt_x"/>
                                          </p:val>
                                        </p:tav>
                                      </p:tavLst>
                                    </p:anim>
                                    <p:anim calcmode="lin" valueType="num">
                                      <p:cBhvr>
                                        <p:cTn id="75" dur="500" fill="hold"/>
                                        <p:tgtEl>
                                          <p:spTgt spid="9"/>
                                        </p:tgtEl>
                                        <p:attrNameLst>
                                          <p:attrName>ppt_y</p:attrName>
                                        </p:attrNameLst>
                                      </p:cBhvr>
                                      <p:tavLst>
                                        <p:tav tm="0">
                                          <p:val>
                                            <p:strVal val="#ppt_y-.1"/>
                                          </p:val>
                                        </p:tav>
                                        <p:tav tm="100000">
                                          <p:val>
                                            <p:strVal val="#ppt_y"/>
                                          </p:val>
                                        </p:tav>
                                      </p:tavLst>
                                    </p:anim>
                                  </p:childTnLst>
                                </p:cTn>
                              </p:par>
                            </p:childTnLst>
                          </p:cTn>
                        </p:par>
                        <p:par>
                          <p:cTn id="76" fill="hold">
                            <p:stCondLst>
                              <p:cond delay="3700"/>
                            </p:stCondLst>
                            <p:childTnLst>
                              <p:par>
                                <p:cTn id="77" presetID="47" presetClass="entr" presetSubtype="0" fill="hold" grpId="0"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500"/>
                                        <p:tgtEl>
                                          <p:spTgt spid="14"/>
                                        </p:tgtEl>
                                      </p:cBhvr>
                                    </p:animEffect>
                                    <p:anim calcmode="lin" valueType="num">
                                      <p:cBhvr>
                                        <p:cTn id="80" dur="500" fill="hold"/>
                                        <p:tgtEl>
                                          <p:spTgt spid="14"/>
                                        </p:tgtEl>
                                        <p:attrNameLst>
                                          <p:attrName>ppt_x</p:attrName>
                                        </p:attrNameLst>
                                      </p:cBhvr>
                                      <p:tavLst>
                                        <p:tav tm="0">
                                          <p:val>
                                            <p:strVal val="#ppt_x"/>
                                          </p:val>
                                        </p:tav>
                                        <p:tav tm="100000">
                                          <p:val>
                                            <p:strVal val="#ppt_x"/>
                                          </p:val>
                                        </p:tav>
                                      </p:tavLst>
                                    </p:anim>
                                    <p:anim calcmode="lin" valueType="num">
                                      <p:cBhvr>
                                        <p:cTn id="81" dur="500" fill="hold"/>
                                        <p:tgtEl>
                                          <p:spTgt spid="14"/>
                                        </p:tgtEl>
                                        <p:attrNameLst>
                                          <p:attrName>ppt_y</p:attrName>
                                        </p:attrNameLst>
                                      </p:cBhvr>
                                      <p:tavLst>
                                        <p:tav tm="0">
                                          <p:val>
                                            <p:strVal val="#ppt_y-.1"/>
                                          </p:val>
                                        </p:tav>
                                        <p:tav tm="100000">
                                          <p:val>
                                            <p:strVal val="#ppt_y"/>
                                          </p:val>
                                        </p:tav>
                                      </p:tavLst>
                                    </p:anim>
                                  </p:childTnLst>
                                </p:cTn>
                              </p:par>
                            </p:childTnLst>
                          </p:cTn>
                        </p:par>
                        <p:par>
                          <p:cTn id="82" fill="hold">
                            <p:stCondLst>
                              <p:cond delay="4200"/>
                            </p:stCondLst>
                            <p:childTnLst>
                              <p:par>
                                <p:cTn id="83" presetID="47" presetClass="entr" presetSubtype="0" fill="hold" grpId="0" nodeType="after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500"/>
                                        <p:tgtEl>
                                          <p:spTgt spid="16"/>
                                        </p:tgtEl>
                                      </p:cBhvr>
                                    </p:animEffect>
                                    <p:anim calcmode="lin" valueType="num">
                                      <p:cBhvr>
                                        <p:cTn id="86" dur="500" fill="hold"/>
                                        <p:tgtEl>
                                          <p:spTgt spid="16"/>
                                        </p:tgtEl>
                                        <p:attrNameLst>
                                          <p:attrName>ppt_x</p:attrName>
                                        </p:attrNameLst>
                                      </p:cBhvr>
                                      <p:tavLst>
                                        <p:tav tm="0">
                                          <p:val>
                                            <p:strVal val="#ppt_x"/>
                                          </p:val>
                                        </p:tav>
                                        <p:tav tm="100000">
                                          <p:val>
                                            <p:strVal val="#ppt_x"/>
                                          </p:val>
                                        </p:tav>
                                      </p:tavLst>
                                    </p:anim>
                                    <p:anim calcmode="lin" valueType="num">
                                      <p:cBhvr>
                                        <p:cTn id="8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24" grpId="0" animBg="1"/>
      <p:bldP spid="9" grpId="0"/>
      <p:bldP spid="14"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93A1EE-6717-9B1E-CCA5-70E7B5149FD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25" name="Straight Connector 24">
            <a:extLst>
              <a:ext uri="{FF2B5EF4-FFF2-40B4-BE49-F238E27FC236}">
                <a16:creationId xmlns:a16="http://schemas.microsoft.com/office/drawing/2014/main" id="{ECD15094-BD02-70FF-B709-E3C0721A8996}"/>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4A0AFADB-C7FF-7A7D-86B9-A961A446D805}"/>
              </a:ext>
            </a:extLst>
          </p:cNvPr>
          <p:cNvSpPr>
            <a:spLocks noGrp="1"/>
          </p:cNvSpPr>
          <p:nvPr>
            <p:ph type="title"/>
          </p:nvPr>
        </p:nvSpPr>
        <p:spPr>
          <a:xfrm>
            <a:off x="296332" y="1275894"/>
            <a:ext cx="11590867" cy="637412"/>
          </a:xfrm>
        </p:spPr>
        <p:txBody>
          <a:bodyPr>
            <a:normAutofit/>
          </a:bodyPr>
          <a:lstStyle/>
          <a:p>
            <a:r>
              <a:rPr lang="fr-CA" sz="3600" b="1" noProof="0" dirty="0"/>
              <a:t>Contexte:</a:t>
            </a:r>
          </a:p>
        </p:txBody>
      </p:sp>
      <p:grpSp>
        <p:nvGrpSpPr>
          <p:cNvPr id="6" name="Group 5">
            <a:extLst>
              <a:ext uri="{FF2B5EF4-FFF2-40B4-BE49-F238E27FC236}">
                <a16:creationId xmlns:a16="http://schemas.microsoft.com/office/drawing/2014/main" id="{0B525D72-F4C5-32BB-1CAB-B9655171515D}"/>
              </a:ext>
            </a:extLst>
          </p:cNvPr>
          <p:cNvGrpSpPr/>
          <p:nvPr/>
        </p:nvGrpSpPr>
        <p:grpSpPr>
          <a:xfrm>
            <a:off x="118534" y="101604"/>
            <a:ext cx="2870199" cy="736959"/>
            <a:chOff x="0" y="0"/>
            <a:chExt cx="2870199" cy="736959"/>
          </a:xfrm>
        </p:grpSpPr>
        <p:sp>
          <p:nvSpPr>
            <p:cNvPr id="7" name="TextBox 6">
              <a:extLst>
                <a:ext uri="{FF2B5EF4-FFF2-40B4-BE49-F238E27FC236}">
                  <a16:creationId xmlns:a16="http://schemas.microsoft.com/office/drawing/2014/main" id="{FE227999-6C7A-0367-2321-E12694F60B90}"/>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8" name="TextBox 7">
              <a:extLst>
                <a:ext uri="{FF2B5EF4-FFF2-40B4-BE49-F238E27FC236}">
                  <a16:creationId xmlns:a16="http://schemas.microsoft.com/office/drawing/2014/main" id="{7684E5DC-BF0F-DEC1-FD9A-162F9CECE79B}"/>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grpSp>
        <p:nvGrpSpPr>
          <p:cNvPr id="17" name="Group 16">
            <a:extLst>
              <a:ext uri="{FF2B5EF4-FFF2-40B4-BE49-F238E27FC236}">
                <a16:creationId xmlns:a16="http://schemas.microsoft.com/office/drawing/2014/main" id="{33AB88EE-4A76-6812-6AE1-AE32B4D4EED0}"/>
              </a:ext>
            </a:extLst>
          </p:cNvPr>
          <p:cNvGrpSpPr/>
          <p:nvPr/>
        </p:nvGrpSpPr>
        <p:grpSpPr>
          <a:xfrm>
            <a:off x="3896240" y="158995"/>
            <a:ext cx="414867" cy="414867"/>
            <a:chOff x="4438107" y="812799"/>
            <a:chExt cx="414867" cy="414867"/>
          </a:xfrm>
        </p:grpSpPr>
        <p:sp>
          <p:nvSpPr>
            <p:cNvPr id="14" name="Oval 13">
              <a:extLst>
                <a:ext uri="{FF2B5EF4-FFF2-40B4-BE49-F238E27FC236}">
                  <a16:creationId xmlns:a16="http://schemas.microsoft.com/office/drawing/2014/main" id="{52ACAF0F-826D-D2BB-DA7F-FECEDED9C4E5}"/>
                </a:ext>
              </a:extLst>
            </p:cNvPr>
            <p:cNvSpPr/>
            <p:nvPr/>
          </p:nvSpPr>
          <p:spPr>
            <a:xfrm>
              <a:off x="4438107" y="812799"/>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6" name="Oval 15">
              <a:extLst>
                <a:ext uri="{FF2B5EF4-FFF2-40B4-BE49-F238E27FC236}">
                  <a16:creationId xmlns:a16="http://schemas.microsoft.com/office/drawing/2014/main" id="{297EAA1B-53F2-851E-9709-151C4A38171D}"/>
                </a:ext>
              </a:extLst>
            </p:cNvPr>
            <p:cNvSpPr/>
            <p:nvPr/>
          </p:nvSpPr>
          <p:spPr>
            <a:xfrm>
              <a:off x="4497373" y="872065"/>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grpSp>
      <p:sp>
        <p:nvSpPr>
          <p:cNvPr id="19" name="Oval 18">
            <a:extLst>
              <a:ext uri="{FF2B5EF4-FFF2-40B4-BE49-F238E27FC236}">
                <a16:creationId xmlns:a16="http://schemas.microsoft.com/office/drawing/2014/main" id="{58AE0E29-CB1F-BF00-B680-5580EE0EB14D}"/>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1" name="Oval 20">
            <a:extLst>
              <a:ext uri="{FF2B5EF4-FFF2-40B4-BE49-F238E27FC236}">
                <a16:creationId xmlns:a16="http://schemas.microsoft.com/office/drawing/2014/main" id="{B391C1D0-BBDD-CE06-3A8E-C571B276A199}"/>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2" name="Oval 21">
            <a:extLst>
              <a:ext uri="{FF2B5EF4-FFF2-40B4-BE49-F238E27FC236}">
                <a16:creationId xmlns:a16="http://schemas.microsoft.com/office/drawing/2014/main" id="{73F14B76-4603-E3A7-DA31-1BE500979DE7}"/>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3" name="Oval 22">
            <a:extLst>
              <a:ext uri="{FF2B5EF4-FFF2-40B4-BE49-F238E27FC236}">
                <a16:creationId xmlns:a16="http://schemas.microsoft.com/office/drawing/2014/main" id="{C241D963-62E7-F596-1A46-209C535B7372}"/>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4" name="TextBox 33">
            <a:extLst>
              <a:ext uri="{FF2B5EF4-FFF2-40B4-BE49-F238E27FC236}">
                <a16:creationId xmlns:a16="http://schemas.microsoft.com/office/drawing/2014/main" id="{504F0C36-B3AC-E9BC-C468-50E699C7EEA1}"/>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solidFill>
                <a:latin typeface="+mj-lt"/>
              </a:rPr>
              <a:t>Situation</a:t>
            </a:r>
          </a:p>
        </p:txBody>
      </p:sp>
      <p:sp>
        <p:nvSpPr>
          <p:cNvPr id="35" name="TextBox 34">
            <a:extLst>
              <a:ext uri="{FF2B5EF4-FFF2-40B4-BE49-F238E27FC236}">
                <a16:creationId xmlns:a16="http://schemas.microsoft.com/office/drawing/2014/main" id="{F3BCDE3A-476D-5B10-DD78-33A2BEE8D58B}"/>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36" name="TextBox 35">
            <a:extLst>
              <a:ext uri="{FF2B5EF4-FFF2-40B4-BE49-F238E27FC236}">
                <a16:creationId xmlns:a16="http://schemas.microsoft.com/office/drawing/2014/main" id="{A01BC131-CA83-C903-B9DF-D26AD352DD73}"/>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37" name="TextBox 36">
            <a:extLst>
              <a:ext uri="{FF2B5EF4-FFF2-40B4-BE49-F238E27FC236}">
                <a16:creationId xmlns:a16="http://schemas.microsoft.com/office/drawing/2014/main" id="{7628DB76-C100-1284-6CCB-5C5D94C641BE}"/>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38" name="TextBox 37">
            <a:extLst>
              <a:ext uri="{FF2B5EF4-FFF2-40B4-BE49-F238E27FC236}">
                <a16:creationId xmlns:a16="http://schemas.microsoft.com/office/drawing/2014/main" id="{E826CB94-0C99-8E3E-2CF3-7ECD8D2969D0}"/>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grpSp>
        <p:nvGrpSpPr>
          <p:cNvPr id="59" name="Group 58">
            <a:extLst>
              <a:ext uri="{FF2B5EF4-FFF2-40B4-BE49-F238E27FC236}">
                <a16:creationId xmlns:a16="http://schemas.microsoft.com/office/drawing/2014/main" id="{77A78BEB-B3FB-A1BE-A96F-6AEB63E57A4B}"/>
              </a:ext>
            </a:extLst>
          </p:cNvPr>
          <p:cNvGrpSpPr/>
          <p:nvPr/>
        </p:nvGrpSpPr>
        <p:grpSpPr>
          <a:xfrm>
            <a:off x="517253" y="2111058"/>
            <a:ext cx="11107479" cy="1104552"/>
            <a:chOff x="517253" y="2111058"/>
            <a:chExt cx="11107479" cy="1104552"/>
          </a:xfrm>
        </p:grpSpPr>
        <p:sp>
          <p:nvSpPr>
            <p:cNvPr id="39" name="Content Placeholder 2">
              <a:extLst>
                <a:ext uri="{FF2B5EF4-FFF2-40B4-BE49-F238E27FC236}">
                  <a16:creationId xmlns:a16="http://schemas.microsoft.com/office/drawing/2014/main" id="{B33F3246-9D32-A311-FC12-955F0D308B21}"/>
                </a:ext>
              </a:extLst>
            </p:cNvPr>
            <p:cNvSpPr txBox="1">
              <a:spLocks/>
            </p:cNvSpPr>
            <p:nvPr/>
          </p:nvSpPr>
          <p:spPr>
            <a:xfrm>
              <a:off x="3649133" y="2162017"/>
              <a:ext cx="7975599" cy="10535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200" noProof="0" dirty="0"/>
                <a:t>Le propriétaire du logiciel PL a annoncé la </a:t>
              </a:r>
              <a:r>
                <a:rPr lang="fr-CA" sz="2200" b="1" noProof="0" dirty="0"/>
                <a:t>fin de vie du produit</a:t>
              </a:r>
              <a:r>
                <a:rPr lang="fr-CA" sz="2200" noProof="0" dirty="0"/>
                <a:t>. Il ne sera plus développé, ni supporté. Il est d'ailleurs laissé à la dérive depuis plusieurs années. </a:t>
              </a:r>
            </a:p>
          </p:txBody>
        </p:sp>
        <p:grpSp>
          <p:nvGrpSpPr>
            <p:cNvPr id="41" name="Group 40">
              <a:extLst>
                <a:ext uri="{FF2B5EF4-FFF2-40B4-BE49-F238E27FC236}">
                  <a16:creationId xmlns:a16="http://schemas.microsoft.com/office/drawing/2014/main" id="{F9BE77E0-29B3-3C7B-BFBD-ECDAAD54F43F}"/>
                </a:ext>
              </a:extLst>
            </p:cNvPr>
            <p:cNvGrpSpPr/>
            <p:nvPr/>
          </p:nvGrpSpPr>
          <p:grpSpPr>
            <a:xfrm>
              <a:off x="517253" y="2111058"/>
              <a:ext cx="2996415" cy="903074"/>
              <a:chOff x="517253" y="2111058"/>
              <a:chExt cx="2996415" cy="903074"/>
            </a:xfrm>
          </p:grpSpPr>
          <p:sp>
            <p:nvSpPr>
              <p:cNvPr id="26" name="Rounded Rectangle 25">
                <a:extLst>
                  <a:ext uri="{FF2B5EF4-FFF2-40B4-BE49-F238E27FC236}">
                    <a16:creationId xmlns:a16="http://schemas.microsoft.com/office/drawing/2014/main" id="{1E004157-6B43-3CAE-D5AE-516CB7EC89D1}"/>
                  </a:ext>
                </a:extLst>
              </p:cNvPr>
              <p:cNvSpPr/>
              <p:nvPr/>
            </p:nvSpPr>
            <p:spPr>
              <a:xfrm>
                <a:off x="924440" y="2163065"/>
                <a:ext cx="2589228" cy="85106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fr-CA" sz="3200" b="1" noProof="0" dirty="0">
                    <a:latin typeface="+mj-lt"/>
                  </a:rPr>
                  <a:t>Fin de vie annoncée</a:t>
                </a:r>
              </a:p>
            </p:txBody>
          </p:sp>
          <p:sp>
            <p:nvSpPr>
              <p:cNvPr id="40" name="Content Placeholder 2">
                <a:extLst>
                  <a:ext uri="{FF2B5EF4-FFF2-40B4-BE49-F238E27FC236}">
                    <a16:creationId xmlns:a16="http://schemas.microsoft.com/office/drawing/2014/main" id="{582E0BB6-0B71-3FEF-40BA-D0E0C1CF07E8}"/>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grpSp>
        <p:nvGrpSpPr>
          <p:cNvPr id="3" name="Group 2">
            <a:extLst>
              <a:ext uri="{FF2B5EF4-FFF2-40B4-BE49-F238E27FC236}">
                <a16:creationId xmlns:a16="http://schemas.microsoft.com/office/drawing/2014/main" id="{A91D0384-FA90-75F0-9A9E-C7AD3C478A4E}"/>
              </a:ext>
            </a:extLst>
          </p:cNvPr>
          <p:cNvGrpSpPr/>
          <p:nvPr/>
        </p:nvGrpSpPr>
        <p:grpSpPr>
          <a:xfrm>
            <a:off x="517253" y="3302000"/>
            <a:ext cx="11157494" cy="1479931"/>
            <a:chOff x="517253" y="3302000"/>
            <a:chExt cx="11157494" cy="1479931"/>
          </a:xfrm>
        </p:grpSpPr>
        <p:grpSp>
          <p:nvGrpSpPr>
            <p:cNvPr id="43" name="Group 42">
              <a:extLst>
                <a:ext uri="{FF2B5EF4-FFF2-40B4-BE49-F238E27FC236}">
                  <a16:creationId xmlns:a16="http://schemas.microsoft.com/office/drawing/2014/main" id="{925A8748-8D9F-28FC-BEDE-1772773E7495}"/>
                </a:ext>
              </a:extLst>
            </p:cNvPr>
            <p:cNvGrpSpPr/>
            <p:nvPr/>
          </p:nvGrpSpPr>
          <p:grpSpPr>
            <a:xfrm>
              <a:off x="517253" y="3534347"/>
              <a:ext cx="11157494" cy="1247584"/>
              <a:chOff x="517253" y="2111058"/>
              <a:chExt cx="11157494" cy="1247584"/>
            </a:xfrm>
          </p:grpSpPr>
          <p:sp>
            <p:nvSpPr>
              <p:cNvPr id="44" name="Content Placeholder 2">
                <a:extLst>
                  <a:ext uri="{FF2B5EF4-FFF2-40B4-BE49-F238E27FC236}">
                    <a16:creationId xmlns:a16="http://schemas.microsoft.com/office/drawing/2014/main" id="{DD15FF68-DF31-4519-DDC2-CF778C83A889}"/>
                  </a:ext>
                </a:extLst>
              </p:cNvPr>
              <p:cNvSpPr txBox="1">
                <a:spLocks/>
              </p:cNvSpPr>
              <p:nvPr/>
            </p:nvSpPr>
            <p:spPr>
              <a:xfrm>
                <a:off x="3649133" y="2167041"/>
                <a:ext cx="8025614" cy="11916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None/>
                </a:pPr>
                <a:r>
                  <a:rPr lang="fr-CA" sz="2200" noProof="0" dirty="0"/>
                  <a:t>Le logiciel PL étant conçu avec des technologies qui datent, il est </a:t>
                </a:r>
                <a:r>
                  <a:rPr lang="fr-CA" sz="2200" b="1" noProof="0" dirty="0"/>
                  <a:t>très incertain </a:t>
                </a:r>
                <a:r>
                  <a:rPr lang="fr-CA" sz="2200" noProof="0" dirty="0"/>
                  <a:t>que le logiciel continuera de fonctionner dans le futur, rendant l'accessibilité aux données historiques incertain.</a:t>
                </a:r>
              </a:p>
            </p:txBody>
          </p:sp>
          <p:grpSp>
            <p:nvGrpSpPr>
              <p:cNvPr id="45" name="Group 44">
                <a:extLst>
                  <a:ext uri="{FF2B5EF4-FFF2-40B4-BE49-F238E27FC236}">
                    <a16:creationId xmlns:a16="http://schemas.microsoft.com/office/drawing/2014/main" id="{3C676855-8395-5580-65B7-8765070E87A0}"/>
                  </a:ext>
                </a:extLst>
              </p:cNvPr>
              <p:cNvGrpSpPr/>
              <p:nvPr/>
            </p:nvGrpSpPr>
            <p:grpSpPr>
              <a:xfrm>
                <a:off x="517253" y="2111058"/>
                <a:ext cx="2996415" cy="1053904"/>
                <a:chOff x="517253" y="2111058"/>
                <a:chExt cx="2996415" cy="1053904"/>
              </a:xfrm>
            </p:grpSpPr>
            <p:sp>
              <p:nvSpPr>
                <p:cNvPr id="46" name="Rounded Rectangle 45">
                  <a:extLst>
                    <a:ext uri="{FF2B5EF4-FFF2-40B4-BE49-F238E27FC236}">
                      <a16:creationId xmlns:a16="http://schemas.microsoft.com/office/drawing/2014/main" id="{2D75D71F-D4A5-FF3C-D856-4DFF4CA9946E}"/>
                    </a:ext>
                  </a:extLst>
                </p:cNvPr>
                <p:cNvSpPr/>
                <p:nvPr/>
              </p:nvSpPr>
              <p:spPr>
                <a:xfrm>
                  <a:off x="924440" y="2163066"/>
                  <a:ext cx="2589228" cy="100189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CA" sz="3200" b="1" noProof="0" dirty="0">
                      <a:latin typeface="+mj-lt"/>
                    </a:rPr>
                    <a:t>Technologie obsolète</a:t>
                  </a:r>
                </a:p>
              </p:txBody>
            </p:sp>
            <p:sp>
              <p:nvSpPr>
                <p:cNvPr id="47" name="Content Placeholder 2">
                  <a:extLst>
                    <a:ext uri="{FF2B5EF4-FFF2-40B4-BE49-F238E27FC236}">
                      <a16:creationId xmlns:a16="http://schemas.microsoft.com/office/drawing/2014/main" id="{2C7DB175-7D9E-2939-F1E1-10B3A1AB73BB}"/>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56" name="Straight Connector 55">
              <a:extLst>
                <a:ext uri="{FF2B5EF4-FFF2-40B4-BE49-F238E27FC236}">
                  <a16:creationId xmlns:a16="http://schemas.microsoft.com/office/drawing/2014/main" id="{E31B26E2-DB03-B886-1F57-8E032D5ECA3A}"/>
                </a:ext>
              </a:extLst>
            </p:cNvPr>
            <p:cNvCxnSpPr/>
            <p:nvPr/>
          </p:nvCxnSpPr>
          <p:spPr>
            <a:xfrm>
              <a:off x="924439" y="3302000"/>
              <a:ext cx="10700293"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4" name="Group 3">
            <a:extLst>
              <a:ext uri="{FF2B5EF4-FFF2-40B4-BE49-F238E27FC236}">
                <a16:creationId xmlns:a16="http://schemas.microsoft.com/office/drawing/2014/main" id="{4BD040AA-A2DF-076B-486B-3689EFD7291E}"/>
              </a:ext>
            </a:extLst>
          </p:cNvPr>
          <p:cNvGrpSpPr/>
          <p:nvPr/>
        </p:nvGrpSpPr>
        <p:grpSpPr>
          <a:xfrm>
            <a:off x="517253" y="4868330"/>
            <a:ext cx="11107479" cy="1665010"/>
            <a:chOff x="517253" y="4868330"/>
            <a:chExt cx="11107479" cy="1665010"/>
          </a:xfrm>
        </p:grpSpPr>
        <p:grpSp>
          <p:nvGrpSpPr>
            <p:cNvPr id="48" name="Group 47">
              <a:extLst>
                <a:ext uri="{FF2B5EF4-FFF2-40B4-BE49-F238E27FC236}">
                  <a16:creationId xmlns:a16="http://schemas.microsoft.com/office/drawing/2014/main" id="{5541A439-CC33-920B-ABCD-83A8A421560D}"/>
                </a:ext>
              </a:extLst>
            </p:cNvPr>
            <p:cNvGrpSpPr/>
            <p:nvPr/>
          </p:nvGrpSpPr>
          <p:grpSpPr>
            <a:xfrm>
              <a:off x="517253" y="5099786"/>
              <a:ext cx="11107479" cy="1433554"/>
              <a:chOff x="517253" y="2111058"/>
              <a:chExt cx="11107479" cy="1433554"/>
            </a:xfrm>
          </p:grpSpPr>
          <p:sp>
            <p:nvSpPr>
              <p:cNvPr id="49" name="Content Placeholder 2">
                <a:extLst>
                  <a:ext uri="{FF2B5EF4-FFF2-40B4-BE49-F238E27FC236}">
                    <a16:creationId xmlns:a16="http://schemas.microsoft.com/office/drawing/2014/main" id="{A3607D04-4DE4-03D2-A182-90C621A7D61B}"/>
                  </a:ext>
                </a:extLst>
              </p:cNvPr>
              <p:cNvSpPr txBox="1">
                <a:spLocks/>
              </p:cNvSpPr>
              <p:nvPr/>
            </p:nvSpPr>
            <p:spPr>
              <a:xfrm>
                <a:off x="3654152" y="2158661"/>
                <a:ext cx="7970580" cy="13859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None/>
                </a:pPr>
                <a:r>
                  <a:rPr lang="fr-CA" sz="2200" noProof="0" dirty="0"/>
                  <a:t>Le logiciel PL ne permet d'exporter qu'</a:t>
                </a:r>
                <a:r>
                  <a:rPr lang="fr-CA" sz="2200" b="1" noProof="0" dirty="0"/>
                  <a:t>une fraction </a:t>
                </a:r>
                <a:r>
                  <a:rPr lang="fr-CA" sz="2200" noProof="0" dirty="0"/>
                  <a:t>de ses données. La majorité des données accumulées au fils des ans est donc captive dans une base de données monolithique sous un format propriétaire aussi abandonné. </a:t>
                </a:r>
              </a:p>
            </p:txBody>
          </p:sp>
          <p:grpSp>
            <p:nvGrpSpPr>
              <p:cNvPr id="50" name="Group 49">
                <a:extLst>
                  <a:ext uri="{FF2B5EF4-FFF2-40B4-BE49-F238E27FC236}">
                    <a16:creationId xmlns:a16="http://schemas.microsoft.com/office/drawing/2014/main" id="{B51DBA5D-F8A7-8F0B-1B29-0B48E1D33AE5}"/>
                  </a:ext>
                </a:extLst>
              </p:cNvPr>
              <p:cNvGrpSpPr/>
              <p:nvPr/>
            </p:nvGrpSpPr>
            <p:grpSpPr>
              <a:xfrm>
                <a:off x="517253" y="2111058"/>
                <a:ext cx="2996415" cy="1433542"/>
                <a:chOff x="517253" y="2111058"/>
                <a:chExt cx="2996415" cy="1433542"/>
              </a:xfrm>
            </p:grpSpPr>
            <p:sp>
              <p:nvSpPr>
                <p:cNvPr id="51" name="Rounded Rectangle 50">
                  <a:extLst>
                    <a:ext uri="{FF2B5EF4-FFF2-40B4-BE49-F238E27FC236}">
                      <a16:creationId xmlns:a16="http://schemas.microsoft.com/office/drawing/2014/main" id="{3C1C418B-9889-1538-9A53-D94726CF1E95}"/>
                    </a:ext>
                  </a:extLst>
                </p:cNvPr>
                <p:cNvSpPr/>
                <p:nvPr/>
              </p:nvSpPr>
              <p:spPr>
                <a:xfrm>
                  <a:off x="924439" y="2163065"/>
                  <a:ext cx="2589229" cy="138153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CA" sz="3200" b="1" noProof="0" dirty="0">
                      <a:latin typeface="+mj-lt"/>
                    </a:rPr>
                    <a:t>Données historiques captives</a:t>
                  </a:r>
                </a:p>
              </p:txBody>
            </p:sp>
            <p:sp>
              <p:nvSpPr>
                <p:cNvPr id="52" name="Content Placeholder 2">
                  <a:extLst>
                    <a:ext uri="{FF2B5EF4-FFF2-40B4-BE49-F238E27FC236}">
                      <a16:creationId xmlns:a16="http://schemas.microsoft.com/office/drawing/2014/main" id="{CB181608-0813-EE87-CE98-7D4853E179FD}"/>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57" name="Straight Connector 56">
              <a:extLst>
                <a:ext uri="{FF2B5EF4-FFF2-40B4-BE49-F238E27FC236}">
                  <a16:creationId xmlns:a16="http://schemas.microsoft.com/office/drawing/2014/main" id="{6A27D637-0C2A-D3DD-2891-0B70F9E81523}"/>
                </a:ext>
              </a:extLst>
            </p:cNvPr>
            <p:cNvCxnSpPr/>
            <p:nvPr/>
          </p:nvCxnSpPr>
          <p:spPr>
            <a:xfrm>
              <a:off x="924439" y="4868330"/>
              <a:ext cx="10700293"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9970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CD82D8A-44C8-A9BF-C7A4-65BC553DE51D}"/>
              </a:ext>
            </a:extLst>
          </p:cNvPr>
          <p:cNvSpPr/>
          <p:nvPr/>
        </p:nvSpPr>
        <p:spPr>
          <a:xfrm>
            <a:off x="0" y="5332677"/>
            <a:ext cx="12192000" cy="152532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Rectangle 4">
            <a:extLst>
              <a:ext uri="{FF2B5EF4-FFF2-40B4-BE49-F238E27FC236}">
                <a16:creationId xmlns:a16="http://schemas.microsoft.com/office/drawing/2014/main" id="{9493A1EE-6717-9B1E-CCA5-70E7B5149FD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cxnSp>
        <p:nvCxnSpPr>
          <p:cNvPr id="25" name="Straight Connector 24">
            <a:extLst>
              <a:ext uri="{FF2B5EF4-FFF2-40B4-BE49-F238E27FC236}">
                <a16:creationId xmlns:a16="http://schemas.microsoft.com/office/drawing/2014/main" id="{ECD15094-BD02-70FF-B709-E3C0721A8996}"/>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0B525D72-F4C5-32BB-1CAB-B9655171515D}"/>
              </a:ext>
            </a:extLst>
          </p:cNvPr>
          <p:cNvGrpSpPr/>
          <p:nvPr/>
        </p:nvGrpSpPr>
        <p:grpSpPr>
          <a:xfrm>
            <a:off x="118534" y="101604"/>
            <a:ext cx="2870199" cy="736959"/>
            <a:chOff x="0" y="0"/>
            <a:chExt cx="2870199" cy="736959"/>
          </a:xfrm>
        </p:grpSpPr>
        <p:sp>
          <p:nvSpPr>
            <p:cNvPr id="7" name="TextBox 6">
              <a:extLst>
                <a:ext uri="{FF2B5EF4-FFF2-40B4-BE49-F238E27FC236}">
                  <a16:creationId xmlns:a16="http://schemas.microsoft.com/office/drawing/2014/main" id="{FE227999-6C7A-0367-2321-E12694F60B90}"/>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dirty="0">
                  <a:solidFill>
                    <a:schemeClr val="bg1"/>
                  </a:solidFill>
                  <a:latin typeface="Arial" panose="020B0604020202020204" pitchFamily="34" charset="0"/>
                  <a:cs typeface="Arial" panose="020B0604020202020204" pitchFamily="34" charset="0"/>
                </a:rPr>
                <a:t>Migration</a:t>
              </a:r>
              <a:r>
                <a:rPr lang="fr-CA" sz="3600" b="1" noProof="0" dirty="0">
                  <a:solidFill>
                    <a:schemeClr val="tx2">
                      <a:lumMod val="50000"/>
                      <a:lumOff val="50000"/>
                    </a:schemeClr>
                  </a:solidFill>
                  <a:latin typeface="Arial" panose="020B0604020202020204" pitchFamily="34" charset="0"/>
                  <a:cs typeface="Arial" panose="020B0604020202020204" pitchFamily="34" charset="0"/>
                </a:rPr>
                <a:t>4o</a:t>
              </a:r>
            </a:p>
          </p:txBody>
        </p:sp>
        <p:sp>
          <p:nvSpPr>
            <p:cNvPr id="8" name="TextBox 7">
              <a:extLst>
                <a:ext uri="{FF2B5EF4-FFF2-40B4-BE49-F238E27FC236}">
                  <a16:creationId xmlns:a16="http://schemas.microsoft.com/office/drawing/2014/main" id="{7684E5DC-BF0F-DEC1-FD9A-162F9CECE79B}"/>
                </a:ext>
              </a:extLst>
            </p:cNvPr>
            <p:cNvSpPr txBox="1"/>
            <p:nvPr/>
          </p:nvSpPr>
          <p:spPr>
            <a:xfrm>
              <a:off x="29068" y="506127"/>
              <a:ext cx="2727252" cy="230832"/>
            </a:xfrm>
            <a:prstGeom prst="rect">
              <a:avLst/>
            </a:prstGeom>
            <a:noFill/>
          </p:spPr>
          <p:txBody>
            <a:bodyPr wrap="square" rtlCol="0">
              <a:spAutoFit/>
            </a:bodyPr>
            <a:lstStyle/>
            <a:p>
              <a:pPr algn="r"/>
              <a:r>
                <a:rPr lang="fr-CA" sz="900" noProof="0" dirty="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grpSp>
        <p:nvGrpSpPr>
          <p:cNvPr id="17" name="Group 16">
            <a:extLst>
              <a:ext uri="{FF2B5EF4-FFF2-40B4-BE49-F238E27FC236}">
                <a16:creationId xmlns:a16="http://schemas.microsoft.com/office/drawing/2014/main" id="{33AB88EE-4A76-6812-6AE1-AE32B4D4EED0}"/>
              </a:ext>
            </a:extLst>
          </p:cNvPr>
          <p:cNvGrpSpPr/>
          <p:nvPr/>
        </p:nvGrpSpPr>
        <p:grpSpPr>
          <a:xfrm>
            <a:off x="3896240" y="158995"/>
            <a:ext cx="414867" cy="414867"/>
            <a:chOff x="4438107" y="812799"/>
            <a:chExt cx="414867" cy="414867"/>
          </a:xfrm>
        </p:grpSpPr>
        <p:sp>
          <p:nvSpPr>
            <p:cNvPr id="14" name="Oval 13">
              <a:extLst>
                <a:ext uri="{FF2B5EF4-FFF2-40B4-BE49-F238E27FC236}">
                  <a16:creationId xmlns:a16="http://schemas.microsoft.com/office/drawing/2014/main" id="{52ACAF0F-826D-D2BB-DA7F-FECEDED9C4E5}"/>
                </a:ext>
              </a:extLst>
            </p:cNvPr>
            <p:cNvSpPr/>
            <p:nvPr/>
          </p:nvSpPr>
          <p:spPr>
            <a:xfrm>
              <a:off x="4438107" y="812799"/>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16" name="Oval 15">
              <a:extLst>
                <a:ext uri="{FF2B5EF4-FFF2-40B4-BE49-F238E27FC236}">
                  <a16:creationId xmlns:a16="http://schemas.microsoft.com/office/drawing/2014/main" id="{297EAA1B-53F2-851E-9709-151C4A38171D}"/>
                </a:ext>
              </a:extLst>
            </p:cNvPr>
            <p:cNvSpPr/>
            <p:nvPr/>
          </p:nvSpPr>
          <p:spPr>
            <a:xfrm>
              <a:off x="4497373" y="872065"/>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grpSp>
      <p:sp>
        <p:nvSpPr>
          <p:cNvPr id="19" name="Oval 18">
            <a:extLst>
              <a:ext uri="{FF2B5EF4-FFF2-40B4-BE49-F238E27FC236}">
                <a16:creationId xmlns:a16="http://schemas.microsoft.com/office/drawing/2014/main" id="{58AE0E29-CB1F-BF00-B680-5580EE0EB14D}"/>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1" name="Oval 20">
            <a:extLst>
              <a:ext uri="{FF2B5EF4-FFF2-40B4-BE49-F238E27FC236}">
                <a16:creationId xmlns:a16="http://schemas.microsoft.com/office/drawing/2014/main" id="{B391C1D0-BBDD-CE06-3A8E-C571B276A199}"/>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2" name="Oval 21">
            <a:extLst>
              <a:ext uri="{FF2B5EF4-FFF2-40B4-BE49-F238E27FC236}">
                <a16:creationId xmlns:a16="http://schemas.microsoft.com/office/drawing/2014/main" id="{73F14B76-4603-E3A7-DA31-1BE500979DE7}"/>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23" name="Oval 22">
            <a:extLst>
              <a:ext uri="{FF2B5EF4-FFF2-40B4-BE49-F238E27FC236}">
                <a16:creationId xmlns:a16="http://schemas.microsoft.com/office/drawing/2014/main" id="{C241D963-62E7-F596-1A46-209C535B7372}"/>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dirty="0"/>
          </a:p>
        </p:txBody>
      </p:sp>
      <p:sp>
        <p:nvSpPr>
          <p:cNvPr id="34" name="TextBox 33">
            <a:extLst>
              <a:ext uri="{FF2B5EF4-FFF2-40B4-BE49-F238E27FC236}">
                <a16:creationId xmlns:a16="http://schemas.microsoft.com/office/drawing/2014/main" id="{504F0C36-B3AC-E9BC-C468-50E699C7EEA1}"/>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solidFill>
                <a:latin typeface="+mj-lt"/>
              </a:rPr>
              <a:t>Situation</a:t>
            </a:r>
          </a:p>
        </p:txBody>
      </p:sp>
      <p:sp>
        <p:nvSpPr>
          <p:cNvPr id="35" name="TextBox 34">
            <a:extLst>
              <a:ext uri="{FF2B5EF4-FFF2-40B4-BE49-F238E27FC236}">
                <a16:creationId xmlns:a16="http://schemas.microsoft.com/office/drawing/2014/main" id="{F3BCDE3A-476D-5B10-DD78-33A2BEE8D58B}"/>
              </a:ext>
            </a:extLst>
          </p:cNvPr>
          <p:cNvSpPr txBox="1"/>
          <p:nvPr/>
        </p:nvSpPr>
        <p:spPr>
          <a:xfrm>
            <a:off x="5013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Solution</a:t>
            </a:r>
          </a:p>
        </p:txBody>
      </p:sp>
      <p:sp>
        <p:nvSpPr>
          <p:cNvPr id="36" name="TextBox 35">
            <a:extLst>
              <a:ext uri="{FF2B5EF4-FFF2-40B4-BE49-F238E27FC236}">
                <a16:creationId xmlns:a16="http://schemas.microsoft.com/office/drawing/2014/main" id="{A01BC131-CA83-C903-B9DF-D26AD352DD73}"/>
              </a:ext>
            </a:extLst>
          </p:cNvPr>
          <p:cNvSpPr txBox="1"/>
          <p:nvPr/>
        </p:nvSpPr>
        <p:spPr>
          <a:xfrm>
            <a:off x="6808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Détails</a:t>
            </a:r>
          </a:p>
        </p:txBody>
      </p:sp>
      <p:sp>
        <p:nvSpPr>
          <p:cNvPr id="37" name="TextBox 36">
            <a:extLst>
              <a:ext uri="{FF2B5EF4-FFF2-40B4-BE49-F238E27FC236}">
                <a16:creationId xmlns:a16="http://schemas.microsoft.com/office/drawing/2014/main" id="{7628DB76-C100-1284-6CCB-5C5D94C641BE}"/>
              </a:ext>
            </a:extLst>
          </p:cNvPr>
          <p:cNvSpPr txBox="1"/>
          <p:nvPr/>
        </p:nvSpPr>
        <p:spPr>
          <a:xfrm>
            <a:off x="8586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Coûts</a:t>
            </a:r>
          </a:p>
        </p:txBody>
      </p:sp>
      <p:sp>
        <p:nvSpPr>
          <p:cNvPr id="38" name="TextBox 37">
            <a:extLst>
              <a:ext uri="{FF2B5EF4-FFF2-40B4-BE49-F238E27FC236}">
                <a16:creationId xmlns:a16="http://schemas.microsoft.com/office/drawing/2014/main" id="{E826CB94-0C99-8E3E-2CF3-7ECD8D2969D0}"/>
              </a:ext>
            </a:extLst>
          </p:cNvPr>
          <p:cNvSpPr txBox="1"/>
          <p:nvPr/>
        </p:nvSpPr>
        <p:spPr>
          <a:xfrm>
            <a:off x="10364774"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Processus</a:t>
            </a:r>
          </a:p>
        </p:txBody>
      </p:sp>
      <p:grpSp>
        <p:nvGrpSpPr>
          <p:cNvPr id="59" name="Group 58">
            <a:extLst>
              <a:ext uri="{FF2B5EF4-FFF2-40B4-BE49-F238E27FC236}">
                <a16:creationId xmlns:a16="http://schemas.microsoft.com/office/drawing/2014/main" id="{77A78BEB-B3FB-A1BE-A96F-6AEB63E57A4B}"/>
              </a:ext>
            </a:extLst>
          </p:cNvPr>
          <p:cNvGrpSpPr/>
          <p:nvPr/>
        </p:nvGrpSpPr>
        <p:grpSpPr>
          <a:xfrm>
            <a:off x="517253" y="1552431"/>
            <a:ext cx="11107479" cy="1314837"/>
            <a:chOff x="517253" y="2111058"/>
            <a:chExt cx="11107479" cy="1314837"/>
          </a:xfrm>
        </p:grpSpPr>
        <p:sp>
          <p:nvSpPr>
            <p:cNvPr id="39" name="Content Placeholder 2">
              <a:extLst>
                <a:ext uri="{FF2B5EF4-FFF2-40B4-BE49-F238E27FC236}">
                  <a16:creationId xmlns:a16="http://schemas.microsoft.com/office/drawing/2014/main" id="{B33F3246-9D32-A311-FC12-955F0D308B21}"/>
                </a:ext>
              </a:extLst>
            </p:cNvPr>
            <p:cNvSpPr txBox="1">
              <a:spLocks/>
            </p:cNvSpPr>
            <p:nvPr/>
          </p:nvSpPr>
          <p:spPr>
            <a:xfrm>
              <a:off x="3649133" y="2162017"/>
              <a:ext cx="7975599" cy="12638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200" noProof="0" dirty="0"/>
                <a:t>Une </a:t>
              </a:r>
              <a:r>
                <a:rPr lang="fr-CA" sz="2200" b="1" noProof="0" dirty="0"/>
                <a:t>licence valide </a:t>
              </a:r>
              <a:r>
                <a:rPr lang="fr-CA" sz="2200" noProof="0" dirty="0"/>
                <a:t>est requise pour que le serveur PL fonctionne. L’accès aux données historiques nécessite donc de </a:t>
              </a:r>
              <a:r>
                <a:rPr lang="fr-CA" sz="2200" b="1" noProof="0" dirty="0">
                  <a:solidFill>
                    <a:srgbClr val="C00000"/>
                  </a:solidFill>
                </a:rPr>
                <a:t>continuer de payer pour PL </a:t>
              </a:r>
              <a:r>
                <a:rPr lang="fr-CA" sz="2200" noProof="0" dirty="0"/>
                <a:t>tant et aussi longtemps que vous voudrez pouvoir consulter vos propres données.</a:t>
              </a:r>
            </a:p>
          </p:txBody>
        </p:sp>
        <p:grpSp>
          <p:nvGrpSpPr>
            <p:cNvPr id="41" name="Group 40">
              <a:extLst>
                <a:ext uri="{FF2B5EF4-FFF2-40B4-BE49-F238E27FC236}">
                  <a16:creationId xmlns:a16="http://schemas.microsoft.com/office/drawing/2014/main" id="{F9BE77E0-29B3-3C7B-BFBD-ECDAAD54F43F}"/>
                </a:ext>
              </a:extLst>
            </p:cNvPr>
            <p:cNvGrpSpPr/>
            <p:nvPr/>
          </p:nvGrpSpPr>
          <p:grpSpPr>
            <a:xfrm>
              <a:off x="517253" y="2111058"/>
              <a:ext cx="2996415" cy="1242949"/>
              <a:chOff x="517253" y="2111058"/>
              <a:chExt cx="2996415" cy="1242949"/>
            </a:xfrm>
          </p:grpSpPr>
          <p:sp>
            <p:nvSpPr>
              <p:cNvPr id="26" name="Rounded Rectangle 25">
                <a:extLst>
                  <a:ext uri="{FF2B5EF4-FFF2-40B4-BE49-F238E27FC236}">
                    <a16:creationId xmlns:a16="http://schemas.microsoft.com/office/drawing/2014/main" id="{1E004157-6B43-3CAE-D5AE-516CB7EC89D1}"/>
                  </a:ext>
                </a:extLst>
              </p:cNvPr>
              <p:cNvSpPr/>
              <p:nvPr/>
            </p:nvSpPr>
            <p:spPr>
              <a:xfrm>
                <a:off x="924440" y="2163065"/>
                <a:ext cx="2589228" cy="119094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CA" sz="3200" b="1" noProof="0" dirty="0">
                    <a:latin typeface="+mj-lt"/>
                  </a:rPr>
                  <a:t>Licence PL requise pour consulter les données</a:t>
                </a:r>
              </a:p>
            </p:txBody>
          </p:sp>
          <p:sp>
            <p:nvSpPr>
              <p:cNvPr id="40" name="Content Placeholder 2">
                <a:extLst>
                  <a:ext uri="{FF2B5EF4-FFF2-40B4-BE49-F238E27FC236}">
                    <a16:creationId xmlns:a16="http://schemas.microsoft.com/office/drawing/2014/main" id="{582E0BB6-0B71-3FEF-40BA-D0E0C1CF07E8}"/>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grpSp>
        <p:nvGrpSpPr>
          <p:cNvPr id="3" name="Group 2">
            <a:extLst>
              <a:ext uri="{FF2B5EF4-FFF2-40B4-BE49-F238E27FC236}">
                <a16:creationId xmlns:a16="http://schemas.microsoft.com/office/drawing/2014/main" id="{A91D0384-FA90-75F0-9A9E-C7AD3C478A4E}"/>
              </a:ext>
            </a:extLst>
          </p:cNvPr>
          <p:cNvGrpSpPr/>
          <p:nvPr/>
        </p:nvGrpSpPr>
        <p:grpSpPr>
          <a:xfrm>
            <a:off x="517253" y="3147615"/>
            <a:ext cx="11157494" cy="1947600"/>
            <a:chOff x="517253" y="3634500"/>
            <a:chExt cx="11157494" cy="1947600"/>
          </a:xfrm>
        </p:grpSpPr>
        <p:grpSp>
          <p:nvGrpSpPr>
            <p:cNvPr id="43" name="Group 42">
              <a:extLst>
                <a:ext uri="{FF2B5EF4-FFF2-40B4-BE49-F238E27FC236}">
                  <a16:creationId xmlns:a16="http://schemas.microsoft.com/office/drawing/2014/main" id="{925A8748-8D9F-28FC-BEDE-1772773E7495}"/>
                </a:ext>
              </a:extLst>
            </p:cNvPr>
            <p:cNvGrpSpPr/>
            <p:nvPr/>
          </p:nvGrpSpPr>
          <p:grpSpPr>
            <a:xfrm>
              <a:off x="517253" y="3843104"/>
              <a:ext cx="11157494" cy="1738996"/>
              <a:chOff x="517253" y="2419815"/>
              <a:chExt cx="11157494" cy="1738996"/>
            </a:xfrm>
          </p:grpSpPr>
          <p:sp>
            <p:nvSpPr>
              <p:cNvPr id="44" name="Content Placeholder 2">
                <a:extLst>
                  <a:ext uri="{FF2B5EF4-FFF2-40B4-BE49-F238E27FC236}">
                    <a16:creationId xmlns:a16="http://schemas.microsoft.com/office/drawing/2014/main" id="{DD15FF68-DF31-4519-DDC2-CF778C83A889}"/>
                  </a:ext>
                </a:extLst>
              </p:cNvPr>
              <p:cNvSpPr txBox="1">
                <a:spLocks/>
              </p:cNvSpPr>
              <p:nvPr/>
            </p:nvSpPr>
            <p:spPr>
              <a:xfrm>
                <a:off x="3649133" y="2487673"/>
                <a:ext cx="8025614" cy="16711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None/>
                </a:pPr>
                <a:r>
                  <a:rPr lang="fr-CA" sz="2200" noProof="0" dirty="0"/>
                  <a:t>La consultation des données historiques stockées dans la base de données ne peut se faire que via le logiciel Première Ligne, et donc </a:t>
                </a:r>
                <a:r>
                  <a:rPr lang="fr-CA" sz="2200" b="1" noProof="0" dirty="0"/>
                  <a:t>nécessite que le serveur PL demeure fonctionnel</a:t>
                </a:r>
                <a:r>
                  <a:rPr lang="fr-CA" sz="2200" noProof="0" dirty="0"/>
                  <a:t>, en ligne, et maintenu en vie par les TI tant et aussi longtemps que vous pourrez avoir besoin de consulter vos données.</a:t>
                </a:r>
              </a:p>
            </p:txBody>
          </p:sp>
          <p:grpSp>
            <p:nvGrpSpPr>
              <p:cNvPr id="45" name="Group 44">
                <a:extLst>
                  <a:ext uri="{FF2B5EF4-FFF2-40B4-BE49-F238E27FC236}">
                    <a16:creationId xmlns:a16="http://schemas.microsoft.com/office/drawing/2014/main" id="{3C676855-8395-5580-65B7-8765070E87A0}"/>
                  </a:ext>
                </a:extLst>
              </p:cNvPr>
              <p:cNvGrpSpPr/>
              <p:nvPr/>
            </p:nvGrpSpPr>
            <p:grpSpPr>
              <a:xfrm>
                <a:off x="517253" y="2419815"/>
                <a:ext cx="2996415" cy="1512591"/>
                <a:chOff x="517253" y="2419815"/>
                <a:chExt cx="2996415" cy="1512591"/>
              </a:xfrm>
            </p:grpSpPr>
            <p:sp>
              <p:nvSpPr>
                <p:cNvPr id="46" name="Rounded Rectangle 45">
                  <a:extLst>
                    <a:ext uri="{FF2B5EF4-FFF2-40B4-BE49-F238E27FC236}">
                      <a16:creationId xmlns:a16="http://schemas.microsoft.com/office/drawing/2014/main" id="{2D75D71F-D4A5-FF3C-D856-4DFF4CA9946E}"/>
                    </a:ext>
                  </a:extLst>
                </p:cNvPr>
                <p:cNvSpPr/>
                <p:nvPr/>
              </p:nvSpPr>
              <p:spPr>
                <a:xfrm>
                  <a:off x="924440" y="2483698"/>
                  <a:ext cx="2589228" cy="1448708"/>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CA" sz="3200" b="1" noProof="0" dirty="0">
                      <a:latin typeface="+mj-lt"/>
                    </a:rPr>
                    <a:t>Serveur PL fonctionnel requis pour consulter les données</a:t>
                  </a:r>
                </a:p>
              </p:txBody>
            </p:sp>
            <p:sp>
              <p:nvSpPr>
                <p:cNvPr id="47" name="Content Placeholder 2">
                  <a:extLst>
                    <a:ext uri="{FF2B5EF4-FFF2-40B4-BE49-F238E27FC236}">
                      <a16:creationId xmlns:a16="http://schemas.microsoft.com/office/drawing/2014/main" id="{2C7DB175-7D9E-2939-F1E1-10B3A1AB73BB}"/>
                    </a:ext>
                  </a:extLst>
                </p:cNvPr>
                <p:cNvSpPr txBox="1">
                  <a:spLocks/>
                </p:cNvSpPr>
                <p:nvPr/>
              </p:nvSpPr>
              <p:spPr>
                <a:xfrm>
                  <a:off x="517253" y="2419815"/>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56" name="Straight Connector 55">
              <a:extLst>
                <a:ext uri="{FF2B5EF4-FFF2-40B4-BE49-F238E27FC236}">
                  <a16:creationId xmlns:a16="http://schemas.microsoft.com/office/drawing/2014/main" id="{E31B26E2-DB03-B886-1F57-8E032D5ECA3A}"/>
                </a:ext>
              </a:extLst>
            </p:cNvPr>
            <p:cNvCxnSpPr/>
            <p:nvPr/>
          </p:nvCxnSpPr>
          <p:spPr>
            <a:xfrm>
              <a:off x="924439" y="3634500"/>
              <a:ext cx="10700293"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4" name="Group 3">
            <a:extLst>
              <a:ext uri="{FF2B5EF4-FFF2-40B4-BE49-F238E27FC236}">
                <a16:creationId xmlns:a16="http://schemas.microsoft.com/office/drawing/2014/main" id="{5C5861D0-7895-AFF5-1664-8FC0A722AF8B}"/>
              </a:ext>
            </a:extLst>
          </p:cNvPr>
          <p:cNvGrpSpPr/>
          <p:nvPr/>
        </p:nvGrpSpPr>
        <p:grpSpPr>
          <a:xfrm>
            <a:off x="636003" y="5332677"/>
            <a:ext cx="11038744" cy="1947600"/>
            <a:chOff x="636003" y="3634500"/>
            <a:chExt cx="11038744" cy="1947600"/>
          </a:xfrm>
        </p:grpSpPr>
        <p:grpSp>
          <p:nvGrpSpPr>
            <p:cNvPr id="9" name="Group 8">
              <a:extLst>
                <a:ext uri="{FF2B5EF4-FFF2-40B4-BE49-F238E27FC236}">
                  <a16:creationId xmlns:a16="http://schemas.microsoft.com/office/drawing/2014/main" id="{3467DB1C-8A32-55E6-65D2-CE6EB980FAC9}"/>
                </a:ext>
              </a:extLst>
            </p:cNvPr>
            <p:cNvGrpSpPr/>
            <p:nvPr/>
          </p:nvGrpSpPr>
          <p:grpSpPr>
            <a:xfrm>
              <a:off x="636003" y="3843104"/>
              <a:ext cx="11038744" cy="1738996"/>
              <a:chOff x="636003" y="2419815"/>
              <a:chExt cx="11038744" cy="1738996"/>
            </a:xfrm>
          </p:grpSpPr>
          <p:sp>
            <p:nvSpPr>
              <p:cNvPr id="11" name="Content Placeholder 2">
                <a:extLst>
                  <a:ext uri="{FF2B5EF4-FFF2-40B4-BE49-F238E27FC236}">
                    <a16:creationId xmlns:a16="http://schemas.microsoft.com/office/drawing/2014/main" id="{C0FC478C-754A-90BF-6F70-8DFF97E809E7}"/>
                  </a:ext>
                </a:extLst>
              </p:cNvPr>
              <p:cNvSpPr txBox="1">
                <a:spLocks/>
              </p:cNvSpPr>
              <p:nvPr/>
            </p:nvSpPr>
            <p:spPr>
              <a:xfrm>
                <a:off x="3649133" y="2487673"/>
                <a:ext cx="8025614" cy="16711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None/>
                </a:pPr>
                <a:r>
                  <a:rPr lang="fr-CA" sz="2200" noProof="0" dirty="0">
                    <a:solidFill>
                      <a:schemeClr val="bg1"/>
                    </a:solidFill>
                  </a:rPr>
                  <a:t>En cas de </a:t>
                </a:r>
                <a:r>
                  <a:rPr lang="fr-CA" sz="2200" b="1" noProof="0" dirty="0">
                    <a:solidFill>
                      <a:schemeClr val="bg1"/>
                    </a:solidFill>
                  </a:rPr>
                  <a:t>demandes d’accès à l’information</a:t>
                </a:r>
                <a:r>
                  <a:rPr lang="fr-CA" sz="2200" noProof="0" dirty="0">
                    <a:solidFill>
                      <a:schemeClr val="bg1"/>
                    </a:solidFill>
                  </a:rPr>
                  <a:t>, de </a:t>
                </a:r>
                <a:r>
                  <a:rPr lang="fr-CA" sz="2200" b="1" noProof="0" dirty="0">
                    <a:solidFill>
                      <a:schemeClr val="bg1"/>
                    </a:solidFill>
                  </a:rPr>
                  <a:t>poursuites</a:t>
                </a:r>
                <a:r>
                  <a:rPr lang="fr-CA" sz="2200" noProof="0" dirty="0">
                    <a:solidFill>
                      <a:schemeClr val="bg1"/>
                    </a:solidFill>
                  </a:rPr>
                  <a:t>, de </a:t>
                </a:r>
                <a:r>
                  <a:rPr lang="fr-CA" sz="2200" b="1" noProof="0" dirty="0">
                    <a:solidFill>
                      <a:schemeClr val="bg1"/>
                    </a:solidFill>
                  </a:rPr>
                  <a:t>dossiers d’assurance </a:t>
                </a:r>
                <a:r>
                  <a:rPr lang="fr-CA" sz="2200" noProof="0" dirty="0">
                    <a:solidFill>
                      <a:schemeClr val="bg1"/>
                    </a:solidFill>
                  </a:rPr>
                  <a:t>ou de </a:t>
                </a:r>
                <a:r>
                  <a:rPr lang="fr-CA" sz="2200" b="1" noProof="0" dirty="0">
                    <a:solidFill>
                      <a:schemeClr val="bg1"/>
                    </a:solidFill>
                  </a:rPr>
                  <a:t>suivis d’inspection</a:t>
                </a:r>
                <a:r>
                  <a:rPr lang="fr-CA" sz="2200" noProof="0" dirty="0">
                    <a:solidFill>
                      <a:schemeClr val="bg1"/>
                    </a:solidFill>
                  </a:rPr>
                  <a:t>, vous aurez besoin d’avoir un accès complet à vos données historiques!</a:t>
                </a:r>
              </a:p>
            </p:txBody>
          </p:sp>
          <p:grpSp>
            <p:nvGrpSpPr>
              <p:cNvPr id="12" name="Group 11">
                <a:extLst>
                  <a:ext uri="{FF2B5EF4-FFF2-40B4-BE49-F238E27FC236}">
                    <a16:creationId xmlns:a16="http://schemas.microsoft.com/office/drawing/2014/main" id="{BF6AD643-EAB2-BDEF-2FB3-FA5B80BBB5B2}"/>
                  </a:ext>
                </a:extLst>
              </p:cNvPr>
              <p:cNvGrpSpPr/>
              <p:nvPr/>
            </p:nvGrpSpPr>
            <p:grpSpPr>
              <a:xfrm>
                <a:off x="636003" y="2419815"/>
                <a:ext cx="2877665" cy="976058"/>
                <a:chOff x="636003" y="2419815"/>
                <a:chExt cx="2877665" cy="976058"/>
              </a:xfrm>
            </p:grpSpPr>
            <p:sp>
              <p:nvSpPr>
                <p:cNvPr id="13" name="Rounded Rectangle 12">
                  <a:extLst>
                    <a:ext uri="{FF2B5EF4-FFF2-40B4-BE49-F238E27FC236}">
                      <a16:creationId xmlns:a16="http://schemas.microsoft.com/office/drawing/2014/main" id="{8DC630DA-2E3C-1B9A-7236-2DDD27EBB555}"/>
                    </a:ext>
                  </a:extLst>
                </p:cNvPr>
                <p:cNvSpPr/>
                <p:nvPr/>
              </p:nvSpPr>
              <p:spPr>
                <a:xfrm>
                  <a:off x="924440" y="2483698"/>
                  <a:ext cx="2589228" cy="91217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sz="2400" b="1" noProof="0" dirty="0">
                      <a:solidFill>
                        <a:srgbClr val="C00000"/>
                      </a:solidFill>
                      <a:latin typeface="+mj-lt"/>
                    </a:rPr>
                    <a:t>Accès continu aux données</a:t>
                  </a:r>
                </a:p>
              </p:txBody>
            </p:sp>
            <p:sp>
              <p:nvSpPr>
                <p:cNvPr id="15" name="Content Placeholder 2">
                  <a:extLst>
                    <a:ext uri="{FF2B5EF4-FFF2-40B4-BE49-F238E27FC236}">
                      <a16:creationId xmlns:a16="http://schemas.microsoft.com/office/drawing/2014/main" id="{5EE32472-ADE2-9969-949A-0AAA48857D5A}"/>
                    </a:ext>
                  </a:extLst>
                </p:cNvPr>
                <p:cNvSpPr txBox="1">
                  <a:spLocks/>
                </p:cNvSpPr>
                <p:nvPr/>
              </p:nvSpPr>
              <p:spPr>
                <a:xfrm>
                  <a:off x="636003" y="2419815"/>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cxnSp>
          <p:nvCxnSpPr>
            <p:cNvPr id="10" name="Straight Connector 9">
              <a:extLst>
                <a:ext uri="{FF2B5EF4-FFF2-40B4-BE49-F238E27FC236}">
                  <a16:creationId xmlns:a16="http://schemas.microsoft.com/office/drawing/2014/main" id="{5AA4BA50-F7DF-CC0F-89BE-1E5C6EF20050}"/>
                </a:ext>
              </a:extLst>
            </p:cNvPr>
            <p:cNvCxnSpPr/>
            <p:nvPr/>
          </p:nvCxnSpPr>
          <p:spPr>
            <a:xfrm>
              <a:off x="924439" y="3634500"/>
              <a:ext cx="10700293"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42949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972A8DE1-835B-28CF-75C4-683CE2F6933F}"/>
              </a:ext>
            </a:extLst>
          </p:cNvPr>
          <p:cNvSpPr txBox="1">
            <a:spLocks/>
          </p:cNvSpPr>
          <p:nvPr/>
        </p:nvSpPr>
        <p:spPr>
          <a:xfrm>
            <a:off x="296332" y="1275894"/>
            <a:ext cx="11590867" cy="637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Base de données PL:</a:t>
            </a:r>
          </a:p>
        </p:txBody>
      </p:sp>
      <p:grpSp>
        <p:nvGrpSpPr>
          <p:cNvPr id="38" name="Group 37">
            <a:extLst>
              <a:ext uri="{FF2B5EF4-FFF2-40B4-BE49-F238E27FC236}">
                <a16:creationId xmlns:a16="http://schemas.microsoft.com/office/drawing/2014/main" id="{185F529B-F5E9-3EE6-AE93-584B3D25AF11}"/>
              </a:ext>
            </a:extLst>
          </p:cNvPr>
          <p:cNvGrpSpPr/>
          <p:nvPr/>
        </p:nvGrpSpPr>
        <p:grpSpPr>
          <a:xfrm>
            <a:off x="4146008" y="2111058"/>
            <a:ext cx="7639592" cy="1104552"/>
            <a:chOff x="559588" y="2111058"/>
            <a:chExt cx="7639592" cy="1104552"/>
          </a:xfrm>
        </p:grpSpPr>
        <p:sp>
          <p:nvSpPr>
            <p:cNvPr id="39" name="Content Placeholder 2">
              <a:extLst>
                <a:ext uri="{FF2B5EF4-FFF2-40B4-BE49-F238E27FC236}">
                  <a16:creationId xmlns:a16="http://schemas.microsoft.com/office/drawing/2014/main" id="{BAD392B3-F824-830D-1F2D-FF69EE48A0A2}"/>
                </a:ext>
              </a:extLst>
            </p:cNvPr>
            <p:cNvSpPr txBox="1">
              <a:spLocks/>
            </p:cNvSpPr>
            <p:nvPr/>
          </p:nvSpPr>
          <p:spPr>
            <a:xfrm>
              <a:off x="3649133" y="2162017"/>
              <a:ext cx="4550047" cy="10535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PL utilise une technologie de base de données </a:t>
              </a:r>
              <a:r>
                <a:rPr lang="fr-CA" sz="2000" b="1" noProof="0" dirty="0"/>
                <a:t>commerciale</a:t>
              </a:r>
              <a:r>
                <a:rPr lang="fr-CA" sz="2000" noProof="0" dirty="0"/>
                <a:t> open-source </a:t>
              </a:r>
              <a:br>
                <a:rPr lang="fr-CA" sz="2000" noProof="0" dirty="0"/>
              </a:br>
              <a:r>
                <a:rPr lang="fr-CA" sz="2000" noProof="0" dirty="0"/>
                <a:t>(la technologie ne lui appartient pas).</a:t>
              </a:r>
            </a:p>
          </p:txBody>
        </p:sp>
        <p:grpSp>
          <p:nvGrpSpPr>
            <p:cNvPr id="40" name="Group 39">
              <a:extLst>
                <a:ext uri="{FF2B5EF4-FFF2-40B4-BE49-F238E27FC236}">
                  <a16:creationId xmlns:a16="http://schemas.microsoft.com/office/drawing/2014/main" id="{4095EE09-A000-FDD5-6781-92EDA84F6A56}"/>
                </a:ext>
              </a:extLst>
            </p:cNvPr>
            <p:cNvGrpSpPr/>
            <p:nvPr/>
          </p:nvGrpSpPr>
          <p:grpSpPr>
            <a:xfrm>
              <a:off x="559588" y="2111058"/>
              <a:ext cx="2954080" cy="903074"/>
              <a:chOff x="559588" y="2111058"/>
              <a:chExt cx="2954080" cy="903074"/>
            </a:xfrm>
          </p:grpSpPr>
          <p:sp>
            <p:nvSpPr>
              <p:cNvPr id="41" name="Rounded Rectangle 40">
                <a:extLst>
                  <a:ext uri="{FF2B5EF4-FFF2-40B4-BE49-F238E27FC236}">
                    <a16:creationId xmlns:a16="http://schemas.microsoft.com/office/drawing/2014/main" id="{3508A768-EA70-21BB-BFC8-5D7CF6F05C9F}"/>
                  </a:ext>
                </a:extLst>
              </p:cNvPr>
              <p:cNvSpPr/>
              <p:nvPr/>
            </p:nvSpPr>
            <p:spPr>
              <a:xfrm>
                <a:off x="924440" y="2163065"/>
                <a:ext cx="2589228" cy="85106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fr-CA" sz="3200" b="1" noProof="0" dirty="0">
                    <a:latin typeface="+mj-lt"/>
                  </a:rPr>
                  <a:t>Technologie commerciale</a:t>
                </a:r>
              </a:p>
            </p:txBody>
          </p:sp>
          <p:sp>
            <p:nvSpPr>
              <p:cNvPr id="42" name="Content Placeholder 2">
                <a:extLst>
                  <a:ext uri="{FF2B5EF4-FFF2-40B4-BE49-F238E27FC236}">
                    <a16:creationId xmlns:a16="http://schemas.microsoft.com/office/drawing/2014/main" id="{CDF98362-F09C-E761-DF0E-CCAF7157653F}"/>
                  </a:ext>
                </a:extLst>
              </p:cNvPr>
              <p:cNvSpPr txBox="1">
                <a:spLocks/>
              </p:cNvSpPr>
              <p:nvPr/>
            </p:nvSpPr>
            <p:spPr>
              <a:xfrm>
                <a:off x="559588"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dirty="0"/>
                  <a:t>🛑</a:t>
                </a:r>
              </a:p>
            </p:txBody>
          </p:sp>
        </p:grpSp>
      </p:grpSp>
      <p:grpSp>
        <p:nvGrpSpPr>
          <p:cNvPr id="5" name="Group 4">
            <a:extLst>
              <a:ext uri="{FF2B5EF4-FFF2-40B4-BE49-F238E27FC236}">
                <a16:creationId xmlns:a16="http://schemas.microsoft.com/office/drawing/2014/main" id="{68DB71BD-167F-0D09-193E-50B93BD2F789}"/>
              </a:ext>
            </a:extLst>
          </p:cNvPr>
          <p:cNvGrpSpPr/>
          <p:nvPr/>
        </p:nvGrpSpPr>
        <p:grpSpPr>
          <a:xfrm>
            <a:off x="4146008" y="3302000"/>
            <a:ext cx="7639592" cy="1620696"/>
            <a:chOff x="4146008" y="3302000"/>
            <a:chExt cx="7639592" cy="1620696"/>
          </a:xfrm>
        </p:grpSpPr>
        <p:cxnSp>
          <p:nvCxnSpPr>
            <p:cNvPr id="43" name="Straight Connector 42">
              <a:extLst>
                <a:ext uri="{FF2B5EF4-FFF2-40B4-BE49-F238E27FC236}">
                  <a16:creationId xmlns:a16="http://schemas.microsoft.com/office/drawing/2014/main" id="{AC2169D2-D909-13D9-C1DB-66BBEAA03BA7}"/>
                </a:ext>
              </a:extLst>
            </p:cNvPr>
            <p:cNvCxnSpPr>
              <a:cxnSpLocks/>
            </p:cNvCxnSpPr>
            <p:nvPr/>
          </p:nvCxnSpPr>
          <p:spPr>
            <a:xfrm>
              <a:off x="4510859" y="3302000"/>
              <a:ext cx="7274741"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sp>
          <p:nvSpPr>
            <p:cNvPr id="46" name="Content Placeholder 2">
              <a:extLst>
                <a:ext uri="{FF2B5EF4-FFF2-40B4-BE49-F238E27FC236}">
                  <a16:creationId xmlns:a16="http://schemas.microsoft.com/office/drawing/2014/main" id="{A7D8F07D-09C6-EFF5-7C66-4CA718346D7C}"/>
                </a:ext>
              </a:extLst>
            </p:cNvPr>
            <p:cNvSpPr txBox="1">
              <a:spLocks/>
            </p:cNvSpPr>
            <p:nvPr/>
          </p:nvSpPr>
          <p:spPr>
            <a:xfrm>
              <a:off x="7235553" y="3575950"/>
              <a:ext cx="4118247" cy="13467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Le produit de base de données </a:t>
              </a:r>
              <a:r>
                <a:rPr lang="fr-CA" sz="2000" b="1" noProof="0" dirty="0">
                  <a:solidFill>
                    <a:srgbClr val="C00000"/>
                  </a:solidFill>
                </a:rPr>
                <a:t>n'est plus supporté </a:t>
              </a:r>
              <a:r>
                <a:rPr lang="fr-CA" sz="2000" noProof="0" dirty="0"/>
                <a:t>par son propriétaire (</a:t>
              </a:r>
              <a:r>
                <a:rPr lang="fr-CA" sz="2000" noProof="0" dirty="0" err="1"/>
                <a:t>Actian</a:t>
              </a:r>
              <a:r>
                <a:rPr lang="fr-CA" sz="2000" noProof="0"/>
                <a:t>) depuis plus d'une dizaine d'années. </a:t>
              </a:r>
            </a:p>
          </p:txBody>
        </p:sp>
        <p:grpSp>
          <p:nvGrpSpPr>
            <p:cNvPr id="47" name="Group 46">
              <a:extLst>
                <a:ext uri="{FF2B5EF4-FFF2-40B4-BE49-F238E27FC236}">
                  <a16:creationId xmlns:a16="http://schemas.microsoft.com/office/drawing/2014/main" id="{1B82A2A1-1FCE-7367-923B-0AB9CF50F26C}"/>
                </a:ext>
              </a:extLst>
            </p:cNvPr>
            <p:cNvGrpSpPr/>
            <p:nvPr/>
          </p:nvGrpSpPr>
          <p:grpSpPr>
            <a:xfrm>
              <a:off x="4146008" y="3524991"/>
              <a:ext cx="2954080" cy="903074"/>
              <a:chOff x="559588" y="2111058"/>
              <a:chExt cx="2954080" cy="903074"/>
            </a:xfrm>
          </p:grpSpPr>
          <p:sp>
            <p:nvSpPr>
              <p:cNvPr id="48" name="Rounded Rectangle 47">
                <a:extLst>
                  <a:ext uri="{FF2B5EF4-FFF2-40B4-BE49-F238E27FC236}">
                    <a16:creationId xmlns:a16="http://schemas.microsoft.com/office/drawing/2014/main" id="{F83ACE3D-1547-3918-FECA-53BF2ED5119B}"/>
                  </a:ext>
                </a:extLst>
              </p:cNvPr>
              <p:cNvSpPr/>
              <p:nvPr/>
            </p:nvSpPr>
            <p:spPr>
              <a:xfrm>
                <a:off x="924440" y="2163065"/>
                <a:ext cx="2589228" cy="85106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fr-CA" sz="3200" b="1" noProof="0">
                    <a:latin typeface="+mj-lt"/>
                  </a:rPr>
                  <a:t>Produit abandonné</a:t>
                </a:r>
              </a:p>
            </p:txBody>
          </p:sp>
          <p:sp>
            <p:nvSpPr>
              <p:cNvPr id="49" name="Content Placeholder 2">
                <a:extLst>
                  <a:ext uri="{FF2B5EF4-FFF2-40B4-BE49-F238E27FC236}">
                    <a16:creationId xmlns:a16="http://schemas.microsoft.com/office/drawing/2014/main" id="{8E3C0142-65D9-F329-ED7A-C01428CCC9A9}"/>
                  </a:ext>
                </a:extLst>
              </p:cNvPr>
              <p:cNvSpPr txBox="1">
                <a:spLocks/>
              </p:cNvSpPr>
              <p:nvPr/>
            </p:nvSpPr>
            <p:spPr>
              <a:xfrm>
                <a:off x="559588"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a:t>🛑</a:t>
                </a:r>
              </a:p>
            </p:txBody>
          </p:sp>
        </p:grpSp>
      </p:grpSp>
      <p:grpSp>
        <p:nvGrpSpPr>
          <p:cNvPr id="3" name="Group 2">
            <a:extLst>
              <a:ext uri="{FF2B5EF4-FFF2-40B4-BE49-F238E27FC236}">
                <a16:creationId xmlns:a16="http://schemas.microsoft.com/office/drawing/2014/main" id="{1E4F5482-4D2C-46A4-DFF7-5C05D3DCAB96}"/>
              </a:ext>
            </a:extLst>
          </p:cNvPr>
          <p:cNvGrpSpPr/>
          <p:nvPr/>
        </p:nvGrpSpPr>
        <p:grpSpPr>
          <a:xfrm>
            <a:off x="4146008" y="4978400"/>
            <a:ext cx="7639592" cy="1746578"/>
            <a:chOff x="4146008" y="4978400"/>
            <a:chExt cx="7639592" cy="1746578"/>
          </a:xfrm>
        </p:grpSpPr>
        <p:cxnSp>
          <p:nvCxnSpPr>
            <p:cNvPr id="50" name="Straight Connector 49">
              <a:extLst>
                <a:ext uri="{FF2B5EF4-FFF2-40B4-BE49-F238E27FC236}">
                  <a16:creationId xmlns:a16="http://schemas.microsoft.com/office/drawing/2014/main" id="{788B6DE0-6D0A-2863-B67E-49AC937CFE02}"/>
                </a:ext>
              </a:extLst>
            </p:cNvPr>
            <p:cNvCxnSpPr>
              <a:cxnSpLocks/>
            </p:cNvCxnSpPr>
            <p:nvPr/>
          </p:nvCxnSpPr>
          <p:spPr>
            <a:xfrm>
              <a:off x="4510859" y="4978400"/>
              <a:ext cx="7274741" cy="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sp>
          <p:nvSpPr>
            <p:cNvPr id="52" name="Content Placeholder 2">
              <a:extLst>
                <a:ext uri="{FF2B5EF4-FFF2-40B4-BE49-F238E27FC236}">
                  <a16:creationId xmlns:a16="http://schemas.microsoft.com/office/drawing/2014/main" id="{40FBEE37-AFE8-19CD-825D-D0CBF52CEE4F}"/>
                </a:ext>
              </a:extLst>
            </p:cNvPr>
            <p:cNvSpPr txBox="1">
              <a:spLocks/>
            </p:cNvSpPr>
            <p:nvPr/>
          </p:nvSpPr>
          <p:spPr>
            <a:xfrm>
              <a:off x="7235553" y="5235217"/>
              <a:ext cx="4550047" cy="14897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Les données elles-mêmes sont stockées dans une base de données monolithique sous une structure propriétaire non-standard et complexe. </a:t>
              </a:r>
              <a:r>
                <a:rPr lang="fr-CA" sz="2000" b="1" noProof="0" dirty="0">
                  <a:solidFill>
                    <a:srgbClr val="C00000"/>
                  </a:solidFill>
                </a:rPr>
                <a:t>Ce n’est pas du SQL standard!</a:t>
              </a:r>
            </a:p>
          </p:txBody>
        </p:sp>
        <p:grpSp>
          <p:nvGrpSpPr>
            <p:cNvPr id="53" name="Group 52">
              <a:extLst>
                <a:ext uri="{FF2B5EF4-FFF2-40B4-BE49-F238E27FC236}">
                  <a16:creationId xmlns:a16="http://schemas.microsoft.com/office/drawing/2014/main" id="{366E5A93-0DA0-808C-6ADE-3D36BB843BC4}"/>
                </a:ext>
              </a:extLst>
            </p:cNvPr>
            <p:cNvGrpSpPr/>
            <p:nvPr/>
          </p:nvGrpSpPr>
          <p:grpSpPr>
            <a:xfrm>
              <a:off x="4146008" y="5226791"/>
              <a:ext cx="2954080" cy="903074"/>
              <a:chOff x="559588" y="2111058"/>
              <a:chExt cx="2954080" cy="903074"/>
            </a:xfrm>
          </p:grpSpPr>
          <p:sp>
            <p:nvSpPr>
              <p:cNvPr id="54" name="Rounded Rectangle 53">
                <a:extLst>
                  <a:ext uri="{FF2B5EF4-FFF2-40B4-BE49-F238E27FC236}">
                    <a16:creationId xmlns:a16="http://schemas.microsoft.com/office/drawing/2014/main" id="{7DE61326-1AF9-2EF8-A673-4E0AF5F20596}"/>
                  </a:ext>
                </a:extLst>
              </p:cNvPr>
              <p:cNvSpPr/>
              <p:nvPr/>
            </p:nvSpPr>
            <p:spPr>
              <a:xfrm>
                <a:off x="924440" y="2163065"/>
                <a:ext cx="2589228" cy="85106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CA" sz="3200" b="1" noProof="0">
                    <a:latin typeface="+mj-lt"/>
                  </a:rPr>
                  <a:t>Base de données fermée</a:t>
                </a:r>
              </a:p>
            </p:txBody>
          </p:sp>
          <p:sp>
            <p:nvSpPr>
              <p:cNvPr id="55" name="Content Placeholder 2">
                <a:extLst>
                  <a:ext uri="{FF2B5EF4-FFF2-40B4-BE49-F238E27FC236}">
                    <a16:creationId xmlns:a16="http://schemas.microsoft.com/office/drawing/2014/main" id="{D932BA5A-25A3-3226-8570-D47817CAA12B}"/>
                  </a:ext>
                </a:extLst>
              </p:cNvPr>
              <p:cNvSpPr txBox="1">
                <a:spLocks/>
              </p:cNvSpPr>
              <p:nvPr/>
            </p:nvSpPr>
            <p:spPr>
              <a:xfrm>
                <a:off x="559588"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a:t>🛑</a:t>
                </a:r>
              </a:p>
            </p:txBody>
          </p:sp>
        </p:grpSp>
      </p:grpSp>
      <p:cxnSp>
        <p:nvCxnSpPr>
          <p:cNvPr id="59" name="Curved Connector 58">
            <a:extLst>
              <a:ext uri="{FF2B5EF4-FFF2-40B4-BE49-F238E27FC236}">
                <a16:creationId xmlns:a16="http://schemas.microsoft.com/office/drawing/2014/main" id="{B2FC178D-C2A4-E270-1D5F-DD5351488115}"/>
              </a:ext>
            </a:extLst>
          </p:cNvPr>
          <p:cNvCxnSpPr>
            <a:cxnSpLocks/>
            <a:endCxn id="42" idx="1"/>
          </p:cNvCxnSpPr>
          <p:nvPr/>
        </p:nvCxnSpPr>
        <p:spPr>
          <a:xfrm flipV="1">
            <a:off x="2874854" y="2429764"/>
            <a:ext cx="1271154" cy="2548485"/>
          </a:xfrm>
          <a:prstGeom prst="curvedConnector3">
            <a:avLst>
              <a:gd name="adj1" fmla="val 50000"/>
            </a:avLst>
          </a:prstGeom>
          <a:ln w="47625">
            <a:solidFill>
              <a:srgbClr val="FF0000"/>
            </a:solidFill>
            <a:headEnd w="lg" len="med"/>
            <a:tailEnd type="triangle"/>
          </a:ln>
        </p:spPr>
        <p:style>
          <a:lnRef idx="2">
            <a:schemeClr val="accent1"/>
          </a:lnRef>
          <a:fillRef idx="0">
            <a:schemeClr val="accent1"/>
          </a:fillRef>
          <a:effectRef idx="1">
            <a:schemeClr val="accent1"/>
          </a:effectRef>
          <a:fontRef idx="minor">
            <a:schemeClr val="tx1"/>
          </a:fontRef>
        </p:style>
      </p:cxnSp>
      <p:cxnSp>
        <p:nvCxnSpPr>
          <p:cNvPr id="61" name="Curved Connector 60">
            <a:extLst>
              <a:ext uri="{FF2B5EF4-FFF2-40B4-BE49-F238E27FC236}">
                <a16:creationId xmlns:a16="http://schemas.microsoft.com/office/drawing/2014/main" id="{1413176B-8931-DA6E-ACDE-3D5080E5D5D0}"/>
              </a:ext>
            </a:extLst>
          </p:cNvPr>
          <p:cNvCxnSpPr>
            <a:cxnSpLocks/>
            <a:endCxn id="49" idx="1"/>
          </p:cNvCxnSpPr>
          <p:nvPr/>
        </p:nvCxnSpPr>
        <p:spPr>
          <a:xfrm flipV="1">
            <a:off x="2874854" y="3843697"/>
            <a:ext cx="1271154" cy="1250291"/>
          </a:xfrm>
          <a:prstGeom prst="curvedConnector3">
            <a:avLst>
              <a:gd name="adj1" fmla="val 50000"/>
            </a:avLst>
          </a:prstGeom>
          <a:ln w="47625">
            <a:solidFill>
              <a:srgbClr val="FF0000"/>
            </a:solidFill>
            <a:headEnd w="lg" len="med"/>
            <a:tailEnd type="triangle"/>
          </a:ln>
        </p:spPr>
        <p:style>
          <a:lnRef idx="2">
            <a:schemeClr val="accent1"/>
          </a:lnRef>
          <a:fillRef idx="0">
            <a:schemeClr val="accent1"/>
          </a:fillRef>
          <a:effectRef idx="1">
            <a:schemeClr val="accent1"/>
          </a:effectRef>
          <a:fontRef idx="minor">
            <a:schemeClr val="tx1"/>
          </a:fontRef>
        </p:style>
      </p:cxnSp>
      <p:cxnSp>
        <p:nvCxnSpPr>
          <p:cNvPr id="64" name="Curved Connector 63">
            <a:extLst>
              <a:ext uri="{FF2B5EF4-FFF2-40B4-BE49-F238E27FC236}">
                <a16:creationId xmlns:a16="http://schemas.microsoft.com/office/drawing/2014/main" id="{AB35024F-E012-B499-1B89-123E7B371AE0}"/>
              </a:ext>
            </a:extLst>
          </p:cNvPr>
          <p:cNvCxnSpPr>
            <a:cxnSpLocks/>
            <a:endCxn id="55" idx="1"/>
          </p:cNvCxnSpPr>
          <p:nvPr/>
        </p:nvCxnSpPr>
        <p:spPr>
          <a:xfrm>
            <a:off x="2874854" y="5201239"/>
            <a:ext cx="1271154" cy="344258"/>
          </a:xfrm>
          <a:prstGeom prst="curvedConnector3">
            <a:avLst>
              <a:gd name="adj1" fmla="val 50000"/>
            </a:avLst>
          </a:prstGeom>
          <a:ln w="47625">
            <a:solidFill>
              <a:srgbClr val="FF0000"/>
            </a:solidFill>
            <a:headEnd w="lg" len="med"/>
            <a:tailEnd type="triangle"/>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DECC0DB3-6C29-4C3F-C7BC-9030F0D10342}"/>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68" name="Straight Connector 67">
            <a:extLst>
              <a:ext uri="{FF2B5EF4-FFF2-40B4-BE49-F238E27FC236}">
                <a16:creationId xmlns:a16="http://schemas.microsoft.com/office/drawing/2014/main" id="{34F37CA4-57C3-B52A-12BF-CF1AF73EC89F}"/>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69" name="Group 68">
            <a:extLst>
              <a:ext uri="{FF2B5EF4-FFF2-40B4-BE49-F238E27FC236}">
                <a16:creationId xmlns:a16="http://schemas.microsoft.com/office/drawing/2014/main" id="{DBCEA862-A81C-68B9-7CA9-1B559CA65E58}"/>
              </a:ext>
            </a:extLst>
          </p:cNvPr>
          <p:cNvGrpSpPr/>
          <p:nvPr/>
        </p:nvGrpSpPr>
        <p:grpSpPr>
          <a:xfrm>
            <a:off x="118534" y="101604"/>
            <a:ext cx="2870199" cy="736959"/>
            <a:chOff x="0" y="0"/>
            <a:chExt cx="2870199" cy="736959"/>
          </a:xfrm>
        </p:grpSpPr>
        <p:sp>
          <p:nvSpPr>
            <p:cNvPr id="70" name="TextBox 69">
              <a:extLst>
                <a:ext uri="{FF2B5EF4-FFF2-40B4-BE49-F238E27FC236}">
                  <a16:creationId xmlns:a16="http://schemas.microsoft.com/office/drawing/2014/main" id="{900DD440-5A1F-6824-A35C-59017495D1AC}"/>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71" name="TextBox 70">
              <a:extLst>
                <a:ext uri="{FF2B5EF4-FFF2-40B4-BE49-F238E27FC236}">
                  <a16:creationId xmlns:a16="http://schemas.microsoft.com/office/drawing/2014/main" id="{E732C5CA-9132-D35E-C95A-123F52A2BED8}"/>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grpSp>
        <p:nvGrpSpPr>
          <p:cNvPr id="72" name="Group 71">
            <a:extLst>
              <a:ext uri="{FF2B5EF4-FFF2-40B4-BE49-F238E27FC236}">
                <a16:creationId xmlns:a16="http://schemas.microsoft.com/office/drawing/2014/main" id="{59F79C0C-375E-F6FB-CF95-1AB80A3BE7C7}"/>
              </a:ext>
            </a:extLst>
          </p:cNvPr>
          <p:cNvGrpSpPr/>
          <p:nvPr/>
        </p:nvGrpSpPr>
        <p:grpSpPr>
          <a:xfrm>
            <a:off x="3896240" y="158995"/>
            <a:ext cx="414867" cy="414867"/>
            <a:chOff x="4438107" y="812799"/>
            <a:chExt cx="414867" cy="414867"/>
          </a:xfrm>
        </p:grpSpPr>
        <p:sp>
          <p:nvSpPr>
            <p:cNvPr id="73" name="Oval 72">
              <a:extLst>
                <a:ext uri="{FF2B5EF4-FFF2-40B4-BE49-F238E27FC236}">
                  <a16:creationId xmlns:a16="http://schemas.microsoft.com/office/drawing/2014/main" id="{D46FD9DF-7A45-8612-C4DF-933A91B5B33F}"/>
                </a:ext>
              </a:extLst>
            </p:cNvPr>
            <p:cNvSpPr/>
            <p:nvPr/>
          </p:nvSpPr>
          <p:spPr>
            <a:xfrm>
              <a:off x="4438107" y="812799"/>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74" name="Oval 73">
              <a:extLst>
                <a:ext uri="{FF2B5EF4-FFF2-40B4-BE49-F238E27FC236}">
                  <a16:creationId xmlns:a16="http://schemas.microsoft.com/office/drawing/2014/main" id="{44AF6BF9-9275-1C31-C6C3-D774AFC954EF}"/>
                </a:ext>
              </a:extLst>
            </p:cNvPr>
            <p:cNvSpPr/>
            <p:nvPr/>
          </p:nvSpPr>
          <p:spPr>
            <a:xfrm>
              <a:off x="4497373" y="872065"/>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sp>
        <p:nvSpPr>
          <p:cNvPr id="75" name="Oval 74">
            <a:extLst>
              <a:ext uri="{FF2B5EF4-FFF2-40B4-BE49-F238E27FC236}">
                <a16:creationId xmlns:a16="http://schemas.microsoft.com/office/drawing/2014/main" id="{2901B7D7-FEB0-B2FC-012F-464EFF44DFBC}"/>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76" name="Oval 75">
            <a:extLst>
              <a:ext uri="{FF2B5EF4-FFF2-40B4-BE49-F238E27FC236}">
                <a16:creationId xmlns:a16="http://schemas.microsoft.com/office/drawing/2014/main" id="{F86EB67A-1AE8-946C-FA18-84D1072D3007}"/>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77" name="Oval 76">
            <a:extLst>
              <a:ext uri="{FF2B5EF4-FFF2-40B4-BE49-F238E27FC236}">
                <a16:creationId xmlns:a16="http://schemas.microsoft.com/office/drawing/2014/main" id="{14484A81-5572-7C7D-65EA-9A024E4C7A8F}"/>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78" name="Oval 77">
            <a:extLst>
              <a:ext uri="{FF2B5EF4-FFF2-40B4-BE49-F238E27FC236}">
                <a16:creationId xmlns:a16="http://schemas.microsoft.com/office/drawing/2014/main" id="{B011C577-41FA-330A-2E54-6A3747071CAB}"/>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79" name="TextBox 78">
            <a:extLst>
              <a:ext uri="{FF2B5EF4-FFF2-40B4-BE49-F238E27FC236}">
                <a16:creationId xmlns:a16="http://schemas.microsoft.com/office/drawing/2014/main" id="{B98D2774-34E2-2CF5-0278-E560C9B7E7B2}"/>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solidFill>
                <a:latin typeface="+mj-lt"/>
              </a:rPr>
              <a:t>Situation</a:t>
            </a:r>
          </a:p>
        </p:txBody>
      </p:sp>
      <p:sp>
        <p:nvSpPr>
          <p:cNvPr id="87" name="TextBox 86">
            <a:extLst>
              <a:ext uri="{FF2B5EF4-FFF2-40B4-BE49-F238E27FC236}">
                <a16:creationId xmlns:a16="http://schemas.microsoft.com/office/drawing/2014/main" id="{4010C5C0-8FA5-251A-0DBA-A599F4AEB1EA}"/>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88" name="TextBox 87">
            <a:extLst>
              <a:ext uri="{FF2B5EF4-FFF2-40B4-BE49-F238E27FC236}">
                <a16:creationId xmlns:a16="http://schemas.microsoft.com/office/drawing/2014/main" id="{B3806B2F-2FE6-0E0B-9373-F42612DD6D67}"/>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89" name="TextBox 88">
            <a:extLst>
              <a:ext uri="{FF2B5EF4-FFF2-40B4-BE49-F238E27FC236}">
                <a16:creationId xmlns:a16="http://schemas.microsoft.com/office/drawing/2014/main" id="{E175FA3F-F7C0-9532-9615-0BB3FA52AA6F}"/>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90" name="TextBox 89">
            <a:extLst>
              <a:ext uri="{FF2B5EF4-FFF2-40B4-BE49-F238E27FC236}">
                <a16:creationId xmlns:a16="http://schemas.microsoft.com/office/drawing/2014/main" id="{F19B51CF-6199-41ED-8976-434D12E2C6A9}"/>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Processus</a:t>
            </a:r>
          </a:p>
        </p:txBody>
      </p:sp>
      <p:grpSp>
        <p:nvGrpSpPr>
          <p:cNvPr id="2" name="Group 1">
            <a:extLst>
              <a:ext uri="{FF2B5EF4-FFF2-40B4-BE49-F238E27FC236}">
                <a16:creationId xmlns:a16="http://schemas.microsoft.com/office/drawing/2014/main" id="{E5BF9C46-5F0D-582A-6332-83EEE08C8FE1}"/>
              </a:ext>
            </a:extLst>
          </p:cNvPr>
          <p:cNvGrpSpPr/>
          <p:nvPr/>
        </p:nvGrpSpPr>
        <p:grpSpPr>
          <a:xfrm>
            <a:off x="-68900" y="2606578"/>
            <a:ext cx="3558334" cy="4160936"/>
            <a:chOff x="-68900" y="2606578"/>
            <a:chExt cx="3558334" cy="4160936"/>
          </a:xfrm>
        </p:grpSpPr>
        <p:pic>
          <p:nvPicPr>
            <p:cNvPr id="84" name="Picture 83">
              <a:extLst>
                <a:ext uri="{FF2B5EF4-FFF2-40B4-BE49-F238E27FC236}">
                  <a16:creationId xmlns:a16="http://schemas.microsoft.com/office/drawing/2014/main" id="{A5F568DD-190B-EE6D-1747-1C2A77A70657}"/>
                </a:ext>
              </a:extLst>
            </p:cNvPr>
            <p:cNvPicPr>
              <a:picLocks/>
            </p:cNvPicPr>
            <p:nvPr/>
          </p:nvPicPr>
          <p:blipFill>
            <a:blip r:embed="rId2">
              <a:extLst>
                <a:ext uri="{BEBA8EAE-BF5A-486C-A8C5-ECC9F3942E4B}">
                  <a14:imgProps xmlns:a14="http://schemas.microsoft.com/office/drawing/2010/main">
                    <a14:imgLayer r:embed="rId3">
                      <a14:imgEffect>
                        <a14:saturation sat="0"/>
                      </a14:imgEffect>
                      <a14:imgEffect>
                        <a14:brightnessContrast bright="-40000" contrast="40000"/>
                      </a14:imgEffect>
                    </a14:imgLayer>
                  </a14:imgProps>
                </a:ext>
              </a:extLst>
            </a:blip>
            <a:stretch>
              <a:fillRect/>
            </a:stretch>
          </p:blipFill>
          <p:spPr>
            <a:xfrm>
              <a:off x="-68900" y="2606578"/>
              <a:ext cx="3558334" cy="4010590"/>
            </a:xfrm>
            <a:prstGeom prst="rect">
              <a:avLst/>
            </a:prstGeom>
          </p:spPr>
        </p:pic>
        <p:sp>
          <p:nvSpPr>
            <p:cNvPr id="4" name="TextBox 3">
              <a:extLst>
                <a:ext uri="{FF2B5EF4-FFF2-40B4-BE49-F238E27FC236}">
                  <a16:creationId xmlns:a16="http://schemas.microsoft.com/office/drawing/2014/main" id="{24F1C3E9-C02B-06F3-B308-9C0FA8278237}"/>
                </a:ext>
              </a:extLst>
            </p:cNvPr>
            <p:cNvSpPr txBox="1"/>
            <p:nvPr/>
          </p:nvSpPr>
          <p:spPr>
            <a:xfrm>
              <a:off x="118534" y="5947353"/>
              <a:ext cx="3044258" cy="820161"/>
            </a:xfrm>
            <a:prstGeom prst="rect">
              <a:avLst/>
            </a:prstGeom>
            <a:noFill/>
            <a:effectLst/>
          </p:spPr>
          <p:txBody>
            <a:bodyPr wrap="square" rtlCol="0">
              <a:spAutoFit/>
            </a:bodyPr>
            <a:lstStyle/>
            <a:p>
              <a:pPr algn="ctr">
                <a:lnSpc>
                  <a:spcPts val="2800"/>
                </a:lnSpc>
              </a:pPr>
              <a:r>
                <a:rPr lang="fr-CA" sz="2800" b="1" noProof="0">
                  <a:latin typeface="+mj-lt"/>
                </a:rPr>
                <a:t>Base de</a:t>
              </a:r>
              <a:r>
                <a:rPr lang="fr-CA" sz="2800" b="1">
                  <a:latin typeface="+mj-lt"/>
                </a:rPr>
                <a:t> d</a:t>
              </a:r>
              <a:r>
                <a:rPr lang="fr-CA" sz="2800" b="1" noProof="0" err="1">
                  <a:latin typeface="+mj-lt"/>
                </a:rPr>
                <a:t>onnées</a:t>
              </a:r>
              <a:endParaRPr lang="fr-CA" sz="2800" b="1" noProof="0">
                <a:latin typeface="+mj-lt"/>
              </a:endParaRPr>
            </a:p>
            <a:p>
              <a:pPr algn="ctr">
                <a:lnSpc>
                  <a:spcPts val="2800"/>
                </a:lnSpc>
              </a:pPr>
              <a:r>
                <a:rPr lang="fr-CA" sz="2800" b="1">
                  <a:latin typeface="+mj-lt"/>
                </a:rPr>
                <a:t>de PL</a:t>
              </a:r>
              <a:endParaRPr lang="fr-CA" sz="2800" b="1" noProof="0">
                <a:latin typeface="+mj-lt"/>
              </a:endParaRPr>
            </a:p>
          </p:txBody>
        </p:sp>
      </p:grpSp>
      <p:sp>
        <p:nvSpPr>
          <p:cNvPr id="35" name="Right Arrow 34">
            <a:extLst>
              <a:ext uri="{FF2B5EF4-FFF2-40B4-BE49-F238E27FC236}">
                <a16:creationId xmlns:a16="http://schemas.microsoft.com/office/drawing/2014/main" id="{99FD868E-293F-4653-DA92-86E59C3F1956}"/>
              </a:ext>
            </a:extLst>
          </p:cNvPr>
          <p:cNvSpPr/>
          <p:nvPr/>
        </p:nvSpPr>
        <p:spPr>
          <a:xfrm rot="5400000">
            <a:off x="1392215" y="2957835"/>
            <a:ext cx="572212" cy="600322"/>
          </a:xfrm>
          <a:prstGeom prst="rightArrow">
            <a:avLst>
              <a:gd name="adj1" fmla="val 37689"/>
              <a:gd name="adj2" fmla="val 50000"/>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4" name="Rounded Rectangle 33">
            <a:extLst>
              <a:ext uri="{FF2B5EF4-FFF2-40B4-BE49-F238E27FC236}">
                <a16:creationId xmlns:a16="http://schemas.microsoft.com/office/drawing/2014/main" id="{DA2ABDAF-F780-BCA5-4230-D6D562FE10AB}"/>
              </a:ext>
            </a:extLst>
          </p:cNvPr>
          <p:cNvSpPr/>
          <p:nvPr/>
        </p:nvSpPr>
        <p:spPr>
          <a:xfrm>
            <a:off x="1221526" y="2014136"/>
            <a:ext cx="889000" cy="889000"/>
          </a:xfrm>
          <a:prstGeom prst="roundRect">
            <a:avLst/>
          </a:prstGeom>
          <a:gradFill flip="none" rotWithShape="1">
            <a:gsLst>
              <a:gs pos="0">
                <a:schemeClr val="accent2">
                  <a:lumMod val="67000"/>
                </a:schemeClr>
              </a:gs>
              <a:gs pos="48000">
                <a:srgbClr val="F35A00"/>
              </a:gs>
              <a:gs pos="100000">
                <a:srgbClr val="FF6C01"/>
              </a:gs>
            </a:gsLst>
            <a:lin ang="16200000" scaled="1"/>
            <a:tileRect/>
          </a:gradFill>
          <a:ln>
            <a:noFill/>
          </a:ln>
          <a:effectLst>
            <a:outerShdw blurRad="50800" dist="38100" dir="2700000" algn="tl" rotWithShape="0">
              <a:prstClr val="black">
                <a:alpha val="40000"/>
              </a:prst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CA" sz="4000" b="1" noProof="0"/>
              <a:t>PL</a:t>
            </a:r>
          </a:p>
        </p:txBody>
      </p:sp>
    </p:spTree>
    <p:extLst>
      <p:ext uri="{BB962C8B-B14F-4D97-AF65-F5344CB8AC3E}">
        <p14:creationId xmlns:p14="http://schemas.microsoft.com/office/powerpoint/2010/main" val="90820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fltVal val="0"/>
                                          </p:val>
                                        </p:tav>
                                        <p:tav tm="100000">
                                          <p:val>
                                            <p:strVal val="#ppt_w"/>
                                          </p:val>
                                        </p:tav>
                                      </p:tavLst>
                                    </p:anim>
                                    <p:anim calcmode="lin" valueType="num">
                                      <p:cBhvr>
                                        <p:cTn id="12" dur="1000" fill="hold"/>
                                        <p:tgtEl>
                                          <p:spTgt spid="2"/>
                                        </p:tgtEl>
                                        <p:attrNameLst>
                                          <p:attrName>ppt_h</p:attrName>
                                        </p:attrNameLst>
                                      </p:cBhvr>
                                      <p:tavLst>
                                        <p:tav tm="0">
                                          <p:val>
                                            <p:fltVal val="0"/>
                                          </p:val>
                                        </p:tav>
                                        <p:tav tm="100000">
                                          <p:val>
                                            <p:strVal val="#ppt_h"/>
                                          </p:val>
                                        </p:tav>
                                      </p:tavLst>
                                    </p:anim>
                                    <p:animEffect transition="in" filter="fade">
                                      <p:cBhvr>
                                        <p:cTn id="13" dur="1000"/>
                                        <p:tgtEl>
                                          <p:spTgt spid="2"/>
                                        </p:tgtEl>
                                      </p:cBhvr>
                                    </p:animEffect>
                                  </p:childTnLst>
                                </p:cTn>
                              </p:par>
                            </p:childTnLst>
                          </p:cTn>
                        </p:par>
                        <p:par>
                          <p:cTn id="14" fill="hold">
                            <p:stCondLst>
                              <p:cond delay="1500"/>
                            </p:stCondLst>
                            <p:childTnLst>
                              <p:par>
                                <p:cTn id="15" presetID="12" presetClass="entr" presetSubtype="1" fill="hold" grpId="0" nodeType="after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additive="base">
                                        <p:cTn id="17" dur="1000"/>
                                        <p:tgtEl>
                                          <p:spTgt spid="35"/>
                                        </p:tgtEl>
                                        <p:attrNameLst>
                                          <p:attrName>ppt_y</p:attrName>
                                        </p:attrNameLst>
                                      </p:cBhvr>
                                      <p:tavLst>
                                        <p:tav tm="0">
                                          <p:val>
                                            <p:strVal val="#ppt_y-#ppt_h*1.125000"/>
                                          </p:val>
                                        </p:tav>
                                        <p:tav tm="100000">
                                          <p:val>
                                            <p:strVal val="#ppt_y"/>
                                          </p:val>
                                        </p:tav>
                                      </p:tavLst>
                                    </p:anim>
                                    <p:animEffect transition="in" filter="wipe(down)">
                                      <p:cBhvr>
                                        <p:cTn id="18" dur="1000"/>
                                        <p:tgtEl>
                                          <p:spTgt spid="35"/>
                                        </p:tgtEl>
                                      </p:cBhvr>
                                    </p:animEffect>
                                  </p:childTnLst>
                                </p:cTn>
                              </p:par>
                            </p:childTnLst>
                          </p:cTn>
                        </p:par>
                        <p:par>
                          <p:cTn id="19" fill="hold">
                            <p:stCondLst>
                              <p:cond delay="2500"/>
                            </p:stCondLst>
                            <p:childTnLst>
                              <p:par>
                                <p:cTn id="20" presetID="22" presetClass="entr" presetSubtype="4" fill="hold" nodeType="after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wipe(down)">
                                      <p:cBhvr>
                                        <p:cTn id="22" dur="1000"/>
                                        <p:tgtEl>
                                          <p:spTgt spid="59"/>
                                        </p:tgtEl>
                                      </p:cBhvr>
                                    </p:animEffect>
                                  </p:childTnLst>
                                </p:cTn>
                              </p:par>
                            </p:childTnLst>
                          </p:cTn>
                        </p:par>
                        <p:par>
                          <p:cTn id="23" fill="hold">
                            <p:stCondLst>
                              <p:cond delay="3500"/>
                            </p:stCondLst>
                            <p:childTnLst>
                              <p:par>
                                <p:cTn id="24" presetID="22" presetClass="entr" presetSubtype="8" fill="hold" nodeType="after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left)">
                                      <p:cBhvr>
                                        <p:cTn id="26" dur="10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wipe(left)">
                                      <p:cBhvr>
                                        <p:cTn id="31" dur="1000"/>
                                        <p:tgtEl>
                                          <p:spTgt spid="61"/>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10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1000"/>
                                        <p:tgtEl>
                                          <p:spTgt spid="64"/>
                                        </p:tgtEl>
                                      </p:cBhvr>
                                    </p:animEffect>
                                  </p:childTnLst>
                                </p:cTn>
                              </p:par>
                            </p:childTnLst>
                          </p:cTn>
                        </p:par>
                        <p:par>
                          <p:cTn id="41" fill="hold">
                            <p:stCondLst>
                              <p:cond delay="1000"/>
                            </p:stCondLst>
                            <p:childTnLst>
                              <p:par>
                                <p:cTn id="42" presetID="22" presetClass="entr" presetSubtype="8" fill="hold" nodeType="after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left)">
                                      <p:cBhvr>
                                        <p:cTn id="4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29FE040-4797-39C7-0910-60DC599A6B16}"/>
              </a:ext>
            </a:extLst>
          </p:cNvPr>
          <p:cNvSpPr>
            <a:spLocks noGrp="1"/>
          </p:cNvSpPr>
          <p:nvPr>
            <p:ph type="title"/>
          </p:nvPr>
        </p:nvSpPr>
        <p:spPr>
          <a:xfrm>
            <a:off x="296332" y="1275894"/>
            <a:ext cx="11590867" cy="637412"/>
          </a:xfrm>
        </p:spPr>
        <p:txBody>
          <a:bodyPr>
            <a:normAutofit/>
          </a:bodyPr>
          <a:lstStyle/>
          <a:p>
            <a:r>
              <a:rPr lang="fr-CA" sz="3600" b="1" noProof="0"/>
              <a:t>Priorités:</a:t>
            </a:r>
          </a:p>
        </p:txBody>
      </p:sp>
      <p:sp>
        <p:nvSpPr>
          <p:cNvPr id="16" name="Rectangle 15">
            <a:extLst>
              <a:ext uri="{FF2B5EF4-FFF2-40B4-BE49-F238E27FC236}">
                <a16:creationId xmlns:a16="http://schemas.microsoft.com/office/drawing/2014/main" id="{586EAA21-5CCA-650C-0A6C-376A4D8FD04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17" name="Straight Connector 16">
            <a:extLst>
              <a:ext uri="{FF2B5EF4-FFF2-40B4-BE49-F238E27FC236}">
                <a16:creationId xmlns:a16="http://schemas.microsoft.com/office/drawing/2014/main" id="{90EC35C9-A31C-CCF8-8E35-C1E25ACB315C}"/>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4C54D28E-4CEE-E60D-DAAC-83185A192645}"/>
              </a:ext>
            </a:extLst>
          </p:cNvPr>
          <p:cNvGrpSpPr/>
          <p:nvPr/>
        </p:nvGrpSpPr>
        <p:grpSpPr>
          <a:xfrm>
            <a:off x="118534" y="101604"/>
            <a:ext cx="2870199" cy="736959"/>
            <a:chOff x="0" y="0"/>
            <a:chExt cx="2870199" cy="736959"/>
          </a:xfrm>
        </p:grpSpPr>
        <p:sp>
          <p:nvSpPr>
            <p:cNvPr id="19" name="TextBox 18">
              <a:extLst>
                <a:ext uri="{FF2B5EF4-FFF2-40B4-BE49-F238E27FC236}">
                  <a16:creationId xmlns:a16="http://schemas.microsoft.com/office/drawing/2014/main" id="{91F2022B-4D6A-81E1-1CBC-E3073542FE29}"/>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20" name="TextBox 19">
              <a:extLst>
                <a:ext uri="{FF2B5EF4-FFF2-40B4-BE49-F238E27FC236}">
                  <a16:creationId xmlns:a16="http://schemas.microsoft.com/office/drawing/2014/main" id="{7606CF69-AF7F-B502-0CA4-E21816BD8FCA}"/>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grpSp>
        <p:nvGrpSpPr>
          <p:cNvPr id="21" name="Group 20">
            <a:extLst>
              <a:ext uri="{FF2B5EF4-FFF2-40B4-BE49-F238E27FC236}">
                <a16:creationId xmlns:a16="http://schemas.microsoft.com/office/drawing/2014/main" id="{F35B4983-9E74-7FDE-80F3-D542B62FB7A9}"/>
              </a:ext>
            </a:extLst>
          </p:cNvPr>
          <p:cNvGrpSpPr/>
          <p:nvPr/>
        </p:nvGrpSpPr>
        <p:grpSpPr>
          <a:xfrm>
            <a:off x="3896240" y="158995"/>
            <a:ext cx="414867" cy="414867"/>
            <a:chOff x="4438107" y="812799"/>
            <a:chExt cx="414867" cy="414867"/>
          </a:xfrm>
        </p:grpSpPr>
        <p:sp>
          <p:nvSpPr>
            <p:cNvPr id="22" name="Oval 21">
              <a:extLst>
                <a:ext uri="{FF2B5EF4-FFF2-40B4-BE49-F238E27FC236}">
                  <a16:creationId xmlns:a16="http://schemas.microsoft.com/office/drawing/2014/main" id="{63B8D62F-6781-2D9A-3D59-030976FA4603}"/>
                </a:ext>
              </a:extLst>
            </p:cNvPr>
            <p:cNvSpPr/>
            <p:nvPr/>
          </p:nvSpPr>
          <p:spPr>
            <a:xfrm>
              <a:off x="4438107" y="812799"/>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3" name="Oval 22">
              <a:extLst>
                <a:ext uri="{FF2B5EF4-FFF2-40B4-BE49-F238E27FC236}">
                  <a16:creationId xmlns:a16="http://schemas.microsoft.com/office/drawing/2014/main" id="{898A5C2D-EAD4-BDA3-8665-C8CC7319B2EF}"/>
                </a:ext>
              </a:extLst>
            </p:cNvPr>
            <p:cNvSpPr/>
            <p:nvPr/>
          </p:nvSpPr>
          <p:spPr>
            <a:xfrm>
              <a:off x="4497373" y="872065"/>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sp>
        <p:nvSpPr>
          <p:cNvPr id="24" name="Oval 23">
            <a:extLst>
              <a:ext uri="{FF2B5EF4-FFF2-40B4-BE49-F238E27FC236}">
                <a16:creationId xmlns:a16="http://schemas.microsoft.com/office/drawing/2014/main" id="{3B01DAC1-5A60-9106-BD49-2BE1740E69C5}"/>
              </a:ext>
            </a:extLst>
          </p:cNvPr>
          <p:cNvSpPr/>
          <p:nvPr/>
        </p:nvSpPr>
        <p:spPr>
          <a:xfrm>
            <a:off x="5678473"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5" name="Oval 24">
            <a:extLst>
              <a:ext uri="{FF2B5EF4-FFF2-40B4-BE49-F238E27FC236}">
                <a16:creationId xmlns:a16="http://schemas.microsoft.com/office/drawing/2014/main" id="{38E5896A-1E69-22C8-FE7C-592115B263D1}"/>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6" name="Oval 25">
            <a:extLst>
              <a:ext uri="{FF2B5EF4-FFF2-40B4-BE49-F238E27FC236}">
                <a16:creationId xmlns:a16="http://schemas.microsoft.com/office/drawing/2014/main" id="{F7BBD50C-5777-843E-A87D-23ADA3F3B966}"/>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7" name="Oval 26">
            <a:extLst>
              <a:ext uri="{FF2B5EF4-FFF2-40B4-BE49-F238E27FC236}">
                <a16:creationId xmlns:a16="http://schemas.microsoft.com/office/drawing/2014/main" id="{A8877CB4-4017-9193-283D-401F7E16DFDB}"/>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8" name="TextBox 27">
            <a:extLst>
              <a:ext uri="{FF2B5EF4-FFF2-40B4-BE49-F238E27FC236}">
                <a16:creationId xmlns:a16="http://schemas.microsoft.com/office/drawing/2014/main" id="{311D0CD6-0738-ED50-92DE-6157BF0582EC}"/>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solidFill>
                <a:latin typeface="+mj-lt"/>
              </a:rPr>
              <a:t>Situation</a:t>
            </a:r>
          </a:p>
        </p:txBody>
      </p:sp>
      <p:grpSp>
        <p:nvGrpSpPr>
          <p:cNvPr id="37" name="Group 36">
            <a:extLst>
              <a:ext uri="{FF2B5EF4-FFF2-40B4-BE49-F238E27FC236}">
                <a16:creationId xmlns:a16="http://schemas.microsoft.com/office/drawing/2014/main" id="{70B20189-48C8-4600-D101-C067ACBDF85F}"/>
              </a:ext>
            </a:extLst>
          </p:cNvPr>
          <p:cNvGrpSpPr/>
          <p:nvPr/>
        </p:nvGrpSpPr>
        <p:grpSpPr>
          <a:xfrm>
            <a:off x="517253" y="2111058"/>
            <a:ext cx="11107479" cy="744528"/>
            <a:chOff x="517253" y="2111058"/>
            <a:chExt cx="11107479" cy="744528"/>
          </a:xfrm>
        </p:grpSpPr>
        <p:sp>
          <p:nvSpPr>
            <p:cNvPr id="38" name="Content Placeholder 2">
              <a:extLst>
                <a:ext uri="{FF2B5EF4-FFF2-40B4-BE49-F238E27FC236}">
                  <a16:creationId xmlns:a16="http://schemas.microsoft.com/office/drawing/2014/main" id="{095AF217-C780-9F07-4C10-036E5729C03E}"/>
                </a:ext>
              </a:extLst>
            </p:cNvPr>
            <p:cNvSpPr txBox="1">
              <a:spLocks/>
            </p:cNvSpPr>
            <p:nvPr/>
          </p:nvSpPr>
          <p:spPr>
            <a:xfrm>
              <a:off x="3955506" y="2162018"/>
              <a:ext cx="7669226" cy="6935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Extraire la totalité des données de la base de données de PL,</a:t>
              </a:r>
              <a:br>
                <a:rPr lang="fr-CA" sz="2000" noProof="0" dirty="0"/>
              </a:br>
              <a:r>
                <a:rPr lang="fr-CA" sz="2000" noProof="0" dirty="0"/>
                <a:t>et ce dans les moindres détails. Ne perdre aucune donnée.</a:t>
              </a:r>
            </a:p>
          </p:txBody>
        </p:sp>
        <p:grpSp>
          <p:nvGrpSpPr>
            <p:cNvPr id="39" name="Group 38">
              <a:extLst>
                <a:ext uri="{FF2B5EF4-FFF2-40B4-BE49-F238E27FC236}">
                  <a16:creationId xmlns:a16="http://schemas.microsoft.com/office/drawing/2014/main" id="{BFA207F2-2CD4-1A92-FCC2-FD9C08E720F2}"/>
                </a:ext>
              </a:extLst>
            </p:cNvPr>
            <p:cNvGrpSpPr/>
            <p:nvPr/>
          </p:nvGrpSpPr>
          <p:grpSpPr>
            <a:xfrm>
              <a:off x="517253" y="2111058"/>
              <a:ext cx="3315275" cy="739608"/>
              <a:chOff x="517253" y="2111058"/>
              <a:chExt cx="3315275" cy="739608"/>
            </a:xfrm>
          </p:grpSpPr>
          <p:sp>
            <p:nvSpPr>
              <p:cNvPr id="40" name="Rounded Rectangle 39">
                <a:extLst>
                  <a:ext uri="{FF2B5EF4-FFF2-40B4-BE49-F238E27FC236}">
                    <a16:creationId xmlns:a16="http://schemas.microsoft.com/office/drawing/2014/main" id="{A5FA9681-2D11-69F6-767E-0920C380C22D}"/>
                  </a:ext>
                </a:extLst>
              </p:cNvPr>
              <p:cNvSpPr/>
              <p:nvPr/>
            </p:nvSpPr>
            <p:spPr>
              <a:xfrm>
                <a:off x="924440" y="2163066"/>
                <a:ext cx="2908088" cy="687600"/>
              </a:xfrm>
              <a:prstGeom prst="roundRect">
                <a:avLst/>
              </a:prstGeom>
              <a:solidFill>
                <a:srgbClr val="258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1900"/>
                  </a:lnSpc>
                </a:pPr>
                <a:r>
                  <a:rPr lang="fr-CA" b="1" noProof="0">
                    <a:latin typeface="+mj-lt"/>
                  </a:rPr>
                  <a:t>Extraire 100% des</a:t>
                </a:r>
                <a:br>
                  <a:rPr lang="fr-CA" b="1" noProof="0">
                    <a:latin typeface="+mj-lt"/>
                  </a:rPr>
                </a:br>
                <a:r>
                  <a:rPr lang="fr-CA" b="1" noProof="0">
                    <a:latin typeface="+mj-lt"/>
                  </a:rPr>
                  <a:t>données de PL</a:t>
                </a:r>
              </a:p>
            </p:txBody>
          </p:sp>
          <p:sp>
            <p:nvSpPr>
              <p:cNvPr id="41" name="Content Placeholder 2">
                <a:extLst>
                  <a:ext uri="{FF2B5EF4-FFF2-40B4-BE49-F238E27FC236}">
                    <a16:creationId xmlns:a16="http://schemas.microsoft.com/office/drawing/2014/main" id="{5C11EA42-AD9D-2507-2F99-C2B32EA99CDA}"/>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a:t>✅</a:t>
                </a:r>
              </a:p>
            </p:txBody>
          </p:sp>
        </p:grpSp>
      </p:grpSp>
      <p:sp>
        <p:nvSpPr>
          <p:cNvPr id="56" name="TextBox 55">
            <a:extLst>
              <a:ext uri="{FF2B5EF4-FFF2-40B4-BE49-F238E27FC236}">
                <a16:creationId xmlns:a16="http://schemas.microsoft.com/office/drawing/2014/main" id="{71B6D36B-D573-6FC8-93EF-8C50F7EADF05}"/>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57" name="TextBox 56">
            <a:extLst>
              <a:ext uri="{FF2B5EF4-FFF2-40B4-BE49-F238E27FC236}">
                <a16:creationId xmlns:a16="http://schemas.microsoft.com/office/drawing/2014/main" id="{AE3018F5-93D5-5DD3-C692-93C433E90B1E}"/>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58" name="TextBox 57">
            <a:extLst>
              <a:ext uri="{FF2B5EF4-FFF2-40B4-BE49-F238E27FC236}">
                <a16:creationId xmlns:a16="http://schemas.microsoft.com/office/drawing/2014/main" id="{99D62C20-C862-D854-B0CD-FF6A25BA51F1}"/>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59" name="TextBox 58">
            <a:extLst>
              <a:ext uri="{FF2B5EF4-FFF2-40B4-BE49-F238E27FC236}">
                <a16:creationId xmlns:a16="http://schemas.microsoft.com/office/drawing/2014/main" id="{4F5FE597-7D69-9F44-ECD0-E5934AE691FD}"/>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Processus</a:t>
            </a:r>
          </a:p>
        </p:txBody>
      </p:sp>
      <p:grpSp>
        <p:nvGrpSpPr>
          <p:cNvPr id="4" name="Group 3">
            <a:extLst>
              <a:ext uri="{FF2B5EF4-FFF2-40B4-BE49-F238E27FC236}">
                <a16:creationId xmlns:a16="http://schemas.microsoft.com/office/drawing/2014/main" id="{ECB70EFF-E2C9-85BA-4EB1-94FA8FEF3484}"/>
              </a:ext>
            </a:extLst>
          </p:cNvPr>
          <p:cNvGrpSpPr/>
          <p:nvPr/>
        </p:nvGrpSpPr>
        <p:grpSpPr>
          <a:xfrm>
            <a:off x="517253" y="4224038"/>
            <a:ext cx="11107479" cy="1180185"/>
            <a:chOff x="517253" y="4224038"/>
            <a:chExt cx="11107479" cy="1180185"/>
          </a:xfrm>
        </p:grpSpPr>
        <p:grpSp>
          <p:nvGrpSpPr>
            <p:cNvPr id="43" name="Group 42">
              <a:extLst>
                <a:ext uri="{FF2B5EF4-FFF2-40B4-BE49-F238E27FC236}">
                  <a16:creationId xmlns:a16="http://schemas.microsoft.com/office/drawing/2014/main" id="{12354D2D-789A-8CD1-9C5E-7050F5F15F39}"/>
                </a:ext>
              </a:extLst>
            </p:cNvPr>
            <p:cNvGrpSpPr/>
            <p:nvPr/>
          </p:nvGrpSpPr>
          <p:grpSpPr>
            <a:xfrm>
              <a:off x="517253" y="4438404"/>
              <a:ext cx="9056117" cy="902028"/>
              <a:chOff x="517253" y="2111058"/>
              <a:chExt cx="9056117" cy="902028"/>
            </a:xfrm>
          </p:grpSpPr>
          <p:sp>
            <p:nvSpPr>
              <p:cNvPr id="44" name="Content Placeholder 2">
                <a:extLst>
                  <a:ext uri="{FF2B5EF4-FFF2-40B4-BE49-F238E27FC236}">
                    <a16:creationId xmlns:a16="http://schemas.microsoft.com/office/drawing/2014/main" id="{302C680F-95EF-0053-CF43-49E2F5FFE323}"/>
                  </a:ext>
                </a:extLst>
              </p:cNvPr>
              <p:cNvSpPr txBox="1">
                <a:spLocks/>
              </p:cNvSpPr>
              <p:nvPr/>
            </p:nvSpPr>
            <p:spPr>
              <a:xfrm>
                <a:off x="3955506" y="2162018"/>
                <a:ext cx="5617864" cy="851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a:t>Exporter les données dans un format structuré reconnu mondialement et compatible: </a:t>
                </a:r>
                <a:r>
                  <a:rPr lang="fr-CA" sz="2000" b="1" noProof="0"/>
                  <a:t>XML</a:t>
                </a:r>
              </a:p>
            </p:txBody>
          </p:sp>
          <p:grpSp>
            <p:nvGrpSpPr>
              <p:cNvPr id="45" name="Group 44">
                <a:extLst>
                  <a:ext uri="{FF2B5EF4-FFF2-40B4-BE49-F238E27FC236}">
                    <a16:creationId xmlns:a16="http://schemas.microsoft.com/office/drawing/2014/main" id="{E7AFF134-6710-D2B7-B6B1-C3FAFBD00F3C}"/>
                  </a:ext>
                </a:extLst>
              </p:cNvPr>
              <p:cNvGrpSpPr/>
              <p:nvPr/>
            </p:nvGrpSpPr>
            <p:grpSpPr>
              <a:xfrm>
                <a:off x="517253" y="2111058"/>
                <a:ext cx="3315275" cy="740530"/>
                <a:chOff x="517253" y="2111058"/>
                <a:chExt cx="3315275" cy="740530"/>
              </a:xfrm>
            </p:grpSpPr>
            <p:sp>
              <p:nvSpPr>
                <p:cNvPr id="46" name="Rounded Rectangle 45">
                  <a:extLst>
                    <a:ext uri="{FF2B5EF4-FFF2-40B4-BE49-F238E27FC236}">
                      <a16:creationId xmlns:a16="http://schemas.microsoft.com/office/drawing/2014/main" id="{D662D575-DEAA-346A-903A-DF190CF0FC0B}"/>
                    </a:ext>
                  </a:extLst>
                </p:cNvPr>
                <p:cNvSpPr/>
                <p:nvPr/>
              </p:nvSpPr>
              <p:spPr>
                <a:xfrm>
                  <a:off x="924440" y="2163066"/>
                  <a:ext cx="2908088" cy="688522"/>
                </a:xfrm>
                <a:prstGeom prst="roundRect">
                  <a:avLst/>
                </a:prstGeom>
                <a:solidFill>
                  <a:srgbClr val="258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1900"/>
                    </a:lnSpc>
                  </a:pPr>
                  <a:r>
                    <a:rPr lang="fr-CA" b="1" noProof="0">
                      <a:latin typeface="+mj-lt"/>
                    </a:rPr>
                    <a:t>Exporter les données</a:t>
                  </a:r>
                  <a:br>
                    <a:rPr lang="fr-CA" b="1" noProof="0">
                      <a:latin typeface="+mj-lt"/>
                    </a:rPr>
                  </a:br>
                  <a:r>
                    <a:rPr lang="fr-CA" b="1" noProof="0">
                      <a:latin typeface="+mj-lt"/>
                    </a:rPr>
                    <a:t>dans un format universel</a:t>
                  </a:r>
                  <a:endParaRPr lang="fr-CA" noProof="0">
                    <a:latin typeface="+mj-lt"/>
                  </a:endParaRPr>
                </a:p>
              </p:txBody>
            </p:sp>
            <p:sp>
              <p:nvSpPr>
                <p:cNvPr id="47" name="Content Placeholder 2">
                  <a:extLst>
                    <a:ext uri="{FF2B5EF4-FFF2-40B4-BE49-F238E27FC236}">
                      <a16:creationId xmlns:a16="http://schemas.microsoft.com/office/drawing/2014/main" id="{206BAE77-8328-FF0B-9D05-4B5EFDC3CE18}"/>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a:t>✅</a:t>
                  </a:r>
                </a:p>
              </p:txBody>
            </p:sp>
          </p:grpSp>
        </p:grpSp>
        <p:cxnSp>
          <p:nvCxnSpPr>
            <p:cNvPr id="48" name="Straight Connector 47">
              <a:extLst>
                <a:ext uri="{FF2B5EF4-FFF2-40B4-BE49-F238E27FC236}">
                  <a16:creationId xmlns:a16="http://schemas.microsoft.com/office/drawing/2014/main" id="{81D9D7ED-395B-A7E8-1B0E-2B33D9850E69}"/>
                </a:ext>
              </a:extLst>
            </p:cNvPr>
            <p:cNvCxnSpPr/>
            <p:nvPr/>
          </p:nvCxnSpPr>
          <p:spPr>
            <a:xfrm>
              <a:off x="924439" y="4268115"/>
              <a:ext cx="10700293" cy="0"/>
            </a:xfrm>
            <a:prstGeom prst="line">
              <a:avLst/>
            </a:prstGeom>
            <a:ln w="3175">
              <a:solidFill>
                <a:srgbClr val="2FA135"/>
              </a:solidFill>
            </a:ln>
          </p:spPr>
          <p:style>
            <a:lnRef idx="2">
              <a:schemeClr val="accent1"/>
            </a:lnRef>
            <a:fillRef idx="0">
              <a:schemeClr val="accent1"/>
            </a:fillRef>
            <a:effectRef idx="1">
              <a:schemeClr val="accent1"/>
            </a:effectRef>
            <a:fontRef idx="minor">
              <a:schemeClr val="tx1"/>
            </a:fontRef>
          </p:style>
        </p:cxnSp>
        <p:pic>
          <p:nvPicPr>
            <p:cNvPr id="72" name="Picture 71">
              <a:extLst>
                <a:ext uri="{FF2B5EF4-FFF2-40B4-BE49-F238E27FC236}">
                  <a16:creationId xmlns:a16="http://schemas.microsoft.com/office/drawing/2014/main" id="{16F9DF87-5A42-FD21-EEEC-366A4DA75ED5}"/>
                </a:ext>
              </a:extLst>
            </p:cNvPr>
            <p:cNvPicPr>
              <a:picLocks noChangeAspect="1"/>
            </p:cNvPicPr>
            <p:nvPr/>
          </p:nvPicPr>
          <p:blipFill>
            <a:blip r:embed="rId2"/>
            <a:srcRect r="50000"/>
            <a:stretch>
              <a:fillRect/>
            </a:stretch>
          </p:blipFill>
          <p:spPr>
            <a:xfrm>
              <a:off x="10439662" y="4224038"/>
              <a:ext cx="1000379" cy="1180185"/>
            </a:xfrm>
            <a:prstGeom prst="rect">
              <a:avLst/>
            </a:prstGeom>
          </p:spPr>
        </p:pic>
      </p:grpSp>
      <p:grpSp>
        <p:nvGrpSpPr>
          <p:cNvPr id="5" name="Group 4">
            <a:extLst>
              <a:ext uri="{FF2B5EF4-FFF2-40B4-BE49-F238E27FC236}">
                <a16:creationId xmlns:a16="http://schemas.microsoft.com/office/drawing/2014/main" id="{19016555-9C7D-2EC4-C9E8-5EED311D5182}"/>
              </a:ext>
            </a:extLst>
          </p:cNvPr>
          <p:cNvGrpSpPr/>
          <p:nvPr/>
        </p:nvGrpSpPr>
        <p:grpSpPr>
          <a:xfrm>
            <a:off x="517253" y="3030742"/>
            <a:ext cx="11369945" cy="1123443"/>
            <a:chOff x="517253" y="3030742"/>
            <a:chExt cx="11369945" cy="1123443"/>
          </a:xfrm>
        </p:grpSpPr>
        <p:cxnSp>
          <p:nvCxnSpPr>
            <p:cNvPr id="42" name="Straight Connector 41">
              <a:extLst>
                <a:ext uri="{FF2B5EF4-FFF2-40B4-BE49-F238E27FC236}">
                  <a16:creationId xmlns:a16="http://schemas.microsoft.com/office/drawing/2014/main" id="{08C1E148-A7E0-EAAF-7B67-AD1BE3E7240B}"/>
                </a:ext>
              </a:extLst>
            </p:cNvPr>
            <p:cNvCxnSpPr/>
            <p:nvPr/>
          </p:nvCxnSpPr>
          <p:spPr>
            <a:xfrm>
              <a:off x="924439" y="3030742"/>
              <a:ext cx="10700293" cy="0"/>
            </a:xfrm>
            <a:prstGeom prst="line">
              <a:avLst/>
            </a:prstGeom>
            <a:ln w="3175">
              <a:solidFill>
                <a:srgbClr val="2FA135"/>
              </a:solidFill>
            </a:ln>
          </p:spPr>
          <p:style>
            <a:lnRef idx="2">
              <a:schemeClr val="accent1"/>
            </a:lnRef>
            <a:fillRef idx="0">
              <a:schemeClr val="accent1"/>
            </a:fillRef>
            <a:effectRef idx="1">
              <a:schemeClr val="accent1"/>
            </a:effectRef>
            <a:fontRef idx="minor">
              <a:schemeClr val="tx1"/>
            </a:fontRef>
          </p:style>
        </p:cxnSp>
        <p:grpSp>
          <p:nvGrpSpPr>
            <p:cNvPr id="66" name="Group 65">
              <a:extLst>
                <a:ext uri="{FF2B5EF4-FFF2-40B4-BE49-F238E27FC236}">
                  <a16:creationId xmlns:a16="http://schemas.microsoft.com/office/drawing/2014/main" id="{85EF0763-23D6-92C1-6434-686B65BB74E6}"/>
                </a:ext>
              </a:extLst>
            </p:cNvPr>
            <p:cNvGrpSpPr/>
            <p:nvPr/>
          </p:nvGrpSpPr>
          <p:grpSpPr>
            <a:xfrm>
              <a:off x="517253" y="3169731"/>
              <a:ext cx="9612709" cy="903074"/>
              <a:chOff x="517253" y="2111058"/>
              <a:chExt cx="9612709" cy="903074"/>
            </a:xfrm>
          </p:grpSpPr>
          <p:sp>
            <p:nvSpPr>
              <p:cNvPr id="67" name="Content Placeholder 2">
                <a:extLst>
                  <a:ext uri="{FF2B5EF4-FFF2-40B4-BE49-F238E27FC236}">
                    <a16:creationId xmlns:a16="http://schemas.microsoft.com/office/drawing/2014/main" id="{3D60C6B2-07C8-98B8-B281-76FB6665216E}"/>
                  </a:ext>
                </a:extLst>
              </p:cNvPr>
              <p:cNvSpPr txBox="1">
                <a:spLocks/>
              </p:cNvSpPr>
              <p:nvPr/>
            </p:nvSpPr>
            <p:spPr>
              <a:xfrm>
                <a:off x="3955506" y="2162018"/>
                <a:ext cx="6174456" cy="851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dirty="0"/>
                  <a:t>Faciliter l'accès à tout moment (</a:t>
                </a:r>
                <a:r>
                  <a:rPr lang="fr-CA" sz="2000" b="1" noProof="0" dirty="0">
                    <a:solidFill>
                      <a:srgbClr val="008F00"/>
                    </a:solidFill>
                  </a:rPr>
                  <a:t>et gratuitement à vie</a:t>
                </a:r>
                <a:r>
                  <a:rPr lang="fr-CA" sz="2000" noProof="0" dirty="0"/>
                  <a:t>) aux données via une </a:t>
                </a:r>
                <a:r>
                  <a:rPr lang="fr-CA" sz="2000" b="1" noProof="0" dirty="0"/>
                  <a:t>application locale </a:t>
                </a:r>
                <a:r>
                  <a:rPr lang="fr-CA" sz="2000" noProof="0" dirty="0"/>
                  <a:t>simple, permettant les recherches simples ou complexes.</a:t>
                </a:r>
              </a:p>
            </p:txBody>
          </p:sp>
          <p:grpSp>
            <p:nvGrpSpPr>
              <p:cNvPr id="68" name="Group 67">
                <a:extLst>
                  <a:ext uri="{FF2B5EF4-FFF2-40B4-BE49-F238E27FC236}">
                    <a16:creationId xmlns:a16="http://schemas.microsoft.com/office/drawing/2014/main" id="{35A7F404-7178-4EA6-8214-8C78A1FCF14A}"/>
                  </a:ext>
                </a:extLst>
              </p:cNvPr>
              <p:cNvGrpSpPr/>
              <p:nvPr/>
            </p:nvGrpSpPr>
            <p:grpSpPr>
              <a:xfrm>
                <a:off x="517253" y="2111058"/>
                <a:ext cx="3315275" cy="903074"/>
                <a:chOff x="517253" y="2111058"/>
                <a:chExt cx="3315275" cy="903074"/>
              </a:xfrm>
            </p:grpSpPr>
            <p:sp>
              <p:nvSpPr>
                <p:cNvPr id="69" name="Rounded Rectangle 68">
                  <a:extLst>
                    <a:ext uri="{FF2B5EF4-FFF2-40B4-BE49-F238E27FC236}">
                      <a16:creationId xmlns:a16="http://schemas.microsoft.com/office/drawing/2014/main" id="{AD18EC03-8062-E550-5691-D43D0888434B}"/>
                    </a:ext>
                  </a:extLst>
                </p:cNvPr>
                <p:cNvSpPr/>
                <p:nvPr/>
              </p:nvSpPr>
              <p:spPr>
                <a:xfrm>
                  <a:off x="924440" y="2163065"/>
                  <a:ext cx="2908088" cy="851067"/>
                </a:xfrm>
                <a:prstGeom prst="roundRect">
                  <a:avLst/>
                </a:prstGeom>
                <a:solidFill>
                  <a:srgbClr val="258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1900"/>
                    </a:lnSpc>
                  </a:pPr>
                  <a:r>
                    <a:rPr lang="fr-CA" b="1" noProof="0" dirty="0">
                      <a:latin typeface="+mj-lt"/>
                    </a:rPr>
                    <a:t>Rechercher et consulter  les données dans une application locale gratuite</a:t>
                  </a:r>
                  <a:endParaRPr lang="fr-CA" noProof="0" dirty="0">
                    <a:latin typeface="+mj-lt"/>
                  </a:endParaRPr>
                </a:p>
              </p:txBody>
            </p:sp>
            <p:sp>
              <p:nvSpPr>
                <p:cNvPr id="70" name="Content Placeholder 2">
                  <a:extLst>
                    <a:ext uri="{FF2B5EF4-FFF2-40B4-BE49-F238E27FC236}">
                      <a16:creationId xmlns:a16="http://schemas.microsoft.com/office/drawing/2014/main" id="{72200558-4F32-9324-DF9F-BD3D1797359A}"/>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a:t>✅</a:t>
                  </a:r>
                </a:p>
              </p:txBody>
            </p:sp>
          </p:grpSp>
        </p:grpSp>
        <p:pic>
          <p:nvPicPr>
            <p:cNvPr id="73" name="Picture 72">
              <a:extLst>
                <a:ext uri="{FF2B5EF4-FFF2-40B4-BE49-F238E27FC236}">
                  <a16:creationId xmlns:a16="http://schemas.microsoft.com/office/drawing/2014/main" id="{8DB1C6B5-4FA8-B1C5-8195-6EDDA9EA56F2}"/>
                </a:ext>
              </a:extLst>
            </p:cNvPr>
            <p:cNvPicPr>
              <a:picLocks noChangeAspect="1"/>
            </p:cNvPicPr>
            <p:nvPr/>
          </p:nvPicPr>
          <p:blipFill>
            <a:blip r:embed="rId3"/>
            <a:stretch>
              <a:fillRect/>
            </a:stretch>
          </p:blipFill>
          <p:spPr>
            <a:xfrm>
              <a:off x="10184665" y="3204329"/>
              <a:ext cx="1702533" cy="949856"/>
            </a:xfrm>
            <a:prstGeom prst="rect">
              <a:avLst/>
            </a:prstGeom>
          </p:spPr>
        </p:pic>
      </p:grpSp>
      <p:grpSp>
        <p:nvGrpSpPr>
          <p:cNvPr id="3" name="Group 2">
            <a:extLst>
              <a:ext uri="{FF2B5EF4-FFF2-40B4-BE49-F238E27FC236}">
                <a16:creationId xmlns:a16="http://schemas.microsoft.com/office/drawing/2014/main" id="{1A026CAB-E7E2-C089-8744-699C09313D33}"/>
              </a:ext>
            </a:extLst>
          </p:cNvPr>
          <p:cNvGrpSpPr/>
          <p:nvPr/>
        </p:nvGrpSpPr>
        <p:grpSpPr>
          <a:xfrm>
            <a:off x="517253" y="5297064"/>
            <a:ext cx="11107479" cy="1218218"/>
            <a:chOff x="517253" y="5297064"/>
            <a:chExt cx="11107479" cy="1218218"/>
          </a:xfrm>
        </p:grpSpPr>
        <p:grpSp>
          <p:nvGrpSpPr>
            <p:cNvPr id="49" name="Group 48">
              <a:extLst>
                <a:ext uri="{FF2B5EF4-FFF2-40B4-BE49-F238E27FC236}">
                  <a16:creationId xmlns:a16="http://schemas.microsoft.com/office/drawing/2014/main" id="{0959AC52-9FC7-2180-5BBC-941AD73907C7}"/>
                </a:ext>
              </a:extLst>
            </p:cNvPr>
            <p:cNvGrpSpPr/>
            <p:nvPr/>
          </p:nvGrpSpPr>
          <p:grpSpPr>
            <a:xfrm>
              <a:off x="517253" y="5548231"/>
              <a:ext cx="10018488" cy="967051"/>
              <a:chOff x="517253" y="2111058"/>
              <a:chExt cx="10018488" cy="967051"/>
            </a:xfrm>
          </p:grpSpPr>
          <p:sp>
            <p:nvSpPr>
              <p:cNvPr id="50" name="Content Placeholder 2">
                <a:extLst>
                  <a:ext uri="{FF2B5EF4-FFF2-40B4-BE49-F238E27FC236}">
                    <a16:creationId xmlns:a16="http://schemas.microsoft.com/office/drawing/2014/main" id="{1DEC77B5-D006-9579-1932-0A83075D91A6}"/>
                  </a:ext>
                </a:extLst>
              </p:cNvPr>
              <p:cNvSpPr txBox="1">
                <a:spLocks/>
              </p:cNvSpPr>
              <p:nvPr/>
            </p:nvSpPr>
            <p:spPr>
              <a:xfrm>
                <a:off x="3955507" y="2162018"/>
                <a:ext cx="6580234" cy="9150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2000" noProof="0"/>
                  <a:t>Générer un schéma de données de format standard (</a:t>
                </a:r>
                <a:r>
                  <a:rPr lang="fr-CA" sz="2000" b="1" noProof="0"/>
                  <a:t>XSD</a:t>
                </a:r>
                <a:r>
                  <a:rPr lang="fr-CA" sz="2000" noProof="0"/>
                  <a:t>), permettant aux développeurs de plateformes de gestion de services incendie d'intégrer les données complètes.</a:t>
                </a:r>
              </a:p>
            </p:txBody>
          </p:sp>
          <p:grpSp>
            <p:nvGrpSpPr>
              <p:cNvPr id="51" name="Group 50">
                <a:extLst>
                  <a:ext uri="{FF2B5EF4-FFF2-40B4-BE49-F238E27FC236}">
                    <a16:creationId xmlns:a16="http://schemas.microsoft.com/office/drawing/2014/main" id="{1F008B92-C73C-6E50-C450-A00070C7CC34}"/>
                  </a:ext>
                </a:extLst>
              </p:cNvPr>
              <p:cNvGrpSpPr/>
              <p:nvPr/>
            </p:nvGrpSpPr>
            <p:grpSpPr>
              <a:xfrm>
                <a:off x="517253" y="2111058"/>
                <a:ext cx="3315275" cy="967051"/>
                <a:chOff x="517253" y="2111058"/>
                <a:chExt cx="3315275" cy="967051"/>
              </a:xfrm>
            </p:grpSpPr>
            <p:sp>
              <p:nvSpPr>
                <p:cNvPr id="52" name="Rounded Rectangle 51">
                  <a:extLst>
                    <a:ext uri="{FF2B5EF4-FFF2-40B4-BE49-F238E27FC236}">
                      <a16:creationId xmlns:a16="http://schemas.microsoft.com/office/drawing/2014/main" id="{3C287A63-FF8A-602D-7ED5-8B58B7FDE9DA}"/>
                    </a:ext>
                  </a:extLst>
                </p:cNvPr>
                <p:cNvSpPr/>
                <p:nvPr/>
              </p:nvSpPr>
              <p:spPr>
                <a:xfrm>
                  <a:off x="924439" y="2163065"/>
                  <a:ext cx="2908089" cy="915044"/>
                </a:xfrm>
                <a:prstGeom prst="roundRect">
                  <a:avLst/>
                </a:prstGeom>
                <a:solidFill>
                  <a:srgbClr val="258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1900"/>
                    </a:lnSpc>
                  </a:pPr>
                  <a:r>
                    <a:rPr lang="fr-CA" b="1" noProof="0">
                      <a:latin typeface="+mj-lt"/>
                    </a:rPr>
                    <a:t>Préparer l'intégration des données historiques dans une nouvelle plateforme</a:t>
                  </a:r>
                </a:p>
              </p:txBody>
            </p:sp>
            <p:sp>
              <p:nvSpPr>
                <p:cNvPr id="53" name="Content Placeholder 2">
                  <a:extLst>
                    <a:ext uri="{FF2B5EF4-FFF2-40B4-BE49-F238E27FC236}">
                      <a16:creationId xmlns:a16="http://schemas.microsoft.com/office/drawing/2014/main" id="{1CB1C131-D21B-5D9D-ED1E-22B5199F3493}"/>
                    </a:ext>
                  </a:extLst>
                </p:cNvPr>
                <p:cNvSpPr txBox="1">
                  <a:spLocks/>
                </p:cNvSpPr>
                <p:nvPr/>
              </p:nvSpPr>
              <p:spPr>
                <a:xfrm>
                  <a:off x="517253" y="2111058"/>
                  <a:ext cx="728134" cy="63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noProof="0"/>
                    <a:t>✅</a:t>
                  </a:r>
                </a:p>
              </p:txBody>
            </p:sp>
          </p:grpSp>
        </p:grpSp>
        <p:cxnSp>
          <p:nvCxnSpPr>
            <p:cNvPr id="71" name="Straight Connector 70">
              <a:extLst>
                <a:ext uri="{FF2B5EF4-FFF2-40B4-BE49-F238E27FC236}">
                  <a16:creationId xmlns:a16="http://schemas.microsoft.com/office/drawing/2014/main" id="{F451E183-4A6F-CA23-053F-3760CD3E9F25}"/>
                </a:ext>
              </a:extLst>
            </p:cNvPr>
            <p:cNvCxnSpPr/>
            <p:nvPr/>
          </p:nvCxnSpPr>
          <p:spPr>
            <a:xfrm>
              <a:off x="924439" y="5391073"/>
              <a:ext cx="10700293" cy="0"/>
            </a:xfrm>
            <a:prstGeom prst="line">
              <a:avLst/>
            </a:prstGeom>
            <a:ln w="3175">
              <a:solidFill>
                <a:srgbClr val="2FA135"/>
              </a:solidFill>
            </a:ln>
          </p:spPr>
          <p:style>
            <a:lnRef idx="2">
              <a:schemeClr val="accent1"/>
            </a:lnRef>
            <a:fillRef idx="0">
              <a:schemeClr val="accent1"/>
            </a:fillRef>
            <a:effectRef idx="1">
              <a:schemeClr val="accent1"/>
            </a:effectRef>
            <a:fontRef idx="minor">
              <a:schemeClr val="tx1"/>
            </a:fontRef>
          </p:style>
        </p:cxnSp>
        <p:pic>
          <p:nvPicPr>
            <p:cNvPr id="74" name="Picture 73">
              <a:extLst>
                <a:ext uri="{FF2B5EF4-FFF2-40B4-BE49-F238E27FC236}">
                  <a16:creationId xmlns:a16="http://schemas.microsoft.com/office/drawing/2014/main" id="{78428989-D1ED-FD9B-47EA-F5618F7B394F}"/>
                </a:ext>
              </a:extLst>
            </p:cNvPr>
            <p:cNvPicPr>
              <a:picLocks noChangeAspect="1"/>
            </p:cNvPicPr>
            <p:nvPr/>
          </p:nvPicPr>
          <p:blipFill>
            <a:blip r:embed="rId2"/>
            <a:srcRect l="46478" r="3522"/>
            <a:stretch>
              <a:fillRect/>
            </a:stretch>
          </p:blipFill>
          <p:spPr>
            <a:xfrm>
              <a:off x="10535741" y="5297064"/>
              <a:ext cx="1000379" cy="1180185"/>
            </a:xfrm>
            <a:prstGeom prst="rect">
              <a:avLst/>
            </a:prstGeom>
          </p:spPr>
        </p:pic>
      </p:grpSp>
    </p:spTree>
    <p:extLst>
      <p:ext uri="{BB962C8B-B14F-4D97-AF65-F5344CB8AC3E}">
        <p14:creationId xmlns:p14="http://schemas.microsoft.com/office/powerpoint/2010/main" val="799028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59A978-26B4-C1D3-1F81-E28672E2EAF2}"/>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10" name="Straight Connector 9">
            <a:extLst>
              <a:ext uri="{FF2B5EF4-FFF2-40B4-BE49-F238E27FC236}">
                <a16:creationId xmlns:a16="http://schemas.microsoft.com/office/drawing/2014/main" id="{10FA4498-A6BE-7707-1159-6FD034824D6A}"/>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1" name="Group 10">
            <a:extLst>
              <a:ext uri="{FF2B5EF4-FFF2-40B4-BE49-F238E27FC236}">
                <a16:creationId xmlns:a16="http://schemas.microsoft.com/office/drawing/2014/main" id="{837FAA19-2FC9-1B37-A83D-F2A408DD27B2}"/>
              </a:ext>
            </a:extLst>
          </p:cNvPr>
          <p:cNvGrpSpPr/>
          <p:nvPr/>
        </p:nvGrpSpPr>
        <p:grpSpPr>
          <a:xfrm>
            <a:off x="118534" y="101604"/>
            <a:ext cx="2870199" cy="736959"/>
            <a:chOff x="0" y="0"/>
            <a:chExt cx="2870199" cy="736959"/>
          </a:xfrm>
        </p:grpSpPr>
        <p:sp>
          <p:nvSpPr>
            <p:cNvPr id="12" name="TextBox 11">
              <a:extLst>
                <a:ext uri="{FF2B5EF4-FFF2-40B4-BE49-F238E27FC236}">
                  <a16:creationId xmlns:a16="http://schemas.microsoft.com/office/drawing/2014/main" id="{97238EFB-825E-8920-C060-32EE741CFDC6}"/>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3" name="TextBox 12">
              <a:extLst>
                <a:ext uri="{FF2B5EF4-FFF2-40B4-BE49-F238E27FC236}">
                  <a16:creationId xmlns:a16="http://schemas.microsoft.com/office/drawing/2014/main" id="{96ECF98B-6697-4952-B4D7-8C6FF011260F}"/>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4" name="Oval 13">
            <a:extLst>
              <a:ext uri="{FF2B5EF4-FFF2-40B4-BE49-F238E27FC236}">
                <a16:creationId xmlns:a16="http://schemas.microsoft.com/office/drawing/2014/main" id="{7FCE49A6-E863-7270-1EE3-81FA2F00900F}"/>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5" name="Oval 14">
            <a:extLst>
              <a:ext uri="{FF2B5EF4-FFF2-40B4-BE49-F238E27FC236}">
                <a16:creationId xmlns:a16="http://schemas.microsoft.com/office/drawing/2014/main" id="{97B54CBA-F5C2-68D0-4352-C9569AC0AEC3}"/>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6" name="Oval 15">
            <a:extLst>
              <a:ext uri="{FF2B5EF4-FFF2-40B4-BE49-F238E27FC236}">
                <a16:creationId xmlns:a16="http://schemas.microsoft.com/office/drawing/2014/main" id="{6CAC3FBD-5A63-9917-FD28-307F9FAF27B1}"/>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7" name="Oval 16">
            <a:extLst>
              <a:ext uri="{FF2B5EF4-FFF2-40B4-BE49-F238E27FC236}">
                <a16:creationId xmlns:a16="http://schemas.microsoft.com/office/drawing/2014/main" id="{4C34F7D0-3A3C-C18B-8C79-D00DAB32710B}"/>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8" name="Oval 17">
            <a:extLst>
              <a:ext uri="{FF2B5EF4-FFF2-40B4-BE49-F238E27FC236}">
                <a16:creationId xmlns:a16="http://schemas.microsoft.com/office/drawing/2014/main" id="{981BA44C-93C9-D71D-0AD5-814C62218C1E}"/>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9" name="TextBox 18">
            <a:extLst>
              <a:ext uri="{FF2B5EF4-FFF2-40B4-BE49-F238E27FC236}">
                <a16:creationId xmlns:a16="http://schemas.microsoft.com/office/drawing/2014/main" id="{A07E1BEE-CDA9-494D-54EB-482742E123F5}"/>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20" name="TextBox 19">
            <a:extLst>
              <a:ext uri="{FF2B5EF4-FFF2-40B4-BE49-F238E27FC236}">
                <a16:creationId xmlns:a16="http://schemas.microsoft.com/office/drawing/2014/main" id="{A31E4F4B-560E-377C-3569-49A06404A1F2}"/>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solidFill>
                <a:latin typeface="+mj-lt"/>
              </a:rPr>
              <a:t>Solution</a:t>
            </a:r>
          </a:p>
        </p:txBody>
      </p:sp>
      <p:sp>
        <p:nvSpPr>
          <p:cNvPr id="21" name="TextBox 20">
            <a:extLst>
              <a:ext uri="{FF2B5EF4-FFF2-40B4-BE49-F238E27FC236}">
                <a16:creationId xmlns:a16="http://schemas.microsoft.com/office/drawing/2014/main" id="{A0AD5BA9-BD3D-D481-7BD6-75CE50C9CF81}"/>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22" name="TextBox 21">
            <a:extLst>
              <a:ext uri="{FF2B5EF4-FFF2-40B4-BE49-F238E27FC236}">
                <a16:creationId xmlns:a16="http://schemas.microsoft.com/office/drawing/2014/main" id="{F4627DAE-F55E-F290-2075-C4C3FB937989}"/>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23" name="TextBox 22">
            <a:extLst>
              <a:ext uri="{FF2B5EF4-FFF2-40B4-BE49-F238E27FC236}">
                <a16:creationId xmlns:a16="http://schemas.microsoft.com/office/drawing/2014/main" id="{0C6FC126-44B0-6223-208A-535174BABA76}"/>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Processus</a:t>
            </a:r>
          </a:p>
        </p:txBody>
      </p:sp>
      <p:sp>
        <p:nvSpPr>
          <p:cNvPr id="24" name="Oval 23">
            <a:extLst>
              <a:ext uri="{FF2B5EF4-FFF2-40B4-BE49-F238E27FC236}">
                <a16:creationId xmlns:a16="http://schemas.microsoft.com/office/drawing/2014/main" id="{AED54602-89B7-517F-F4CB-E84B98BB091B}"/>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5" name="Oval 24">
            <a:extLst>
              <a:ext uri="{FF2B5EF4-FFF2-40B4-BE49-F238E27FC236}">
                <a16:creationId xmlns:a16="http://schemas.microsoft.com/office/drawing/2014/main" id="{1E59A13D-3B4F-35BA-325C-CDC0F53D2AAA}"/>
              </a:ext>
            </a:extLst>
          </p:cNvPr>
          <p:cNvSpPr/>
          <p:nvPr/>
        </p:nvSpPr>
        <p:spPr>
          <a:xfrm>
            <a:off x="5737738"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8" name="Title 1">
            <a:extLst>
              <a:ext uri="{FF2B5EF4-FFF2-40B4-BE49-F238E27FC236}">
                <a16:creationId xmlns:a16="http://schemas.microsoft.com/office/drawing/2014/main" id="{7F1A7A5F-7955-9B63-F63F-A4BEF1FEA7D7}"/>
              </a:ext>
            </a:extLst>
          </p:cNvPr>
          <p:cNvSpPr txBox="1">
            <a:spLocks/>
          </p:cNvSpPr>
          <p:nvPr/>
        </p:nvSpPr>
        <p:spPr>
          <a:xfrm>
            <a:off x="296333" y="1275894"/>
            <a:ext cx="2939508" cy="637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Solution:</a:t>
            </a:r>
          </a:p>
        </p:txBody>
      </p:sp>
      <p:grpSp>
        <p:nvGrpSpPr>
          <p:cNvPr id="2" name="Group 1">
            <a:extLst>
              <a:ext uri="{FF2B5EF4-FFF2-40B4-BE49-F238E27FC236}">
                <a16:creationId xmlns:a16="http://schemas.microsoft.com/office/drawing/2014/main" id="{92D8EF8E-98D9-77CD-A864-A39A879ACCBC}"/>
              </a:ext>
            </a:extLst>
          </p:cNvPr>
          <p:cNvGrpSpPr/>
          <p:nvPr/>
        </p:nvGrpSpPr>
        <p:grpSpPr>
          <a:xfrm>
            <a:off x="0" y="2572837"/>
            <a:ext cx="2722884" cy="3849094"/>
            <a:chOff x="0" y="2572837"/>
            <a:chExt cx="2722884" cy="3849094"/>
          </a:xfrm>
        </p:grpSpPr>
        <p:pic>
          <p:nvPicPr>
            <p:cNvPr id="100" name="Picture 99">
              <a:extLst>
                <a:ext uri="{FF2B5EF4-FFF2-40B4-BE49-F238E27FC236}">
                  <a16:creationId xmlns:a16="http://schemas.microsoft.com/office/drawing/2014/main" id="{43AE9F2C-47F8-D602-4BB8-3805024C626A}"/>
                </a:ext>
              </a:extLst>
            </p:cNvPr>
            <p:cNvPicPr>
              <a:picLocks/>
            </p:cNvPicPr>
            <p:nvPr/>
          </p:nvPicPr>
          <p:blipFill>
            <a:blip r:embed="rId3">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Lst>
            </a:blip>
            <a:stretch>
              <a:fillRect/>
            </a:stretch>
          </p:blipFill>
          <p:spPr>
            <a:xfrm>
              <a:off x="0" y="2572837"/>
              <a:ext cx="2722884" cy="3196101"/>
            </a:xfrm>
            <a:prstGeom prst="rect">
              <a:avLst/>
            </a:prstGeom>
          </p:spPr>
        </p:pic>
        <p:sp>
          <p:nvSpPr>
            <p:cNvPr id="101" name="TextBox 100">
              <a:extLst>
                <a:ext uri="{FF2B5EF4-FFF2-40B4-BE49-F238E27FC236}">
                  <a16:creationId xmlns:a16="http://schemas.microsoft.com/office/drawing/2014/main" id="{D070D2F2-024D-B2CA-1564-F8B7A48F7797}"/>
                </a:ext>
              </a:extLst>
            </p:cNvPr>
            <p:cNvSpPr txBox="1"/>
            <p:nvPr/>
          </p:nvSpPr>
          <p:spPr>
            <a:xfrm>
              <a:off x="421886" y="5242697"/>
              <a:ext cx="1854098" cy="1179234"/>
            </a:xfrm>
            <a:prstGeom prst="rect">
              <a:avLst/>
            </a:prstGeom>
            <a:noFill/>
            <a:effectLst/>
          </p:spPr>
          <p:txBody>
            <a:bodyPr wrap="square" rtlCol="0">
              <a:spAutoFit/>
            </a:bodyPr>
            <a:lstStyle/>
            <a:p>
              <a:pPr algn="ctr">
                <a:lnSpc>
                  <a:spcPts val="2800"/>
                </a:lnSpc>
              </a:pPr>
              <a:r>
                <a:rPr lang="fr-CA" sz="2800" b="1" noProof="0">
                  <a:latin typeface="+mj-lt"/>
                </a:rPr>
                <a:t>Base de</a:t>
              </a:r>
              <a:r>
                <a:rPr lang="fr-CA" sz="2800" b="1">
                  <a:latin typeface="+mj-lt"/>
                </a:rPr>
                <a:t> d</a:t>
              </a:r>
              <a:r>
                <a:rPr lang="fr-CA" sz="2800" b="1" noProof="0" err="1">
                  <a:latin typeface="+mj-lt"/>
                </a:rPr>
                <a:t>onnées</a:t>
              </a:r>
              <a:endParaRPr lang="fr-CA" sz="2800" b="1" noProof="0">
                <a:latin typeface="+mj-lt"/>
              </a:endParaRPr>
            </a:p>
            <a:p>
              <a:pPr algn="ctr">
                <a:lnSpc>
                  <a:spcPts val="2800"/>
                </a:lnSpc>
              </a:pPr>
              <a:r>
                <a:rPr lang="fr-CA" sz="2800" b="1">
                  <a:latin typeface="+mj-lt"/>
                </a:rPr>
                <a:t>de PL</a:t>
              </a:r>
              <a:endParaRPr lang="fr-CA" sz="2800" b="1" noProof="0">
                <a:latin typeface="+mj-lt"/>
              </a:endParaRPr>
            </a:p>
          </p:txBody>
        </p:sp>
      </p:grpSp>
      <p:grpSp>
        <p:nvGrpSpPr>
          <p:cNvPr id="3" name="Group 2">
            <a:extLst>
              <a:ext uri="{FF2B5EF4-FFF2-40B4-BE49-F238E27FC236}">
                <a16:creationId xmlns:a16="http://schemas.microsoft.com/office/drawing/2014/main" id="{08921A4E-24B6-3825-6157-9D809A6DC3D1}"/>
              </a:ext>
            </a:extLst>
          </p:cNvPr>
          <p:cNvGrpSpPr/>
          <p:nvPr/>
        </p:nvGrpSpPr>
        <p:grpSpPr>
          <a:xfrm>
            <a:off x="2788170" y="1032933"/>
            <a:ext cx="3245903" cy="5825067"/>
            <a:chOff x="2788170" y="1032933"/>
            <a:chExt cx="3245903" cy="5825067"/>
          </a:xfrm>
        </p:grpSpPr>
        <p:sp>
          <p:nvSpPr>
            <p:cNvPr id="291" name="Rectangle 290">
              <a:extLst>
                <a:ext uri="{FF2B5EF4-FFF2-40B4-BE49-F238E27FC236}">
                  <a16:creationId xmlns:a16="http://schemas.microsoft.com/office/drawing/2014/main" id="{D8923368-3B32-0F31-8E45-0959BEC71430}"/>
                </a:ext>
              </a:extLst>
            </p:cNvPr>
            <p:cNvSpPr/>
            <p:nvPr/>
          </p:nvSpPr>
          <p:spPr>
            <a:xfrm>
              <a:off x="2788170" y="1032933"/>
              <a:ext cx="3245903" cy="5825067"/>
            </a:xfrm>
            <a:prstGeom prst="rect">
              <a:avLst/>
            </a:prstGeom>
            <a:solidFill>
              <a:srgbClr val="D7EAFF"/>
            </a:solidFill>
            <a:ln>
              <a:noFill/>
            </a:ln>
            <a:effectLst>
              <a:outerShdw blurRad="224534" dist="38100" dir="2700000" sx="103000" sy="103000" algn="tl" rotWithShape="0">
                <a:prstClr val="black">
                  <a:alpha val="4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6" name="Rounded Rectangle 85">
              <a:extLst>
                <a:ext uri="{FF2B5EF4-FFF2-40B4-BE49-F238E27FC236}">
                  <a16:creationId xmlns:a16="http://schemas.microsoft.com/office/drawing/2014/main" id="{720B76BC-7E86-DDE0-54D8-AC9649C6B818}"/>
                </a:ext>
              </a:extLst>
            </p:cNvPr>
            <p:cNvSpPr/>
            <p:nvPr/>
          </p:nvSpPr>
          <p:spPr>
            <a:xfrm>
              <a:off x="2798231" y="1196956"/>
              <a:ext cx="3225780" cy="1084720"/>
            </a:xfrm>
            <a:prstGeom prst="roundRect">
              <a:avLst/>
            </a:prstGeom>
            <a:noFill/>
            <a:ln w="63500">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ts val="3600"/>
                </a:lnSpc>
              </a:pPr>
              <a:r>
                <a:rPr lang="fr-CA" sz="2400" noProof="0">
                  <a:solidFill>
                    <a:srgbClr val="0063C1"/>
                  </a:solidFill>
                  <a:latin typeface="+mj-lt"/>
                </a:rPr>
                <a:t>Service</a:t>
              </a:r>
              <a:endParaRPr lang="fr-CA" sz="3600" noProof="0">
                <a:solidFill>
                  <a:srgbClr val="0063C1"/>
                </a:solidFill>
                <a:latin typeface="+mj-lt"/>
              </a:endParaRPr>
            </a:p>
            <a:p>
              <a:pPr algn="ctr">
                <a:lnSpc>
                  <a:spcPts val="3600"/>
                </a:lnSpc>
              </a:pPr>
              <a:r>
                <a:rPr lang="fr-CA" sz="4400" b="1" noProof="0">
                  <a:solidFill>
                    <a:srgbClr val="0063C1"/>
                  </a:solidFill>
                  <a:latin typeface="+mj-lt"/>
                </a:rPr>
                <a:t>Migration</a:t>
              </a:r>
              <a:r>
                <a:rPr lang="fr-CA" sz="4400" b="1" noProof="0">
                  <a:solidFill>
                    <a:srgbClr val="4D95D9"/>
                  </a:solidFill>
                  <a:latin typeface="+mj-lt"/>
                </a:rPr>
                <a:t>4o</a:t>
              </a:r>
              <a:endParaRPr lang="fr-CA" sz="3600" b="1" noProof="0">
                <a:solidFill>
                  <a:srgbClr val="4D95D9"/>
                </a:solidFill>
                <a:latin typeface="+mj-lt"/>
              </a:endParaRPr>
            </a:p>
          </p:txBody>
        </p:sp>
      </p:grpSp>
      <p:graphicFrame>
        <p:nvGraphicFramePr>
          <p:cNvPr id="109" name="Diagram 108">
            <a:extLst>
              <a:ext uri="{FF2B5EF4-FFF2-40B4-BE49-F238E27FC236}">
                <a16:creationId xmlns:a16="http://schemas.microsoft.com/office/drawing/2014/main" id="{98B4AC58-E516-85E4-AFC3-BFFC9377274F}"/>
              </a:ext>
            </a:extLst>
          </p:cNvPr>
          <p:cNvGraphicFramePr/>
          <p:nvPr>
            <p:extLst>
              <p:ext uri="{D42A27DB-BD31-4B8C-83A1-F6EECF244321}">
                <p14:modId xmlns:p14="http://schemas.microsoft.com/office/powerpoint/2010/main" val="4043881774"/>
              </p:ext>
            </p:extLst>
          </p:nvPr>
        </p:nvGraphicFramePr>
        <p:xfrm>
          <a:off x="6241726" y="1346177"/>
          <a:ext cx="7243050" cy="535282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59" name="Cross 258">
            <a:extLst>
              <a:ext uri="{FF2B5EF4-FFF2-40B4-BE49-F238E27FC236}">
                <a16:creationId xmlns:a16="http://schemas.microsoft.com/office/drawing/2014/main" id="{E8718150-85DC-DAF3-3313-7F4BF738DF0B}"/>
              </a:ext>
            </a:extLst>
          </p:cNvPr>
          <p:cNvSpPr/>
          <p:nvPr/>
        </p:nvSpPr>
        <p:spPr>
          <a:xfrm>
            <a:off x="7205958" y="3914797"/>
            <a:ext cx="287009" cy="287009"/>
          </a:xfrm>
          <a:prstGeom prst="plus">
            <a:avLst>
              <a:gd name="adj" fmla="val 3284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nvGrpSpPr>
          <p:cNvPr id="285" name="Group 284">
            <a:extLst>
              <a:ext uri="{FF2B5EF4-FFF2-40B4-BE49-F238E27FC236}">
                <a16:creationId xmlns:a16="http://schemas.microsoft.com/office/drawing/2014/main" id="{A5614B9F-092A-4468-E0D9-603938505D43}"/>
              </a:ext>
            </a:extLst>
          </p:cNvPr>
          <p:cNvGrpSpPr/>
          <p:nvPr/>
        </p:nvGrpSpPr>
        <p:grpSpPr>
          <a:xfrm>
            <a:off x="6808774" y="4452025"/>
            <a:ext cx="1081378" cy="1570414"/>
            <a:chOff x="7919500" y="3090385"/>
            <a:chExt cx="1081378" cy="1570414"/>
          </a:xfrm>
        </p:grpSpPr>
        <p:sp>
          <p:nvSpPr>
            <p:cNvPr id="258" name="Rounded Rectangle 257">
              <a:extLst>
                <a:ext uri="{FF2B5EF4-FFF2-40B4-BE49-F238E27FC236}">
                  <a16:creationId xmlns:a16="http://schemas.microsoft.com/office/drawing/2014/main" id="{7333C31B-5AA8-BC7F-9A30-B5AA34E9BD4E}"/>
                </a:ext>
              </a:extLst>
            </p:cNvPr>
            <p:cNvSpPr/>
            <p:nvPr/>
          </p:nvSpPr>
          <p:spPr>
            <a:xfrm>
              <a:off x="7919500" y="3090385"/>
              <a:ext cx="1081378" cy="1570414"/>
            </a:xfrm>
            <a:prstGeom prst="roundRect">
              <a:avLst>
                <a:gd name="adj" fmla="val 8579"/>
              </a:avLst>
            </a:prstGeom>
            <a:solidFill>
              <a:srgbClr val="008F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b"/>
            <a:lstStyle/>
            <a:p>
              <a:pPr algn="ctr"/>
              <a:r>
                <a:rPr lang="fr-CA" sz="1300" b="1">
                  <a:latin typeface="+mj-lt"/>
                </a:rPr>
                <a:t>App de recherche et consultation des données</a:t>
              </a:r>
            </a:p>
          </p:txBody>
        </p:sp>
        <p:pic>
          <p:nvPicPr>
            <p:cNvPr id="260" name="Picture 259">
              <a:extLst>
                <a:ext uri="{FF2B5EF4-FFF2-40B4-BE49-F238E27FC236}">
                  <a16:creationId xmlns:a16="http://schemas.microsoft.com/office/drawing/2014/main" id="{8A51BB9D-3EF3-43CB-CFF9-409D57062278}"/>
                </a:ext>
              </a:extLst>
            </p:cNvPr>
            <p:cNvPicPr>
              <a:picLocks noChangeAspect="1"/>
            </p:cNvPicPr>
            <p:nvPr/>
          </p:nvPicPr>
          <p:blipFill>
            <a:blip r:embed="rId10"/>
            <a:stretch>
              <a:fillRect/>
            </a:stretch>
          </p:blipFill>
          <p:spPr>
            <a:xfrm>
              <a:off x="7958863" y="3156573"/>
              <a:ext cx="1042015" cy="581348"/>
            </a:xfrm>
            <a:prstGeom prst="rect">
              <a:avLst/>
            </a:prstGeom>
          </p:spPr>
        </p:pic>
      </p:grpSp>
      <p:grpSp>
        <p:nvGrpSpPr>
          <p:cNvPr id="264" name="Group 263">
            <a:extLst>
              <a:ext uri="{FF2B5EF4-FFF2-40B4-BE49-F238E27FC236}">
                <a16:creationId xmlns:a16="http://schemas.microsoft.com/office/drawing/2014/main" id="{A6C688A3-2A1E-7033-9F35-821D3B0296E0}"/>
              </a:ext>
            </a:extLst>
          </p:cNvPr>
          <p:cNvGrpSpPr/>
          <p:nvPr/>
        </p:nvGrpSpPr>
        <p:grpSpPr>
          <a:xfrm>
            <a:off x="6919195" y="2691973"/>
            <a:ext cx="1204686" cy="1051669"/>
            <a:chOff x="8029921" y="3679878"/>
            <a:chExt cx="1204686" cy="1051669"/>
          </a:xfrm>
        </p:grpSpPr>
        <p:pic>
          <p:nvPicPr>
            <p:cNvPr id="262" name="Picture 261">
              <a:extLst>
                <a:ext uri="{FF2B5EF4-FFF2-40B4-BE49-F238E27FC236}">
                  <a16:creationId xmlns:a16="http://schemas.microsoft.com/office/drawing/2014/main" id="{8B9A4985-DB51-7A34-57A3-BFACFFA65426}"/>
                </a:ext>
              </a:extLst>
            </p:cNvPr>
            <p:cNvPicPr>
              <a:picLocks noChangeAspect="1"/>
            </p:cNvPicPr>
            <p:nvPr/>
          </p:nvPicPr>
          <p:blipFill>
            <a:blip r:embed="rId11"/>
            <a:srcRect l="46478" r="3522"/>
            <a:stretch>
              <a:fillRect/>
            </a:stretch>
          </p:blipFill>
          <p:spPr>
            <a:xfrm>
              <a:off x="8029921" y="3679878"/>
              <a:ext cx="891443" cy="1051669"/>
            </a:xfrm>
            <a:prstGeom prst="rect">
              <a:avLst/>
            </a:prstGeom>
          </p:spPr>
        </p:pic>
        <p:sp>
          <p:nvSpPr>
            <p:cNvPr id="263" name="TextBox 262">
              <a:extLst>
                <a:ext uri="{FF2B5EF4-FFF2-40B4-BE49-F238E27FC236}">
                  <a16:creationId xmlns:a16="http://schemas.microsoft.com/office/drawing/2014/main" id="{5970A3E8-4ECD-7186-703C-B0DF4242338C}"/>
                </a:ext>
              </a:extLst>
            </p:cNvPr>
            <p:cNvSpPr txBox="1"/>
            <p:nvPr/>
          </p:nvSpPr>
          <p:spPr>
            <a:xfrm>
              <a:off x="8115930" y="4335033"/>
              <a:ext cx="1118677" cy="261610"/>
            </a:xfrm>
            <a:prstGeom prst="rect">
              <a:avLst/>
            </a:prstGeom>
            <a:noFill/>
          </p:spPr>
          <p:txBody>
            <a:bodyPr wrap="square" rtlCol="0">
              <a:spAutoFit/>
            </a:bodyPr>
            <a:lstStyle/>
            <a:p>
              <a:r>
                <a:rPr lang="fr-CA" sz="1100" b="1">
                  <a:solidFill>
                    <a:srgbClr val="2677B6"/>
                  </a:solidFill>
                  <a:latin typeface="+mj-lt"/>
                </a:rPr>
                <a:t>SCHÉMA</a:t>
              </a:r>
            </a:p>
          </p:txBody>
        </p:sp>
      </p:grpSp>
      <p:grpSp>
        <p:nvGrpSpPr>
          <p:cNvPr id="8" name="Group 7">
            <a:extLst>
              <a:ext uri="{FF2B5EF4-FFF2-40B4-BE49-F238E27FC236}">
                <a16:creationId xmlns:a16="http://schemas.microsoft.com/office/drawing/2014/main" id="{4FB4A620-6EE1-00D0-FF42-9F537D8E2E2A}"/>
              </a:ext>
            </a:extLst>
          </p:cNvPr>
          <p:cNvGrpSpPr/>
          <p:nvPr/>
        </p:nvGrpSpPr>
        <p:grpSpPr>
          <a:xfrm>
            <a:off x="11833821" y="1294608"/>
            <a:ext cx="296979" cy="5447142"/>
            <a:chOff x="11833821" y="1294608"/>
            <a:chExt cx="296979" cy="5447142"/>
          </a:xfrm>
        </p:grpSpPr>
        <p:pic>
          <p:nvPicPr>
            <p:cNvPr id="265" name="Picture 264">
              <a:extLst>
                <a:ext uri="{FF2B5EF4-FFF2-40B4-BE49-F238E27FC236}">
                  <a16:creationId xmlns:a16="http://schemas.microsoft.com/office/drawing/2014/main" id="{6D50AFA9-F8A0-A1E0-F116-78ABDBBF5FAB}"/>
                </a:ext>
              </a:extLst>
            </p:cNvPr>
            <p:cNvPicPr>
              <a:picLocks noChangeAspect="1"/>
            </p:cNvPicPr>
            <p:nvPr/>
          </p:nvPicPr>
          <p:blipFill>
            <a:blip r:embed="rId11"/>
            <a:srcRect r="50000"/>
            <a:stretch>
              <a:fillRect/>
            </a:stretch>
          </p:blipFill>
          <p:spPr>
            <a:xfrm>
              <a:off x="11833821" y="1294608"/>
              <a:ext cx="296979" cy="350357"/>
            </a:xfrm>
            <a:prstGeom prst="rect">
              <a:avLst/>
            </a:prstGeom>
          </p:spPr>
        </p:pic>
        <p:pic>
          <p:nvPicPr>
            <p:cNvPr id="266" name="Picture 265">
              <a:extLst>
                <a:ext uri="{FF2B5EF4-FFF2-40B4-BE49-F238E27FC236}">
                  <a16:creationId xmlns:a16="http://schemas.microsoft.com/office/drawing/2014/main" id="{C62F82E3-485F-FC7F-54CA-8D0FD0181FDA}"/>
                </a:ext>
              </a:extLst>
            </p:cNvPr>
            <p:cNvPicPr>
              <a:picLocks noChangeAspect="1"/>
            </p:cNvPicPr>
            <p:nvPr/>
          </p:nvPicPr>
          <p:blipFill>
            <a:blip r:embed="rId11"/>
            <a:srcRect r="50000"/>
            <a:stretch>
              <a:fillRect/>
            </a:stretch>
          </p:blipFill>
          <p:spPr>
            <a:xfrm>
              <a:off x="11833821" y="1594419"/>
              <a:ext cx="296979" cy="350357"/>
            </a:xfrm>
            <a:prstGeom prst="rect">
              <a:avLst/>
            </a:prstGeom>
          </p:spPr>
        </p:pic>
        <p:pic>
          <p:nvPicPr>
            <p:cNvPr id="267" name="Picture 266">
              <a:extLst>
                <a:ext uri="{FF2B5EF4-FFF2-40B4-BE49-F238E27FC236}">
                  <a16:creationId xmlns:a16="http://schemas.microsoft.com/office/drawing/2014/main" id="{D7E9AA29-1C31-CCD3-2EC4-FB671EEEC9B5}"/>
                </a:ext>
              </a:extLst>
            </p:cNvPr>
            <p:cNvPicPr>
              <a:picLocks noChangeAspect="1"/>
            </p:cNvPicPr>
            <p:nvPr/>
          </p:nvPicPr>
          <p:blipFill>
            <a:blip r:embed="rId11"/>
            <a:srcRect r="50000"/>
            <a:stretch>
              <a:fillRect/>
            </a:stretch>
          </p:blipFill>
          <p:spPr>
            <a:xfrm>
              <a:off x="11833821" y="1894230"/>
              <a:ext cx="296979" cy="350357"/>
            </a:xfrm>
            <a:prstGeom prst="rect">
              <a:avLst/>
            </a:prstGeom>
          </p:spPr>
        </p:pic>
        <p:pic>
          <p:nvPicPr>
            <p:cNvPr id="268" name="Picture 267">
              <a:extLst>
                <a:ext uri="{FF2B5EF4-FFF2-40B4-BE49-F238E27FC236}">
                  <a16:creationId xmlns:a16="http://schemas.microsoft.com/office/drawing/2014/main" id="{E52D1E7F-E041-76FE-D547-83BD56589A1E}"/>
                </a:ext>
              </a:extLst>
            </p:cNvPr>
            <p:cNvPicPr>
              <a:picLocks noChangeAspect="1"/>
            </p:cNvPicPr>
            <p:nvPr/>
          </p:nvPicPr>
          <p:blipFill>
            <a:blip r:embed="rId11"/>
            <a:srcRect r="50000"/>
            <a:stretch>
              <a:fillRect/>
            </a:stretch>
          </p:blipFill>
          <p:spPr>
            <a:xfrm>
              <a:off x="11833821" y="2194041"/>
              <a:ext cx="296979" cy="350357"/>
            </a:xfrm>
            <a:prstGeom prst="rect">
              <a:avLst/>
            </a:prstGeom>
          </p:spPr>
        </p:pic>
        <p:pic>
          <p:nvPicPr>
            <p:cNvPr id="269" name="Picture 268">
              <a:extLst>
                <a:ext uri="{FF2B5EF4-FFF2-40B4-BE49-F238E27FC236}">
                  <a16:creationId xmlns:a16="http://schemas.microsoft.com/office/drawing/2014/main" id="{75C73D81-DA68-A441-7AAA-1A700391F835}"/>
                </a:ext>
              </a:extLst>
            </p:cNvPr>
            <p:cNvPicPr>
              <a:picLocks noChangeAspect="1"/>
            </p:cNvPicPr>
            <p:nvPr/>
          </p:nvPicPr>
          <p:blipFill>
            <a:blip r:embed="rId11"/>
            <a:srcRect r="50000"/>
            <a:stretch>
              <a:fillRect/>
            </a:stretch>
          </p:blipFill>
          <p:spPr>
            <a:xfrm>
              <a:off x="11833821" y="2493852"/>
              <a:ext cx="296979" cy="350357"/>
            </a:xfrm>
            <a:prstGeom prst="rect">
              <a:avLst/>
            </a:prstGeom>
          </p:spPr>
        </p:pic>
        <p:pic>
          <p:nvPicPr>
            <p:cNvPr id="270" name="Picture 269">
              <a:extLst>
                <a:ext uri="{FF2B5EF4-FFF2-40B4-BE49-F238E27FC236}">
                  <a16:creationId xmlns:a16="http://schemas.microsoft.com/office/drawing/2014/main" id="{44DCC896-892A-A001-9103-BC1198C56FAD}"/>
                </a:ext>
              </a:extLst>
            </p:cNvPr>
            <p:cNvPicPr>
              <a:picLocks noChangeAspect="1"/>
            </p:cNvPicPr>
            <p:nvPr/>
          </p:nvPicPr>
          <p:blipFill>
            <a:blip r:embed="rId11"/>
            <a:srcRect r="50000"/>
            <a:stretch>
              <a:fillRect/>
            </a:stretch>
          </p:blipFill>
          <p:spPr>
            <a:xfrm>
              <a:off x="11833821" y="2793663"/>
              <a:ext cx="296979" cy="350357"/>
            </a:xfrm>
            <a:prstGeom prst="rect">
              <a:avLst/>
            </a:prstGeom>
          </p:spPr>
        </p:pic>
        <p:pic>
          <p:nvPicPr>
            <p:cNvPr id="271" name="Picture 270">
              <a:extLst>
                <a:ext uri="{FF2B5EF4-FFF2-40B4-BE49-F238E27FC236}">
                  <a16:creationId xmlns:a16="http://schemas.microsoft.com/office/drawing/2014/main" id="{BEEBD033-6E28-CE8A-E0C4-FCA5367135AB}"/>
                </a:ext>
              </a:extLst>
            </p:cNvPr>
            <p:cNvPicPr>
              <a:picLocks noChangeAspect="1"/>
            </p:cNvPicPr>
            <p:nvPr/>
          </p:nvPicPr>
          <p:blipFill>
            <a:blip r:embed="rId11"/>
            <a:srcRect r="50000"/>
            <a:stretch>
              <a:fillRect/>
            </a:stretch>
          </p:blipFill>
          <p:spPr>
            <a:xfrm>
              <a:off x="11833821" y="3093474"/>
              <a:ext cx="296979" cy="350357"/>
            </a:xfrm>
            <a:prstGeom prst="rect">
              <a:avLst/>
            </a:prstGeom>
          </p:spPr>
        </p:pic>
        <p:pic>
          <p:nvPicPr>
            <p:cNvPr id="272" name="Picture 271">
              <a:extLst>
                <a:ext uri="{FF2B5EF4-FFF2-40B4-BE49-F238E27FC236}">
                  <a16:creationId xmlns:a16="http://schemas.microsoft.com/office/drawing/2014/main" id="{EC6D2FB4-C2AA-2D2E-1D51-F83E2094968A}"/>
                </a:ext>
              </a:extLst>
            </p:cNvPr>
            <p:cNvPicPr>
              <a:picLocks noChangeAspect="1"/>
            </p:cNvPicPr>
            <p:nvPr/>
          </p:nvPicPr>
          <p:blipFill>
            <a:blip r:embed="rId11"/>
            <a:srcRect r="50000"/>
            <a:stretch>
              <a:fillRect/>
            </a:stretch>
          </p:blipFill>
          <p:spPr>
            <a:xfrm>
              <a:off x="11833821" y="3393285"/>
              <a:ext cx="296979" cy="350357"/>
            </a:xfrm>
            <a:prstGeom prst="rect">
              <a:avLst/>
            </a:prstGeom>
          </p:spPr>
        </p:pic>
        <p:pic>
          <p:nvPicPr>
            <p:cNvPr id="273" name="Picture 272">
              <a:extLst>
                <a:ext uri="{FF2B5EF4-FFF2-40B4-BE49-F238E27FC236}">
                  <a16:creationId xmlns:a16="http://schemas.microsoft.com/office/drawing/2014/main" id="{C47BC6E7-23DD-F262-5361-9F202CAE5CB8}"/>
                </a:ext>
              </a:extLst>
            </p:cNvPr>
            <p:cNvPicPr>
              <a:picLocks noChangeAspect="1"/>
            </p:cNvPicPr>
            <p:nvPr/>
          </p:nvPicPr>
          <p:blipFill>
            <a:blip r:embed="rId11"/>
            <a:srcRect r="50000"/>
            <a:stretch>
              <a:fillRect/>
            </a:stretch>
          </p:blipFill>
          <p:spPr>
            <a:xfrm>
              <a:off x="11833821" y="3693096"/>
              <a:ext cx="296979" cy="350357"/>
            </a:xfrm>
            <a:prstGeom prst="rect">
              <a:avLst/>
            </a:prstGeom>
          </p:spPr>
        </p:pic>
        <p:pic>
          <p:nvPicPr>
            <p:cNvPr id="274" name="Picture 273">
              <a:extLst>
                <a:ext uri="{FF2B5EF4-FFF2-40B4-BE49-F238E27FC236}">
                  <a16:creationId xmlns:a16="http://schemas.microsoft.com/office/drawing/2014/main" id="{ED81DCEA-7DC5-0349-50C1-6327FDD3EB6A}"/>
                </a:ext>
              </a:extLst>
            </p:cNvPr>
            <p:cNvPicPr>
              <a:picLocks noChangeAspect="1"/>
            </p:cNvPicPr>
            <p:nvPr/>
          </p:nvPicPr>
          <p:blipFill>
            <a:blip r:embed="rId11"/>
            <a:srcRect r="50000"/>
            <a:stretch>
              <a:fillRect/>
            </a:stretch>
          </p:blipFill>
          <p:spPr>
            <a:xfrm>
              <a:off x="11833821" y="3992907"/>
              <a:ext cx="296979" cy="350357"/>
            </a:xfrm>
            <a:prstGeom prst="rect">
              <a:avLst/>
            </a:prstGeom>
          </p:spPr>
        </p:pic>
        <p:pic>
          <p:nvPicPr>
            <p:cNvPr id="275" name="Picture 274">
              <a:extLst>
                <a:ext uri="{FF2B5EF4-FFF2-40B4-BE49-F238E27FC236}">
                  <a16:creationId xmlns:a16="http://schemas.microsoft.com/office/drawing/2014/main" id="{CF4752F9-4486-0FE8-2A11-575D99D4A1F1}"/>
                </a:ext>
              </a:extLst>
            </p:cNvPr>
            <p:cNvPicPr>
              <a:picLocks noChangeAspect="1"/>
            </p:cNvPicPr>
            <p:nvPr/>
          </p:nvPicPr>
          <p:blipFill>
            <a:blip r:embed="rId11"/>
            <a:srcRect r="50000"/>
            <a:stretch>
              <a:fillRect/>
            </a:stretch>
          </p:blipFill>
          <p:spPr>
            <a:xfrm>
              <a:off x="11833821" y="4292718"/>
              <a:ext cx="296979" cy="350357"/>
            </a:xfrm>
            <a:prstGeom prst="rect">
              <a:avLst/>
            </a:prstGeom>
          </p:spPr>
        </p:pic>
        <p:pic>
          <p:nvPicPr>
            <p:cNvPr id="276" name="Picture 275">
              <a:extLst>
                <a:ext uri="{FF2B5EF4-FFF2-40B4-BE49-F238E27FC236}">
                  <a16:creationId xmlns:a16="http://schemas.microsoft.com/office/drawing/2014/main" id="{FAB83239-EBB1-6AF5-F11B-EC0809861E11}"/>
                </a:ext>
              </a:extLst>
            </p:cNvPr>
            <p:cNvPicPr>
              <a:picLocks noChangeAspect="1"/>
            </p:cNvPicPr>
            <p:nvPr/>
          </p:nvPicPr>
          <p:blipFill>
            <a:blip r:embed="rId11"/>
            <a:srcRect r="50000"/>
            <a:stretch>
              <a:fillRect/>
            </a:stretch>
          </p:blipFill>
          <p:spPr>
            <a:xfrm>
              <a:off x="11833821" y="4592529"/>
              <a:ext cx="296979" cy="350357"/>
            </a:xfrm>
            <a:prstGeom prst="rect">
              <a:avLst/>
            </a:prstGeom>
          </p:spPr>
        </p:pic>
        <p:pic>
          <p:nvPicPr>
            <p:cNvPr id="277" name="Picture 276">
              <a:extLst>
                <a:ext uri="{FF2B5EF4-FFF2-40B4-BE49-F238E27FC236}">
                  <a16:creationId xmlns:a16="http://schemas.microsoft.com/office/drawing/2014/main" id="{A4354906-0E6A-6475-21B0-A3C07C37D94D}"/>
                </a:ext>
              </a:extLst>
            </p:cNvPr>
            <p:cNvPicPr>
              <a:picLocks noChangeAspect="1"/>
            </p:cNvPicPr>
            <p:nvPr/>
          </p:nvPicPr>
          <p:blipFill>
            <a:blip r:embed="rId11"/>
            <a:srcRect r="50000"/>
            <a:stretch>
              <a:fillRect/>
            </a:stretch>
          </p:blipFill>
          <p:spPr>
            <a:xfrm>
              <a:off x="11833821" y="4892340"/>
              <a:ext cx="296979" cy="350357"/>
            </a:xfrm>
            <a:prstGeom prst="rect">
              <a:avLst/>
            </a:prstGeom>
          </p:spPr>
        </p:pic>
        <p:pic>
          <p:nvPicPr>
            <p:cNvPr id="278" name="Picture 277">
              <a:extLst>
                <a:ext uri="{FF2B5EF4-FFF2-40B4-BE49-F238E27FC236}">
                  <a16:creationId xmlns:a16="http://schemas.microsoft.com/office/drawing/2014/main" id="{676C82FF-1D2B-8FE9-627A-F86D96C585E1}"/>
                </a:ext>
              </a:extLst>
            </p:cNvPr>
            <p:cNvPicPr>
              <a:picLocks noChangeAspect="1"/>
            </p:cNvPicPr>
            <p:nvPr/>
          </p:nvPicPr>
          <p:blipFill>
            <a:blip r:embed="rId11"/>
            <a:srcRect r="50000"/>
            <a:stretch>
              <a:fillRect/>
            </a:stretch>
          </p:blipFill>
          <p:spPr>
            <a:xfrm>
              <a:off x="11833821" y="5192151"/>
              <a:ext cx="296979" cy="350357"/>
            </a:xfrm>
            <a:prstGeom prst="rect">
              <a:avLst/>
            </a:prstGeom>
          </p:spPr>
        </p:pic>
        <p:pic>
          <p:nvPicPr>
            <p:cNvPr id="279" name="Picture 278">
              <a:extLst>
                <a:ext uri="{FF2B5EF4-FFF2-40B4-BE49-F238E27FC236}">
                  <a16:creationId xmlns:a16="http://schemas.microsoft.com/office/drawing/2014/main" id="{796AD265-FE86-8A21-80B3-9BECF6AF858B}"/>
                </a:ext>
              </a:extLst>
            </p:cNvPr>
            <p:cNvPicPr>
              <a:picLocks noChangeAspect="1"/>
            </p:cNvPicPr>
            <p:nvPr/>
          </p:nvPicPr>
          <p:blipFill>
            <a:blip r:embed="rId11"/>
            <a:srcRect r="50000"/>
            <a:stretch>
              <a:fillRect/>
            </a:stretch>
          </p:blipFill>
          <p:spPr>
            <a:xfrm>
              <a:off x="11833821" y="5491962"/>
              <a:ext cx="296979" cy="350357"/>
            </a:xfrm>
            <a:prstGeom prst="rect">
              <a:avLst/>
            </a:prstGeom>
          </p:spPr>
        </p:pic>
        <p:pic>
          <p:nvPicPr>
            <p:cNvPr id="280" name="Picture 279">
              <a:extLst>
                <a:ext uri="{FF2B5EF4-FFF2-40B4-BE49-F238E27FC236}">
                  <a16:creationId xmlns:a16="http://schemas.microsoft.com/office/drawing/2014/main" id="{16D555FA-C4B4-CEE4-C67F-F94AFFDB8B9B}"/>
                </a:ext>
              </a:extLst>
            </p:cNvPr>
            <p:cNvPicPr>
              <a:picLocks noChangeAspect="1"/>
            </p:cNvPicPr>
            <p:nvPr/>
          </p:nvPicPr>
          <p:blipFill>
            <a:blip r:embed="rId11"/>
            <a:srcRect r="50000"/>
            <a:stretch>
              <a:fillRect/>
            </a:stretch>
          </p:blipFill>
          <p:spPr>
            <a:xfrm>
              <a:off x="11833821" y="5791773"/>
              <a:ext cx="296979" cy="350357"/>
            </a:xfrm>
            <a:prstGeom prst="rect">
              <a:avLst/>
            </a:prstGeom>
          </p:spPr>
        </p:pic>
        <p:pic>
          <p:nvPicPr>
            <p:cNvPr id="281" name="Picture 280">
              <a:extLst>
                <a:ext uri="{FF2B5EF4-FFF2-40B4-BE49-F238E27FC236}">
                  <a16:creationId xmlns:a16="http://schemas.microsoft.com/office/drawing/2014/main" id="{8DE1CC7B-D7E7-47E5-FED7-C491B6228AE5}"/>
                </a:ext>
              </a:extLst>
            </p:cNvPr>
            <p:cNvPicPr>
              <a:picLocks noChangeAspect="1"/>
            </p:cNvPicPr>
            <p:nvPr/>
          </p:nvPicPr>
          <p:blipFill>
            <a:blip r:embed="rId11"/>
            <a:srcRect r="50000"/>
            <a:stretch>
              <a:fillRect/>
            </a:stretch>
          </p:blipFill>
          <p:spPr>
            <a:xfrm>
              <a:off x="11833821" y="6091584"/>
              <a:ext cx="296979" cy="350357"/>
            </a:xfrm>
            <a:prstGeom prst="rect">
              <a:avLst/>
            </a:prstGeom>
          </p:spPr>
        </p:pic>
        <p:pic>
          <p:nvPicPr>
            <p:cNvPr id="282" name="Picture 281">
              <a:extLst>
                <a:ext uri="{FF2B5EF4-FFF2-40B4-BE49-F238E27FC236}">
                  <a16:creationId xmlns:a16="http://schemas.microsoft.com/office/drawing/2014/main" id="{4463028D-E0BC-6D0A-3DE6-96C5A339385C}"/>
                </a:ext>
              </a:extLst>
            </p:cNvPr>
            <p:cNvPicPr>
              <a:picLocks noChangeAspect="1"/>
            </p:cNvPicPr>
            <p:nvPr/>
          </p:nvPicPr>
          <p:blipFill>
            <a:blip r:embed="rId11"/>
            <a:srcRect r="50000"/>
            <a:stretch>
              <a:fillRect/>
            </a:stretch>
          </p:blipFill>
          <p:spPr>
            <a:xfrm>
              <a:off x="11833821" y="6391393"/>
              <a:ext cx="296979" cy="350357"/>
            </a:xfrm>
            <a:prstGeom prst="rect">
              <a:avLst/>
            </a:prstGeom>
          </p:spPr>
        </p:pic>
      </p:grpSp>
      <p:sp>
        <p:nvSpPr>
          <p:cNvPr id="293" name="Right Arrow 292">
            <a:extLst>
              <a:ext uri="{FF2B5EF4-FFF2-40B4-BE49-F238E27FC236}">
                <a16:creationId xmlns:a16="http://schemas.microsoft.com/office/drawing/2014/main" id="{C7E96098-DFBE-FEBB-AEE1-8E33CC876B4B}"/>
              </a:ext>
            </a:extLst>
          </p:cNvPr>
          <p:cNvSpPr/>
          <p:nvPr/>
        </p:nvSpPr>
        <p:spPr>
          <a:xfrm>
            <a:off x="6156529" y="3709588"/>
            <a:ext cx="268788" cy="408945"/>
          </a:xfrm>
          <a:prstGeom prst="rightArrow">
            <a:avLst>
              <a:gd name="adj1" fmla="val 37689"/>
              <a:gd name="adj2" fmla="val 69704"/>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92" name="Right Arrow 291">
            <a:extLst>
              <a:ext uri="{FF2B5EF4-FFF2-40B4-BE49-F238E27FC236}">
                <a16:creationId xmlns:a16="http://schemas.microsoft.com/office/drawing/2014/main" id="{F4704D57-2BD1-0062-46A4-8590182160C4}"/>
              </a:ext>
            </a:extLst>
          </p:cNvPr>
          <p:cNvSpPr/>
          <p:nvPr/>
        </p:nvSpPr>
        <p:spPr>
          <a:xfrm>
            <a:off x="2392357" y="3709588"/>
            <a:ext cx="268788" cy="408945"/>
          </a:xfrm>
          <a:prstGeom prst="rightArrow">
            <a:avLst>
              <a:gd name="adj1" fmla="val 37689"/>
              <a:gd name="adj2" fmla="val 69704"/>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7" name="Rounded Rectangle 46">
            <a:extLst>
              <a:ext uri="{FF2B5EF4-FFF2-40B4-BE49-F238E27FC236}">
                <a16:creationId xmlns:a16="http://schemas.microsoft.com/office/drawing/2014/main" id="{5206DBBD-3084-1489-1961-A976F46450AC}"/>
              </a:ext>
            </a:extLst>
          </p:cNvPr>
          <p:cNvSpPr/>
          <p:nvPr/>
        </p:nvSpPr>
        <p:spPr>
          <a:xfrm>
            <a:off x="3499823" y="2574367"/>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a:latin typeface="+mj-lt"/>
              </a:rPr>
              <a:t>Analyse</a:t>
            </a:r>
          </a:p>
        </p:txBody>
      </p:sp>
      <p:grpSp>
        <p:nvGrpSpPr>
          <p:cNvPr id="4" name="Group 3">
            <a:extLst>
              <a:ext uri="{FF2B5EF4-FFF2-40B4-BE49-F238E27FC236}">
                <a16:creationId xmlns:a16="http://schemas.microsoft.com/office/drawing/2014/main" id="{BF75CE2F-F5D3-96D9-76EA-E5C99BB0633A}"/>
              </a:ext>
            </a:extLst>
          </p:cNvPr>
          <p:cNvGrpSpPr/>
          <p:nvPr/>
        </p:nvGrpSpPr>
        <p:grpSpPr>
          <a:xfrm>
            <a:off x="3499823" y="3102797"/>
            <a:ext cx="1854000" cy="797218"/>
            <a:chOff x="3499823" y="3102797"/>
            <a:chExt cx="1854000" cy="797218"/>
          </a:xfrm>
        </p:grpSpPr>
        <p:sp>
          <p:nvSpPr>
            <p:cNvPr id="51" name="Rounded Rectangle 50">
              <a:extLst>
                <a:ext uri="{FF2B5EF4-FFF2-40B4-BE49-F238E27FC236}">
                  <a16:creationId xmlns:a16="http://schemas.microsoft.com/office/drawing/2014/main" id="{13EAD338-71C8-3EF4-E461-8A7CF9F6048F}"/>
                </a:ext>
              </a:extLst>
            </p:cNvPr>
            <p:cNvSpPr/>
            <p:nvPr/>
          </p:nvSpPr>
          <p:spPr>
            <a:xfrm>
              <a:off x="3499823" y="3432015"/>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a:latin typeface="+mj-lt"/>
                </a:rPr>
                <a:t>Assemblage</a:t>
              </a:r>
            </a:p>
          </p:txBody>
        </p:sp>
        <p:sp>
          <p:nvSpPr>
            <p:cNvPr id="104" name="Right Arrow 103">
              <a:extLst>
                <a:ext uri="{FF2B5EF4-FFF2-40B4-BE49-F238E27FC236}">
                  <a16:creationId xmlns:a16="http://schemas.microsoft.com/office/drawing/2014/main" id="{B9AE86A9-E8BE-1A19-75D8-948685EEF426}"/>
                </a:ext>
              </a:extLst>
            </p:cNvPr>
            <p:cNvSpPr/>
            <p:nvPr/>
          </p:nvSpPr>
          <p:spPr>
            <a:xfrm rot="5400000">
              <a:off x="4292428" y="3032718"/>
              <a:ext cx="268788" cy="408945"/>
            </a:xfrm>
            <a:prstGeom prst="rightArrow">
              <a:avLst>
                <a:gd name="adj1" fmla="val 37689"/>
                <a:gd name="adj2" fmla="val 69704"/>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grpSp>
        <p:nvGrpSpPr>
          <p:cNvPr id="5" name="Group 4">
            <a:extLst>
              <a:ext uri="{FF2B5EF4-FFF2-40B4-BE49-F238E27FC236}">
                <a16:creationId xmlns:a16="http://schemas.microsoft.com/office/drawing/2014/main" id="{F80567EE-17BB-474B-4813-38341C634F13}"/>
              </a:ext>
            </a:extLst>
          </p:cNvPr>
          <p:cNvGrpSpPr/>
          <p:nvPr/>
        </p:nvGrpSpPr>
        <p:grpSpPr>
          <a:xfrm>
            <a:off x="3499823" y="3960445"/>
            <a:ext cx="1854000" cy="797218"/>
            <a:chOff x="3499823" y="3960445"/>
            <a:chExt cx="1854000" cy="797218"/>
          </a:xfrm>
        </p:grpSpPr>
        <p:sp>
          <p:nvSpPr>
            <p:cNvPr id="54" name="Rounded Rectangle 53">
              <a:extLst>
                <a:ext uri="{FF2B5EF4-FFF2-40B4-BE49-F238E27FC236}">
                  <a16:creationId xmlns:a16="http://schemas.microsoft.com/office/drawing/2014/main" id="{0E5D52C5-E2A4-71C6-612F-119EF4F38546}"/>
                </a:ext>
              </a:extLst>
            </p:cNvPr>
            <p:cNvSpPr/>
            <p:nvPr/>
          </p:nvSpPr>
          <p:spPr>
            <a:xfrm>
              <a:off x="3499823" y="4289663"/>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a:latin typeface="+mj-lt"/>
                </a:rPr>
                <a:t>Nettoyage</a:t>
              </a:r>
            </a:p>
          </p:txBody>
        </p:sp>
        <p:sp>
          <p:nvSpPr>
            <p:cNvPr id="105" name="Right Arrow 104">
              <a:extLst>
                <a:ext uri="{FF2B5EF4-FFF2-40B4-BE49-F238E27FC236}">
                  <a16:creationId xmlns:a16="http://schemas.microsoft.com/office/drawing/2014/main" id="{FD0C41F4-0E76-6899-AFAC-C762E40B7291}"/>
                </a:ext>
              </a:extLst>
            </p:cNvPr>
            <p:cNvSpPr/>
            <p:nvPr/>
          </p:nvSpPr>
          <p:spPr>
            <a:xfrm rot="5400000">
              <a:off x="4292428" y="3890366"/>
              <a:ext cx="268788" cy="408945"/>
            </a:xfrm>
            <a:prstGeom prst="rightArrow">
              <a:avLst>
                <a:gd name="adj1" fmla="val 37689"/>
                <a:gd name="adj2" fmla="val 69704"/>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grpSp>
        <p:nvGrpSpPr>
          <p:cNvPr id="6" name="Group 5">
            <a:extLst>
              <a:ext uri="{FF2B5EF4-FFF2-40B4-BE49-F238E27FC236}">
                <a16:creationId xmlns:a16="http://schemas.microsoft.com/office/drawing/2014/main" id="{60F366E7-7CD0-777D-CCC7-ACEEAFA18BFD}"/>
              </a:ext>
            </a:extLst>
          </p:cNvPr>
          <p:cNvGrpSpPr/>
          <p:nvPr/>
        </p:nvGrpSpPr>
        <p:grpSpPr>
          <a:xfrm>
            <a:off x="3499823" y="4818093"/>
            <a:ext cx="1854000" cy="797218"/>
            <a:chOff x="3499823" y="4818093"/>
            <a:chExt cx="1854000" cy="797218"/>
          </a:xfrm>
        </p:grpSpPr>
        <p:sp>
          <p:nvSpPr>
            <p:cNvPr id="57" name="Rounded Rectangle 56">
              <a:extLst>
                <a:ext uri="{FF2B5EF4-FFF2-40B4-BE49-F238E27FC236}">
                  <a16:creationId xmlns:a16="http://schemas.microsoft.com/office/drawing/2014/main" id="{0C5EA741-A400-0314-C0B7-D0DBE65015FE}"/>
                </a:ext>
              </a:extLst>
            </p:cNvPr>
            <p:cNvSpPr/>
            <p:nvPr/>
          </p:nvSpPr>
          <p:spPr>
            <a:xfrm>
              <a:off x="3499823" y="5147311"/>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a:latin typeface="+mj-lt"/>
                </a:rPr>
                <a:t>Adaptation</a:t>
              </a:r>
            </a:p>
          </p:txBody>
        </p:sp>
        <p:sp>
          <p:nvSpPr>
            <p:cNvPr id="106" name="Right Arrow 105">
              <a:extLst>
                <a:ext uri="{FF2B5EF4-FFF2-40B4-BE49-F238E27FC236}">
                  <a16:creationId xmlns:a16="http://schemas.microsoft.com/office/drawing/2014/main" id="{D40D7C34-33D2-0BFD-447B-D1180FE1FFD2}"/>
                </a:ext>
              </a:extLst>
            </p:cNvPr>
            <p:cNvSpPr/>
            <p:nvPr/>
          </p:nvSpPr>
          <p:spPr>
            <a:xfrm rot="5400000">
              <a:off x="4292428" y="4748014"/>
              <a:ext cx="268788" cy="408945"/>
            </a:xfrm>
            <a:prstGeom prst="rightArrow">
              <a:avLst>
                <a:gd name="adj1" fmla="val 37689"/>
                <a:gd name="adj2" fmla="val 69704"/>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grpSp>
        <p:nvGrpSpPr>
          <p:cNvPr id="7" name="Group 6">
            <a:extLst>
              <a:ext uri="{FF2B5EF4-FFF2-40B4-BE49-F238E27FC236}">
                <a16:creationId xmlns:a16="http://schemas.microsoft.com/office/drawing/2014/main" id="{B3CA8127-8065-8779-CA97-B2EB7B871623}"/>
              </a:ext>
            </a:extLst>
          </p:cNvPr>
          <p:cNvGrpSpPr/>
          <p:nvPr/>
        </p:nvGrpSpPr>
        <p:grpSpPr>
          <a:xfrm>
            <a:off x="3499823" y="5675741"/>
            <a:ext cx="1854000" cy="797218"/>
            <a:chOff x="3499823" y="5675741"/>
            <a:chExt cx="1854000" cy="797218"/>
          </a:xfrm>
        </p:grpSpPr>
        <p:sp>
          <p:nvSpPr>
            <p:cNvPr id="60" name="Rounded Rectangle 59">
              <a:extLst>
                <a:ext uri="{FF2B5EF4-FFF2-40B4-BE49-F238E27FC236}">
                  <a16:creationId xmlns:a16="http://schemas.microsoft.com/office/drawing/2014/main" id="{11662C4B-801F-4E56-8268-58752494100E}"/>
                </a:ext>
              </a:extLst>
            </p:cNvPr>
            <p:cNvSpPr/>
            <p:nvPr/>
          </p:nvSpPr>
          <p:spPr>
            <a:xfrm>
              <a:off x="3499823" y="6004959"/>
              <a:ext cx="1854000" cy="468000"/>
            </a:xfrm>
            <a:prstGeom prst="roundRect">
              <a:avLst/>
            </a:prstGeom>
            <a:solidFill>
              <a:srgbClr val="006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fr-CA" b="1" noProof="0">
                  <a:latin typeface="+mj-lt"/>
                </a:rPr>
                <a:t>Standardisation</a:t>
              </a:r>
            </a:p>
          </p:txBody>
        </p:sp>
        <p:sp>
          <p:nvSpPr>
            <p:cNvPr id="107" name="Right Arrow 106">
              <a:extLst>
                <a:ext uri="{FF2B5EF4-FFF2-40B4-BE49-F238E27FC236}">
                  <a16:creationId xmlns:a16="http://schemas.microsoft.com/office/drawing/2014/main" id="{98E97971-A77A-3873-C7C7-5BE4DD89F837}"/>
                </a:ext>
              </a:extLst>
            </p:cNvPr>
            <p:cNvSpPr/>
            <p:nvPr/>
          </p:nvSpPr>
          <p:spPr>
            <a:xfrm rot="5400000">
              <a:off x="4292428" y="5605662"/>
              <a:ext cx="268788" cy="408945"/>
            </a:xfrm>
            <a:prstGeom prst="rightArrow">
              <a:avLst>
                <a:gd name="adj1" fmla="val 37689"/>
                <a:gd name="adj2" fmla="val 69704"/>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grpSp>
        <p:nvGrpSpPr>
          <p:cNvPr id="30" name="Group 29">
            <a:extLst>
              <a:ext uri="{FF2B5EF4-FFF2-40B4-BE49-F238E27FC236}">
                <a16:creationId xmlns:a16="http://schemas.microsoft.com/office/drawing/2014/main" id="{61F2D149-899A-6B3F-072F-C64A9171191E}"/>
              </a:ext>
            </a:extLst>
          </p:cNvPr>
          <p:cNvGrpSpPr/>
          <p:nvPr/>
        </p:nvGrpSpPr>
        <p:grpSpPr>
          <a:xfrm>
            <a:off x="6002452" y="1472623"/>
            <a:ext cx="887903" cy="860622"/>
            <a:chOff x="5473854" y="5944529"/>
            <a:chExt cx="887903" cy="860622"/>
          </a:xfrm>
        </p:grpSpPr>
        <p:sp>
          <p:nvSpPr>
            <p:cNvPr id="26" name="&quot;No&quot; Symbol 25">
              <a:extLst>
                <a:ext uri="{FF2B5EF4-FFF2-40B4-BE49-F238E27FC236}">
                  <a16:creationId xmlns:a16="http://schemas.microsoft.com/office/drawing/2014/main" id="{F7982558-AA13-B961-AB4B-B40A86C94D22}"/>
                </a:ext>
              </a:extLst>
            </p:cNvPr>
            <p:cNvSpPr/>
            <p:nvPr/>
          </p:nvSpPr>
          <p:spPr>
            <a:xfrm>
              <a:off x="5473854" y="5944529"/>
              <a:ext cx="887903" cy="851744"/>
            </a:xfrm>
            <a:prstGeom prst="noSmoking">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solidFill>
                  <a:schemeClr val="tx1"/>
                </a:solidFill>
              </a:endParaRPr>
            </a:p>
          </p:txBody>
        </p:sp>
        <p:sp>
          <p:nvSpPr>
            <p:cNvPr id="27" name="TextBox 26">
              <a:extLst>
                <a:ext uri="{FF2B5EF4-FFF2-40B4-BE49-F238E27FC236}">
                  <a16:creationId xmlns:a16="http://schemas.microsoft.com/office/drawing/2014/main" id="{7ABC3CAA-59EE-BACB-98F4-29A6F41F103B}"/>
                </a:ext>
              </a:extLst>
            </p:cNvPr>
            <p:cNvSpPr txBox="1"/>
            <p:nvPr/>
          </p:nvSpPr>
          <p:spPr>
            <a:xfrm>
              <a:off x="5530553" y="5974154"/>
              <a:ext cx="768934" cy="830997"/>
            </a:xfrm>
            <a:prstGeom prst="rect">
              <a:avLst/>
            </a:prstGeom>
            <a:noFill/>
          </p:spPr>
          <p:txBody>
            <a:bodyPr wrap="square" rtlCol="0">
              <a:spAutoFit/>
            </a:bodyPr>
            <a:lstStyle/>
            <a:p>
              <a:pPr algn="ctr"/>
              <a:r>
                <a:rPr lang="fr-CA" sz="4800" b="1" dirty="0">
                  <a:solidFill>
                    <a:srgbClr val="910002"/>
                  </a:solidFill>
                </a:rPr>
                <a:t>IA</a:t>
              </a:r>
            </a:p>
          </p:txBody>
        </p:sp>
      </p:grpSp>
    </p:spTree>
    <p:extLst>
      <p:ext uri="{BB962C8B-B14F-4D97-AF65-F5344CB8AC3E}">
        <p14:creationId xmlns:p14="http://schemas.microsoft.com/office/powerpoint/2010/main" val="2676038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12" presetClass="entr" presetSubtype="8" fill="hold" grpId="0" nodeType="afterEffect">
                                  <p:stCondLst>
                                    <p:cond delay="0"/>
                                  </p:stCondLst>
                                  <p:childTnLst>
                                    <p:set>
                                      <p:cBhvr>
                                        <p:cTn id="12" dur="1" fill="hold">
                                          <p:stCondLst>
                                            <p:cond delay="0"/>
                                          </p:stCondLst>
                                        </p:cTn>
                                        <p:tgtEl>
                                          <p:spTgt spid="292"/>
                                        </p:tgtEl>
                                        <p:attrNameLst>
                                          <p:attrName>style.visibility</p:attrName>
                                        </p:attrNameLst>
                                      </p:cBhvr>
                                      <p:to>
                                        <p:strVal val="visible"/>
                                      </p:to>
                                    </p:set>
                                    <p:anim calcmode="lin" valueType="num">
                                      <p:cBhvr additive="base">
                                        <p:cTn id="13" dur="500"/>
                                        <p:tgtEl>
                                          <p:spTgt spid="292"/>
                                        </p:tgtEl>
                                        <p:attrNameLst>
                                          <p:attrName>ppt_x</p:attrName>
                                        </p:attrNameLst>
                                      </p:cBhvr>
                                      <p:tavLst>
                                        <p:tav tm="0">
                                          <p:val>
                                            <p:strVal val="#ppt_x-#ppt_w*1.125000"/>
                                          </p:val>
                                        </p:tav>
                                        <p:tav tm="100000">
                                          <p:val>
                                            <p:strVal val="#ppt_x"/>
                                          </p:val>
                                        </p:tav>
                                      </p:tavLst>
                                    </p:anim>
                                    <p:animEffect transition="in" filter="wipe(right)">
                                      <p:cBhvr>
                                        <p:cTn id="14" dur="500"/>
                                        <p:tgtEl>
                                          <p:spTgt spid="292"/>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anim calcmode="lin" valueType="num">
                                      <p:cBhvr>
                                        <p:cTn id="23" dur="500" fill="hold"/>
                                        <p:tgtEl>
                                          <p:spTgt spid="47"/>
                                        </p:tgtEl>
                                        <p:attrNameLst>
                                          <p:attrName>ppt_w</p:attrName>
                                        </p:attrNameLst>
                                      </p:cBhvr>
                                      <p:tavLst>
                                        <p:tav tm="0">
                                          <p:val>
                                            <p:fltVal val="0"/>
                                          </p:val>
                                        </p:tav>
                                        <p:tav tm="100000">
                                          <p:val>
                                            <p:strVal val="#ppt_w"/>
                                          </p:val>
                                        </p:tav>
                                      </p:tavLst>
                                    </p:anim>
                                    <p:anim calcmode="lin" valueType="num">
                                      <p:cBhvr>
                                        <p:cTn id="24" dur="500" fill="hold"/>
                                        <p:tgtEl>
                                          <p:spTgt spid="47"/>
                                        </p:tgtEl>
                                        <p:attrNameLst>
                                          <p:attrName>ppt_h</p:attrName>
                                        </p:attrNameLst>
                                      </p:cBhvr>
                                      <p:tavLst>
                                        <p:tav tm="0">
                                          <p:val>
                                            <p:fltVal val="0"/>
                                          </p:val>
                                        </p:tav>
                                        <p:tav tm="100000">
                                          <p:val>
                                            <p:strVal val="#ppt_h"/>
                                          </p:val>
                                        </p:tav>
                                      </p:tavLst>
                                    </p:anim>
                                    <p:animEffect transition="in" filter="fade">
                                      <p:cBhvr>
                                        <p:cTn id="25" dur="500"/>
                                        <p:tgtEl>
                                          <p:spTgt spid="47"/>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p:tgtEl>
                                          <p:spTgt spid="4"/>
                                        </p:tgtEl>
                                        <p:attrNameLst>
                                          <p:attrName>ppt_y</p:attrName>
                                        </p:attrNameLst>
                                      </p:cBhvr>
                                      <p:tavLst>
                                        <p:tav tm="0">
                                          <p:val>
                                            <p:strVal val="#ppt_y-#ppt_h*1.125000"/>
                                          </p:val>
                                        </p:tav>
                                        <p:tav tm="100000">
                                          <p:val>
                                            <p:strVal val="#ppt_y"/>
                                          </p:val>
                                        </p:tav>
                                      </p:tavLst>
                                    </p:anim>
                                    <p:animEffect transition="in" filter="wipe(down)">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p:tgtEl>
                                          <p:spTgt spid="5"/>
                                        </p:tgtEl>
                                        <p:attrNameLst>
                                          <p:attrName>ppt_y</p:attrName>
                                        </p:attrNameLst>
                                      </p:cBhvr>
                                      <p:tavLst>
                                        <p:tav tm="0">
                                          <p:val>
                                            <p:strVal val="#ppt_y-#ppt_h*1.125000"/>
                                          </p:val>
                                        </p:tav>
                                        <p:tav tm="100000">
                                          <p:val>
                                            <p:strVal val="#ppt_y"/>
                                          </p:val>
                                        </p:tav>
                                      </p:tavLst>
                                    </p:anim>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500"/>
                                        <p:tgtEl>
                                          <p:spTgt spid="6"/>
                                        </p:tgtEl>
                                        <p:attrNameLst>
                                          <p:attrName>ppt_y</p:attrName>
                                        </p:attrNameLst>
                                      </p:cBhvr>
                                      <p:tavLst>
                                        <p:tav tm="0">
                                          <p:val>
                                            <p:strVal val="#ppt_y-#ppt_h*1.125000"/>
                                          </p:val>
                                        </p:tav>
                                        <p:tav tm="100000">
                                          <p:val>
                                            <p:strVal val="#ppt_y"/>
                                          </p:val>
                                        </p:tav>
                                      </p:tavLst>
                                    </p:anim>
                                    <p:animEffect transition="in" filter="wipe(down)">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additive="base">
                                        <p:cTn id="48" dur="500"/>
                                        <p:tgtEl>
                                          <p:spTgt spid="7"/>
                                        </p:tgtEl>
                                        <p:attrNameLst>
                                          <p:attrName>ppt_y</p:attrName>
                                        </p:attrNameLst>
                                      </p:cBhvr>
                                      <p:tavLst>
                                        <p:tav tm="0">
                                          <p:val>
                                            <p:strVal val="#ppt_y-#ppt_h*1.125000"/>
                                          </p:val>
                                        </p:tav>
                                        <p:tav tm="100000">
                                          <p:val>
                                            <p:strVal val="#ppt_y"/>
                                          </p:val>
                                        </p:tav>
                                      </p:tavLst>
                                    </p:anim>
                                    <p:animEffect transition="in" filter="wipe(down)">
                                      <p:cBhvr>
                                        <p:cTn id="49" dur="5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8" fill="hold" nodeType="clickEffect">
                                  <p:stCondLst>
                                    <p:cond delay="0"/>
                                  </p:stCondLst>
                                  <p:childTnLst>
                                    <p:set>
                                      <p:cBhvr>
                                        <p:cTn id="53" dur="1" fill="hold">
                                          <p:stCondLst>
                                            <p:cond delay="0"/>
                                          </p:stCondLst>
                                        </p:cTn>
                                        <p:tgtEl>
                                          <p:spTgt spid="30"/>
                                        </p:tgtEl>
                                        <p:attrNameLst>
                                          <p:attrName>style.visibility</p:attrName>
                                        </p:attrNameLst>
                                      </p:cBhvr>
                                      <p:to>
                                        <p:strVal val="visible"/>
                                      </p:to>
                                    </p:set>
                                    <p:anim calcmode="lin" valueType="num">
                                      <p:cBhvr additive="base">
                                        <p:cTn id="54" dur="500"/>
                                        <p:tgtEl>
                                          <p:spTgt spid="30"/>
                                        </p:tgtEl>
                                        <p:attrNameLst>
                                          <p:attrName>ppt_x</p:attrName>
                                        </p:attrNameLst>
                                      </p:cBhvr>
                                      <p:tavLst>
                                        <p:tav tm="0">
                                          <p:val>
                                            <p:strVal val="#ppt_x-#ppt_w*1.125000"/>
                                          </p:val>
                                        </p:tav>
                                        <p:tav tm="100000">
                                          <p:val>
                                            <p:strVal val="#ppt_x"/>
                                          </p:val>
                                        </p:tav>
                                      </p:tavLst>
                                    </p:anim>
                                    <p:animEffect transition="in" filter="wipe(right)">
                                      <p:cBhvr>
                                        <p:cTn id="55" dur="500"/>
                                        <p:tgtEl>
                                          <p:spTgt spid="30"/>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xit" presetSubtype="0" fill="hold" nodeType="clickEffect">
                                  <p:stCondLst>
                                    <p:cond delay="0"/>
                                  </p:stCondLst>
                                  <p:childTnLst>
                                    <p:animEffect transition="out" filter="dissolve">
                                      <p:cBhvr>
                                        <p:cTn id="59" dur="500"/>
                                        <p:tgtEl>
                                          <p:spTgt spid="30"/>
                                        </p:tgtEl>
                                      </p:cBhvr>
                                    </p:animEffect>
                                    <p:set>
                                      <p:cBhvr>
                                        <p:cTn id="60" dur="1" fill="hold">
                                          <p:stCondLst>
                                            <p:cond delay="499"/>
                                          </p:stCondLst>
                                        </p:cTn>
                                        <p:tgtEl>
                                          <p:spTgt spid="30"/>
                                        </p:tgtEl>
                                        <p:attrNameLst>
                                          <p:attrName>style.visibility</p:attrName>
                                        </p:attrNameLst>
                                      </p:cBhvr>
                                      <p:to>
                                        <p:strVal val="hidden"/>
                                      </p:to>
                                    </p:set>
                                  </p:childTnLst>
                                </p:cTn>
                              </p:par>
                            </p:childTnLst>
                          </p:cTn>
                        </p:par>
                        <p:par>
                          <p:cTn id="61" fill="hold">
                            <p:stCondLst>
                              <p:cond delay="500"/>
                            </p:stCondLst>
                            <p:childTnLst>
                              <p:par>
                                <p:cTn id="62" presetID="12" presetClass="entr" presetSubtype="8" fill="hold" grpId="0" nodeType="afterEffect">
                                  <p:stCondLst>
                                    <p:cond delay="0"/>
                                  </p:stCondLst>
                                  <p:childTnLst>
                                    <p:set>
                                      <p:cBhvr>
                                        <p:cTn id="63" dur="1" fill="hold">
                                          <p:stCondLst>
                                            <p:cond delay="0"/>
                                          </p:stCondLst>
                                        </p:cTn>
                                        <p:tgtEl>
                                          <p:spTgt spid="293"/>
                                        </p:tgtEl>
                                        <p:attrNameLst>
                                          <p:attrName>style.visibility</p:attrName>
                                        </p:attrNameLst>
                                      </p:cBhvr>
                                      <p:to>
                                        <p:strVal val="visible"/>
                                      </p:to>
                                    </p:set>
                                    <p:anim calcmode="lin" valueType="num">
                                      <p:cBhvr additive="base">
                                        <p:cTn id="64" dur="500"/>
                                        <p:tgtEl>
                                          <p:spTgt spid="293"/>
                                        </p:tgtEl>
                                        <p:attrNameLst>
                                          <p:attrName>ppt_x</p:attrName>
                                        </p:attrNameLst>
                                      </p:cBhvr>
                                      <p:tavLst>
                                        <p:tav tm="0">
                                          <p:val>
                                            <p:strVal val="#ppt_x-#ppt_w*1.125000"/>
                                          </p:val>
                                        </p:tav>
                                        <p:tav tm="100000">
                                          <p:val>
                                            <p:strVal val="#ppt_x"/>
                                          </p:val>
                                        </p:tav>
                                      </p:tavLst>
                                    </p:anim>
                                    <p:animEffect transition="in" filter="wipe(right)">
                                      <p:cBhvr>
                                        <p:cTn id="65" dur="500"/>
                                        <p:tgtEl>
                                          <p:spTgt spid="293"/>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109">
                                            <p:graphicEl>
                                              <a:dgm id="{80574F1E-570B-5141-A9AB-8A9A52D0A140}"/>
                                            </p:graphicEl>
                                          </p:spTgt>
                                        </p:tgtEl>
                                        <p:attrNameLst>
                                          <p:attrName>style.visibility</p:attrName>
                                        </p:attrNameLst>
                                      </p:cBhvr>
                                      <p:to>
                                        <p:strVal val="visible"/>
                                      </p:to>
                                    </p:set>
                                    <p:animEffect transition="in" filter="wipe(left)">
                                      <p:cBhvr>
                                        <p:cTn id="69" dur="500"/>
                                        <p:tgtEl>
                                          <p:spTgt spid="109">
                                            <p:graphicEl>
                                              <a:dgm id="{80574F1E-570B-5141-A9AB-8A9A52D0A140}"/>
                                            </p:graphicEl>
                                          </p:spTgt>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109">
                                            <p:graphicEl>
                                              <a:dgm id="{BA0D9FC2-208D-4048-84C4-69AC3A1FDE15}"/>
                                            </p:graphicEl>
                                          </p:spTgt>
                                        </p:tgtEl>
                                        <p:attrNameLst>
                                          <p:attrName>style.visibility</p:attrName>
                                        </p:attrNameLst>
                                      </p:cBhvr>
                                      <p:to>
                                        <p:strVal val="visible"/>
                                      </p:to>
                                    </p:set>
                                    <p:animEffect transition="in" filter="wipe(left)">
                                      <p:cBhvr>
                                        <p:cTn id="73" dur="250"/>
                                        <p:tgtEl>
                                          <p:spTgt spid="109">
                                            <p:graphicEl>
                                              <a:dgm id="{BA0D9FC2-208D-4048-84C4-69AC3A1FDE15}"/>
                                            </p:graphicEl>
                                          </p:spTgt>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109">
                                            <p:graphicEl>
                                              <a:dgm id="{C488B9ED-2769-304A-B495-1FB2969497A9}"/>
                                            </p:graphicEl>
                                          </p:spTgt>
                                        </p:tgtEl>
                                        <p:attrNameLst>
                                          <p:attrName>style.visibility</p:attrName>
                                        </p:attrNameLst>
                                      </p:cBhvr>
                                      <p:to>
                                        <p:strVal val="visible"/>
                                      </p:to>
                                    </p:set>
                                    <p:animEffect transition="in" filter="wipe(left)">
                                      <p:cBhvr>
                                        <p:cTn id="76" dur="500"/>
                                        <p:tgtEl>
                                          <p:spTgt spid="109">
                                            <p:graphicEl>
                                              <a:dgm id="{C488B9ED-2769-304A-B495-1FB2969497A9}"/>
                                            </p:graphicEl>
                                          </p:spTgt>
                                        </p:tgtEl>
                                      </p:cBhvr>
                                    </p:animEffect>
                                  </p:childTnLst>
                                </p:cTn>
                              </p:par>
                            </p:childTnLst>
                          </p:cTn>
                        </p:par>
                        <p:par>
                          <p:cTn id="77" fill="hold">
                            <p:stCondLst>
                              <p:cond delay="2000"/>
                            </p:stCondLst>
                            <p:childTnLst>
                              <p:par>
                                <p:cTn id="78" presetID="22" presetClass="entr" presetSubtype="8" fill="hold" grpId="0" nodeType="afterEffect">
                                  <p:stCondLst>
                                    <p:cond delay="0"/>
                                  </p:stCondLst>
                                  <p:childTnLst>
                                    <p:set>
                                      <p:cBhvr>
                                        <p:cTn id="79" dur="1" fill="hold">
                                          <p:stCondLst>
                                            <p:cond delay="0"/>
                                          </p:stCondLst>
                                        </p:cTn>
                                        <p:tgtEl>
                                          <p:spTgt spid="109">
                                            <p:graphicEl>
                                              <a:dgm id="{29D1CCD4-03F8-F941-9ABB-AD6230BDCC86}"/>
                                            </p:graphicEl>
                                          </p:spTgt>
                                        </p:tgtEl>
                                        <p:attrNameLst>
                                          <p:attrName>style.visibility</p:attrName>
                                        </p:attrNameLst>
                                      </p:cBhvr>
                                      <p:to>
                                        <p:strVal val="visible"/>
                                      </p:to>
                                    </p:set>
                                    <p:animEffect transition="in" filter="wipe(left)">
                                      <p:cBhvr>
                                        <p:cTn id="80" dur="250"/>
                                        <p:tgtEl>
                                          <p:spTgt spid="109">
                                            <p:graphicEl>
                                              <a:dgm id="{29D1CCD4-03F8-F941-9ABB-AD6230BDCC86}"/>
                                            </p:graphicEl>
                                          </p:spTgt>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109">
                                            <p:graphicEl>
                                              <a:dgm id="{59B30B39-CBE9-B64D-8A2F-F8BF7DFCE8E4}"/>
                                            </p:graphicEl>
                                          </p:spTgt>
                                        </p:tgtEl>
                                        <p:attrNameLst>
                                          <p:attrName>style.visibility</p:attrName>
                                        </p:attrNameLst>
                                      </p:cBhvr>
                                      <p:to>
                                        <p:strVal val="visible"/>
                                      </p:to>
                                    </p:set>
                                    <p:animEffect transition="in" filter="wipe(left)">
                                      <p:cBhvr>
                                        <p:cTn id="83" dur="500"/>
                                        <p:tgtEl>
                                          <p:spTgt spid="109">
                                            <p:graphicEl>
                                              <a:dgm id="{59B30B39-CBE9-B64D-8A2F-F8BF7DFCE8E4}"/>
                                            </p:graphicEl>
                                          </p:spTgt>
                                        </p:tgtEl>
                                      </p:cBhvr>
                                    </p:animEffect>
                                  </p:childTnLst>
                                </p:cTn>
                              </p:par>
                            </p:childTnLst>
                          </p:cTn>
                        </p:par>
                        <p:par>
                          <p:cTn id="84" fill="hold">
                            <p:stCondLst>
                              <p:cond delay="2500"/>
                            </p:stCondLst>
                            <p:childTnLst>
                              <p:par>
                                <p:cTn id="85" presetID="22" presetClass="entr" presetSubtype="8" fill="hold" grpId="0" nodeType="afterEffect">
                                  <p:stCondLst>
                                    <p:cond delay="0"/>
                                  </p:stCondLst>
                                  <p:childTnLst>
                                    <p:set>
                                      <p:cBhvr>
                                        <p:cTn id="86" dur="1" fill="hold">
                                          <p:stCondLst>
                                            <p:cond delay="0"/>
                                          </p:stCondLst>
                                        </p:cTn>
                                        <p:tgtEl>
                                          <p:spTgt spid="109">
                                            <p:graphicEl>
                                              <a:dgm id="{A8A75E39-3F6A-494A-9A5F-4B4120D0E0AA}"/>
                                            </p:graphicEl>
                                          </p:spTgt>
                                        </p:tgtEl>
                                        <p:attrNameLst>
                                          <p:attrName>style.visibility</p:attrName>
                                        </p:attrNameLst>
                                      </p:cBhvr>
                                      <p:to>
                                        <p:strVal val="visible"/>
                                      </p:to>
                                    </p:set>
                                    <p:animEffect transition="in" filter="wipe(left)">
                                      <p:cBhvr>
                                        <p:cTn id="87" dur="250"/>
                                        <p:tgtEl>
                                          <p:spTgt spid="109">
                                            <p:graphicEl>
                                              <a:dgm id="{A8A75E39-3F6A-494A-9A5F-4B4120D0E0AA}"/>
                                            </p:graphicEl>
                                          </p:spTgt>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109">
                                            <p:graphicEl>
                                              <a:dgm id="{22A4CB7E-5D0A-CE4A-935A-FB9717A091B1}"/>
                                            </p:graphicEl>
                                          </p:spTgt>
                                        </p:tgtEl>
                                        <p:attrNameLst>
                                          <p:attrName>style.visibility</p:attrName>
                                        </p:attrNameLst>
                                      </p:cBhvr>
                                      <p:to>
                                        <p:strVal val="visible"/>
                                      </p:to>
                                    </p:set>
                                    <p:animEffect transition="in" filter="wipe(left)">
                                      <p:cBhvr>
                                        <p:cTn id="90" dur="500"/>
                                        <p:tgtEl>
                                          <p:spTgt spid="109">
                                            <p:graphicEl>
                                              <a:dgm id="{22A4CB7E-5D0A-CE4A-935A-FB9717A091B1}"/>
                                            </p:graphicEl>
                                          </p:spTgt>
                                        </p:tgtEl>
                                      </p:cBhvr>
                                    </p:animEffect>
                                  </p:childTnLst>
                                </p:cTn>
                              </p:par>
                            </p:childTnLst>
                          </p:cTn>
                        </p:par>
                        <p:par>
                          <p:cTn id="91" fill="hold">
                            <p:stCondLst>
                              <p:cond delay="3000"/>
                            </p:stCondLst>
                            <p:childTnLst>
                              <p:par>
                                <p:cTn id="92" presetID="22" presetClass="entr" presetSubtype="8" fill="hold" grpId="0" nodeType="afterEffect">
                                  <p:stCondLst>
                                    <p:cond delay="0"/>
                                  </p:stCondLst>
                                  <p:childTnLst>
                                    <p:set>
                                      <p:cBhvr>
                                        <p:cTn id="93" dur="1" fill="hold">
                                          <p:stCondLst>
                                            <p:cond delay="0"/>
                                          </p:stCondLst>
                                        </p:cTn>
                                        <p:tgtEl>
                                          <p:spTgt spid="109">
                                            <p:graphicEl>
                                              <a:dgm id="{F7E7EC80-58F4-3E44-B799-6DDC417836E8}"/>
                                            </p:graphicEl>
                                          </p:spTgt>
                                        </p:tgtEl>
                                        <p:attrNameLst>
                                          <p:attrName>style.visibility</p:attrName>
                                        </p:attrNameLst>
                                      </p:cBhvr>
                                      <p:to>
                                        <p:strVal val="visible"/>
                                      </p:to>
                                    </p:set>
                                    <p:animEffect transition="in" filter="wipe(left)">
                                      <p:cBhvr>
                                        <p:cTn id="94" dur="250"/>
                                        <p:tgtEl>
                                          <p:spTgt spid="109">
                                            <p:graphicEl>
                                              <a:dgm id="{F7E7EC80-58F4-3E44-B799-6DDC417836E8}"/>
                                            </p:graphicEl>
                                          </p:spTgt>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109">
                                            <p:graphicEl>
                                              <a:dgm id="{A433B012-32A4-3C4F-82C0-2C6C465BA804}"/>
                                            </p:graphicEl>
                                          </p:spTgt>
                                        </p:tgtEl>
                                        <p:attrNameLst>
                                          <p:attrName>style.visibility</p:attrName>
                                        </p:attrNameLst>
                                      </p:cBhvr>
                                      <p:to>
                                        <p:strVal val="visible"/>
                                      </p:to>
                                    </p:set>
                                    <p:animEffect transition="in" filter="wipe(left)">
                                      <p:cBhvr>
                                        <p:cTn id="97" dur="500"/>
                                        <p:tgtEl>
                                          <p:spTgt spid="109">
                                            <p:graphicEl>
                                              <a:dgm id="{A433B012-32A4-3C4F-82C0-2C6C465BA804}"/>
                                            </p:graphicEl>
                                          </p:spTgt>
                                        </p:tgtEl>
                                      </p:cBhvr>
                                    </p:animEffect>
                                  </p:childTnLst>
                                </p:cTn>
                              </p:par>
                            </p:childTnLst>
                          </p:cTn>
                        </p:par>
                        <p:par>
                          <p:cTn id="98" fill="hold">
                            <p:stCondLst>
                              <p:cond delay="3500"/>
                            </p:stCondLst>
                            <p:childTnLst>
                              <p:par>
                                <p:cTn id="99" presetID="22" presetClass="entr" presetSubtype="8" fill="hold" grpId="0" nodeType="afterEffect">
                                  <p:stCondLst>
                                    <p:cond delay="0"/>
                                  </p:stCondLst>
                                  <p:childTnLst>
                                    <p:set>
                                      <p:cBhvr>
                                        <p:cTn id="100" dur="1" fill="hold">
                                          <p:stCondLst>
                                            <p:cond delay="0"/>
                                          </p:stCondLst>
                                        </p:cTn>
                                        <p:tgtEl>
                                          <p:spTgt spid="109">
                                            <p:graphicEl>
                                              <a:dgm id="{80DD587E-5A9B-9D4D-AFC9-EC6A4C53614F}"/>
                                            </p:graphicEl>
                                          </p:spTgt>
                                        </p:tgtEl>
                                        <p:attrNameLst>
                                          <p:attrName>style.visibility</p:attrName>
                                        </p:attrNameLst>
                                      </p:cBhvr>
                                      <p:to>
                                        <p:strVal val="visible"/>
                                      </p:to>
                                    </p:set>
                                    <p:animEffect transition="in" filter="wipe(left)">
                                      <p:cBhvr>
                                        <p:cTn id="101" dur="250"/>
                                        <p:tgtEl>
                                          <p:spTgt spid="109">
                                            <p:graphicEl>
                                              <a:dgm id="{80DD587E-5A9B-9D4D-AFC9-EC6A4C53614F}"/>
                                            </p:graphicEl>
                                          </p:spTgt>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109">
                                            <p:graphicEl>
                                              <a:dgm id="{541F6071-7809-CC44-973A-6FA760119F63}"/>
                                            </p:graphicEl>
                                          </p:spTgt>
                                        </p:tgtEl>
                                        <p:attrNameLst>
                                          <p:attrName>style.visibility</p:attrName>
                                        </p:attrNameLst>
                                      </p:cBhvr>
                                      <p:to>
                                        <p:strVal val="visible"/>
                                      </p:to>
                                    </p:set>
                                    <p:animEffect transition="in" filter="wipe(left)">
                                      <p:cBhvr>
                                        <p:cTn id="104" dur="500"/>
                                        <p:tgtEl>
                                          <p:spTgt spid="109">
                                            <p:graphicEl>
                                              <a:dgm id="{541F6071-7809-CC44-973A-6FA760119F63}"/>
                                            </p:graphicEl>
                                          </p:spTgt>
                                        </p:tgtEl>
                                      </p:cBhvr>
                                    </p:animEffect>
                                  </p:childTnLst>
                                </p:cTn>
                              </p:par>
                            </p:childTnLst>
                          </p:cTn>
                        </p:par>
                        <p:par>
                          <p:cTn id="105" fill="hold">
                            <p:stCondLst>
                              <p:cond delay="4000"/>
                            </p:stCondLst>
                            <p:childTnLst>
                              <p:par>
                                <p:cTn id="106" presetID="22" presetClass="entr" presetSubtype="8" fill="hold" grpId="0" nodeType="afterEffect">
                                  <p:stCondLst>
                                    <p:cond delay="0"/>
                                  </p:stCondLst>
                                  <p:childTnLst>
                                    <p:set>
                                      <p:cBhvr>
                                        <p:cTn id="107" dur="1" fill="hold">
                                          <p:stCondLst>
                                            <p:cond delay="0"/>
                                          </p:stCondLst>
                                        </p:cTn>
                                        <p:tgtEl>
                                          <p:spTgt spid="109">
                                            <p:graphicEl>
                                              <a:dgm id="{82AC5FB4-AFCE-CF4C-A178-8E255AF4690D}"/>
                                            </p:graphicEl>
                                          </p:spTgt>
                                        </p:tgtEl>
                                        <p:attrNameLst>
                                          <p:attrName>style.visibility</p:attrName>
                                        </p:attrNameLst>
                                      </p:cBhvr>
                                      <p:to>
                                        <p:strVal val="visible"/>
                                      </p:to>
                                    </p:set>
                                    <p:animEffect transition="in" filter="wipe(left)">
                                      <p:cBhvr>
                                        <p:cTn id="108" dur="250"/>
                                        <p:tgtEl>
                                          <p:spTgt spid="109">
                                            <p:graphicEl>
                                              <a:dgm id="{82AC5FB4-AFCE-CF4C-A178-8E255AF4690D}"/>
                                            </p:graphicEl>
                                          </p:spTgt>
                                        </p:tgtEl>
                                      </p:cBhvr>
                                    </p:animEffect>
                                  </p:childTnLst>
                                </p:cTn>
                              </p:par>
                              <p:par>
                                <p:cTn id="109" presetID="22" presetClass="entr" presetSubtype="8" fill="hold" grpId="0" nodeType="withEffect">
                                  <p:stCondLst>
                                    <p:cond delay="0"/>
                                  </p:stCondLst>
                                  <p:childTnLst>
                                    <p:set>
                                      <p:cBhvr>
                                        <p:cTn id="110" dur="1" fill="hold">
                                          <p:stCondLst>
                                            <p:cond delay="0"/>
                                          </p:stCondLst>
                                        </p:cTn>
                                        <p:tgtEl>
                                          <p:spTgt spid="109">
                                            <p:graphicEl>
                                              <a:dgm id="{04DED7E8-518C-D540-9F4E-2D51092C0E5C}"/>
                                            </p:graphicEl>
                                          </p:spTgt>
                                        </p:tgtEl>
                                        <p:attrNameLst>
                                          <p:attrName>style.visibility</p:attrName>
                                        </p:attrNameLst>
                                      </p:cBhvr>
                                      <p:to>
                                        <p:strVal val="visible"/>
                                      </p:to>
                                    </p:set>
                                    <p:animEffect transition="in" filter="wipe(left)">
                                      <p:cBhvr>
                                        <p:cTn id="111" dur="500"/>
                                        <p:tgtEl>
                                          <p:spTgt spid="109">
                                            <p:graphicEl>
                                              <a:dgm id="{04DED7E8-518C-D540-9F4E-2D51092C0E5C}"/>
                                            </p:graphicEl>
                                          </p:spTgt>
                                        </p:tgtEl>
                                      </p:cBhvr>
                                    </p:animEffect>
                                  </p:childTnLst>
                                </p:cTn>
                              </p:par>
                            </p:childTnLst>
                          </p:cTn>
                        </p:par>
                        <p:par>
                          <p:cTn id="112" fill="hold">
                            <p:stCondLst>
                              <p:cond delay="4500"/>
                            </p:stCondLst>
                            <p:childTnLst>
                              <p:par>
                                <p:cTn id="113" presetID="22" presetClass="entr" presetSubtype="8" fill="hold" grpId="0" nodeType="afterEffect">
                                  <p:stCondLst>
                                    <p:cond delay="0"/>
                                  </p:stCondLst>
                                  <p:childTnLst>
                                    <p:set>
                                      <p:cBhvr>
                                        <p:cTn id="114" dur="1" fill="hold">
                                          <p:stCondLst>
                                            <p:cond delay="0"/>
                                          </p:stCondLst>
                                        </p:cTn>
                                        <p:tgtEl>
                                          <p:spTgt spid="109">
                                            <p:graphicEl>
                                              <a:dgm id="{91BBEB3C-7BDD-2146-A823-1DAD6F53A5C0}"/>
                                            </p:graphicEl>
                                          </p:spTgt>
                                        </p:tgtEl>
                                        <p:attrNameLst>
                                          <p:attrName>style.visibility</p:attrName>
                                        </p:attrNameLst>
                                      </p:cBhvr>
                                      <p:to>
                                        <p:strVal val="visible"/>
                                      </p:to>
                                    </p:set>
                                    <p:animEffect transition="in" filter="wipe(left)">
                                      <p:cBhvr>
                                        <p:cTn id="115" dur="250"/>
                                        <p:tgtEl>
                                          <p:spTgt spid="109">
                                            <p:graphicEl>
                                              <a:dgm id="{91BBEB3C-7BDD-2146-A823-1DAD6F53A5C0}"/>
                                            </p:graphicEl>
                                          </p:spTgt>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109">
                                            <p:graphicEl>
                                              <a:dgm id="{84B6EC93-7F84-8F47-923A-92C42ECFAA28}"/>
                                            </p:graphicEl>
                                          </p:spTgt>
                                        </p:tgtEl>
                                        <p:attrNameLst>
                                          <p:attrName>style.visibility</p:attrName>
                                        </p:attrNameLst>
                                      </p:cBhvr>
                                      <p:to>
                                        <p:strVal val="visible"/>
                                      </p:to>
                                    </p:set>
                                    <p:animEffect transition="in" filter="wipe(left)">
                                      <p:cBhvr>
                                        <p:cTn id="118" dur="500"/>
                                        <p:tgtEl>
                                          <p:spTgt spid="109">
                                            <p:graphicEl>
                                              <a:dgm id="{84B6EC93-7F84-8F47-923A-92C42ECFAA28}"/>
                                            </p:graphicEl>
                                          </p:spTgt>
                                        </p:tgtEl>
                                      </p:cBhvr>
                                    </p:animEffect>
                                  </p:childTnLst>
                                </p:cTn>
                              </p:par>
                            </p:childTnLst>
                          </p:cTn>
                        </p:par>
                        <p:par>
                          <p:cTn id="119" fill="hold">
                            <p:stCondLst>
                              <p:cond delay="5000"/>
                            </p:stCondLst>
                            <p:childTnLst>
                              <p:par>
                                <p:cTn id="120" presetID="22" presetClass="entr" presetSubtype="8" fill="hold" grpId="0" nodeType="afterEffect">
                                  <p:stCondLst>
                                    <p:cond delay="0"/>
                                  </p:stCondLst>
                                  <p:childTnLst>
                                    <p:set>
                                      <p:cBhvr>
                                        <p:cTn id="121" dur="1" fill="hold">
                                          <p:stCondLst>
                                            <p:cond delay="0"/>
                                          </p:stCondLst>
                                        </p:cTn>
                                        <p:tgtEl>
                                          <p:spTgt spid="109">
                                            <p:graphicEl>
                                              <a:dgm id="{7F41A388-CAF6-D54D-BFB4-4BEB2E5A80CC}"/>
                                            </p:graphicEl>
                                          </p:spTgt>
                                        </p:tgtEl>
                                        <p:attrNameLst>
                                          <p:attrName>style.visibility</p:attrName>
                                        </p:attrNameLst>
                                      </p:cBhvr>
                                      <p:to>
                                        <p:strVal val="visible"/>
                                      </p:to>
                                    </p:set>
                                    <p:animEffect transition="in" filter="wipe(left)">
                                      <p:cBhvr>
                                        <p:cTn id="122" dur="250"/>
                                        <p:tgtEl>
                                          <p:spTgt spid="109">
                                            <p:graphicEl>
                                              <a:dgm id="{7F41A388-CAF6-D54D-BFB4-4BEB2E5A80CC}"/>
                                            </p:graphicEl>
                                          </p:spTgt>
                                        </p:tgtEl>
                                      </p:cBhvr>
                                    </p:animEffect>
                                  </p:childTnLst>
                                </p:cTn>
                              </p:par>
                              <p:par>
                                <p:cTn id="123" presetID="22" presetClass="entr" presetSubtype="8" fill="hold" grpId="0" nodeType="withEffect">
                                  <p:stCondLst>
                                    <p:cond delay="0"/>
                                  </p:stCondLst>
                                  <p:childTnLst>
                                    <p:set>
                                      <p:cBhvr>
                                        <p:cTn id="124" dur="1" fill="hold">
                                          <p:stCondLst>
                                            <p:cond delay="0"/>
                                          </p:stCondLst>
                                        </p:cTn>
                                        <p:tgtEl>
                                          <p:spTgt spid="109">
                                            <p:graphicEl>
                                              <a:dgm id="{211054A3-F477-C849-8A63-B4AE5E355D3F}"/>
                                            </p:graphicEl>
                                          </p:spTgt>
                                        </p:tgtEl>
                                        <p:attrNameLst>
                                          <p:attrName>style.visibility</p:attrName>
                                        </p:attrNameLst>
                                      </p:cBhvr>
                                      <p:to>
                                        <p:strVal val="visible"/>
                                      </p:to>
                                    </p:set>
                                    <p:animEffect transition="in" filter="wipe(left)">
                                      <p:cBhvr>
                                        <p:cTn id="125" dur="500"/>
                                        <p:tgtEl>
                                          <p:spTgt spid="109">
                                            <p:graphicEl>
                                              <a:dgm id="{211054A3-F477-C849-8A63-B4AE5E355D3F}"/>
                                            </p:graphicEl>
                                          </p:spTgt>
                                        </p:tgtEl>
                                      </p:cBhvr>
                                    </p:animEffect>
                                  </p:childTnLst>
                                </p:cTn>
                              </p:par>
                            </p:childTnLst>
                          </p:cTn>
                        </p:par>
                        <p:par>
                          <p:cTn id="126" fill="hold">
                            <p:stCondLst>
                              <p:cond delay="5500"/>
                            </p:stCondLst>
                            <p:childTnLst>
                              <p:par>
                                <p:cTn id="127" presetID="22" presetClass="entr" presetSubtype="8" fill="hold" grpId="0" nodeType="afterEffect">
                                  <p:stCondLst>
                                    <p:cond delay="0"/>
                                  </p:stCondLst>
                                  <p:childTnLst>
                                    <p:set>
                                      <p:cBhvr>
                                        <p:cTn id="128" dur="1" fill="hold">
                                          <p:stCondLst>
                                            <p:cond delay="0"/>
                                          </p:stCondLst>
                                        </p:cTn>
                                        <p:tgtEl>
                                          <p:spTgt spid="109">
                                            <p:graphicEl>
                                              <a:dgm id="{0552F4E7-B625-EF4A-B564-AB82C7F33F48}"/>
                                            </p:graphicEl>
                                          </p:spTgt>
                                        </p:tgtEl>
                                        <p:attrNameLst>
                                          <p:attrName>style.visibility</p:attrName>
                                        </p:attrNameLst>
                                      </p:cBhvr>
                                      <p:to>
                                        <p:strVal val="visible"/>
                                      </p:to>
                                    </p:set>
                                    <p:animEffect transition="in" filter="wipe(left)">
                                      <p:cBhvr>
                                        <p:cTn id="129" dur="250"/>
                                        <p:tgtEl>
                                          <p:spTgt spid="109">
                                            <p:graphicEl>
                                              <a:dgm id="{0552F4E7-B625-EF4A-B564-AB82C7F33F48}"/>
                                            </p:graphicEl>
                                          </p:spTgt>
                                        </p:tgtEl>
                                      </p:cBhvr>
                                    </p:animEffect>
                                  </p:childTnLst>
                                </p:cTn>
                              </p:par>
                              <p:par>
                                <p:cTn id="130" presetID="22" presetClass="entr" presetSubtype="8" fill="hold" grpId="0" nodeType="withEffect">
                                  <p:stCondLst>
                                    <p:cond delay="0"/>
                                  </p:stCondLst>
                                  <p:childTnLst>
                                    <p:set>
                                      <p:cBhvr>
                                        <p:cTn id="131" dur="1" fill="hold">
                                          <p:stCondLst>
                                            <p:cond delay="0"/>
                                          </p:stCondLst>
                                        </p:cTn>
                                        <p:tgtEl>
                                          <p:spTgt spid="109">
                                            <p:graphicEl>
                                              <a:dgm id="{89466E15-E01B-E74D-9294-4193B26C98B4}"/>
                                            </p:graphicEl>
                                          </p:spTgt>
                                        </p:tgtEl>
                                        <p:attrNameLst>
                                          <p:attrName>style.visibility</p:attrName>
                                        </p:attrNameLst>
                                      </p:cBhvr>
                                      <p:to>
                                        <p:strVal val="visible"/>
                                      </p:to>
                                    </p:set>
                                    <p:animEffect transition="in" filter="wipe(left)">
                                      <p:cBhvr>
                                        <p:cTn id="132" dur="500"/>
                                        <p:tgtEl>
                                          <p:spTgt spid="109">
                                            <p:graphicEl>
                                              <a:dgm id="{89466E15-E01B-E74D-9294-4193B26C98B4}"/>
                                            </p:graphicEl>
                                          </p:spTgt>
                                        </p:tgtEl>
                                      </p:cBhvr>
                                    </p:animEffect>
                                  </p:childTnLst>
                                </p:cTn>
                              </p:par>
                            </p:childTnLst>
                          </p:cTn>
                        </p:par>
                        <p:par>
                          <p:cTn id="133" fill="hold">
                            <p:stCondLst>
                              <p:cond delay="6000"/>
                            </p:stCondLst>
                            <p:childTnLst>
                              <p:par>
                                <p:cTn id="134" presetID="22" presetClass="entr" presetSubtype="8" fill="hold" grpId="0" nodeType="afterEffect">
                                  <p:stCondLst>
                                    <p:cond delay="0"/>
                                  </p:stCondLst>
                                  <p:childTnLst>
                                    <p:set>
                                      <p:cBhvr>
                                        <p:cTn id="135" dur="1" fill="hold">
                                          <p:stCondLst>
                                            <p:cond delay="0"/>
                                          </p:stCondLst>
                                        </p:cTn>
                                        <p:tgtEl>
                                          <p:spTgt spid="109">
                                            <p:graphicEl>
                                              <a:dgm id="{98AE55E7-9272-824D-99DF-E81C208BA2CE}"/>
                                            </p:graphicEl>
                                          </p:spTgt>
                                        </p:tgtEl>
                                        <p:attrNameLst>
                                          <p:attrName>style.visibility</p:attrName>
                                        </p:attrNameLst>
                                      </p:cBhvr>
                                      <p:to>
                                        <p:strVal val="visible"/>
                                      </p:to>
                                    </p:set>
                                    <p:animEffect transition="in" filter="wipe(left)">
                                      <p:cBhvr>
                                        <p:cTn id="136" dur="250"/>
                                        <p:tgtEl>
                                          <p:spTgt spid="109">
                                            <p:graphicEl>
                                              <a:dgm id="{98AE55E7-9272-824D-99DF-E81C208BA2CE}"/>
                                            </p:graphicEl>
                                          </p:spTgt>
                                        </p:tgtEl>
                                      </p:cBhvr>
                                    </p:animEffect>
                                  </p:childTnLst>
                                </p:cTn>
                              </p:par>
                              <p:par>
                                <p:cTn id="137" presetID="22" presetClass="entr" presetSubtype="8" fill="hold" grpId="0" nodeType="withEffect">
                                  <p:stCondLst>
                                    <p:cond delay="0"/>
                                  </p:stCondLst>
                                  <p:childTnLst>
                                    <p:set>
                                      <p:cBhvr>
                                        <p:cTn id="138" dur="1" fill="hold">
                                          <p:stCondLst>
                                            <p:cond delay="0"/>
                                          </p:stCondLst>
                                        </p:cTn>
                                        <p:tgtEl>
                                          <p:spTgt spid="109">
                                            <p:graphicEl>
                                              <a:dgm id="{BE128432-A68E-3A46-8B3F-542D17CC6F0F}"/>
                                            </p:graphicEl>
                                          </p:spTgt>
                                        </p:tgtEl>
                                        <p:attrNameLst>
                                          <p:attrName>style.visibility</p:attrName>
                                        </p:attrNameLst>
                                      </p:cBhvr>
                                      <p:to>
                                        <p:strVal val="visible"/>
                                      </p:to>
                                    </p:set>
                                    <p:animEffect transition="in" filter="wipe(left)">
                                      <p:cBhvr>
                                        <p:cTn id="139" dur="500"/>
                                        <p:tgtEl>
                                          <p:spTgt spid="109">
                                            <p:graphicEl>
                                              <a:dgm id="{BE128432-A68E-3A46-8B3F-542D17CC6F0F}"/>
                                            </p:graphicEl>
                                          </p:spTgt>
                                        </p:tgtEl>
                                      </p:cBhvr>
                                    </p:animEffect>
                                  </p:childTnLst>
                                </p:cTn>
                              </p:par>
                            </p:childTnLst>
                          </p:cTn>
                        </p:par>
                        <p:par>
                          <p:cTn id="140" fill="hold">
                            <p:stCondLst>
                              <p:cond delay="6500"/>
                            </p:stCondLst>
                            <p:childTnLst>
                              <p:par>
                                <p:cTn id="141" presetID="22" presetClass="entr" presetSubtype="8" fill="hold" grpId="0" nodeType="afterEffect">
                                  <p:stCondLst>
                                    <p:cond delay="0"/>
                                  </p:stCondLst>
                                  <p:childTnLst>
                                    <p:set>
                                      <p:cBhvr>
                                        <p:cTn id="142" dur="1" fill="hold">
                                          <p:stCondLst>
                                            <p:cond delay="0"/>
                                          </p:stCondLst>
                                        </p:cTn>
                                        <p:tgtEl>
                                          <p:spTgt spid="109">
                                            <p:graphicEl>
                                              <a:dgm id="{D850B91D-6316-4647-9C62-C7C8F5D37507}"/>
                                            </p:graphicEl>
                                          </p:spTgt>
                                        </p:tgtEl>
                                        <p:attrNameLst>
                                          <p:attrName>style.visibility</p:attrName>
                                        </p:attrNameLst>
                                      </p:cBhvr>
                                      <p:to>
                                        <p:strVal val="visible"/>
                                      </p:to>
                                    </p:set>
                                    <p:animEffect transition="in" filter="wipe(left)">
                                      <p:cBhvr>
                                        <p:cTn id="143" dur="250"/>
                                        <p:tgtEl>
                                          <p:spTgt spid="109">
                                            <p:graphicEl>
                                              <a:dgm id="{D850B91D-6316-4647-9C62-C7C8F5D37507}"/>
                                            </p:graphicEl>
                                          </p:spTgt>
                                        </p:tgtEl>
                                      </p:cBhvr>
                                    </p:animEffect>
                                  </p:childTnLst>
                                </p:cTn>
                              </p:par>
                              <p:par>
                                <p:cTn id="144" presetID="22" presetClass="entr" presetSubtype="8" fill="hold" grpId="0" nodeType="withEffect">
                                  <p:stCondLst>
                                    <p:cond delay="0"/>
                                  </p:stCondLst>
                                  <p:childTnLst>
                                    <p:set>
                                      <p:cBhvr>
                                        <p:cTn id="145" dur="1" fill="hold">
                                          <p:stCondLst>
                                            <p:cond delay="0"/>
                                          </p:stCondLst>
                                        </p:cTn>
                                        <p:tgtEl>
                                          <p:spTgt spid="109">
                                            <p:graphicEl>
                                              <a:dgm id="{2D9A46F8-09F4-5843-A133-89458B63ABAA}"/>
                                            </p:graphicEl>
                                          </p:spTgt>
                                        </p:tgtEl>
                                        <p:attrNameLst>
                                          <p:attrName>style.visibility</p:attrName>
                                        </p:attrNameLst>
                                      </p:cBhvr>
                                      <p:to>
                                        <p:strVal val="visible"/>
                                      </p:to>
                                    </p:set>
                                    <p:animEffect transition="in" filter="wipe(left)">
                                      <p:cBhvr>
                                        <p:cTn id="146" dur="500"/>
                                        <p:tgtEl>
                                          <p:spTgt spid="109">
                                            <p:graphicEl>
                                              <a:dgm id="{2D9A46F8-09F4-5843-A133-89458B63ABAA}"/>
                                            </p:graphicEl>
                                          </p:spTgt>
                                        </p:tgtEl>
                                      </p:cBhvr>
                                    </p:animEffect>
                                  </p:childTnLst>
                                </p:cTn>
                              </p:par>
                            </p:childTnLst>
                          </p:cTn>
                        </p:par>
                        <p:par>
                          <p:cTn id="147" fill="hold">
                            <p:stCondLst>
                              <p:cond delay="7000"/>
                            </p:stCondLst>
                            <p:childTnLst>
                              <p:par>
                                <p:cTn id="148" presetID="22" presetClass="entr" presetSubtype="8" fill="hold" grpId="0" nodeType="afterEffect">
                                  <p:stCondLst>
                                    <p:cond delay="0"/>
                                  </p:stCondLst>
                                  <p:childTnLst>
                                    <p:set>
                                      <p:cBhvr>
                                        <p:cTn id="149" dur="1" fill="hold">
                                          <p:stCondLst>
                                            <p:cond delay="0"/>
                                          </p:stCondLst>
                                        </p:cTn>
                                        <p:tgtEl>
                                          <p:spTgt spid="109">
                                            <p:graphicEl>
                                              <a:dgm id="{ECC9DFC6-6DD5-704E-9EFE-6B4C17EA74BB}"/>
                                            </p:graphicEl>
                                          </p:spTgt>
                                        </p:tgtEl>
                                        <p:attrNameLst>
                                          <p:attrName>style.visibility</p:attrName>
                                        </p:attrNameLst>
                                      </p:cBhvr>
                                      <p:to>
                                        <p:strVal val="visible"/>
                                      </p:to>
                                    </p:set>
                                    <p:animEffect transition="in" filter="wipe(left)">
                                      <p:cBhvr>
                                        <p:cTn id="150" dur="250"/>
                                        <p:tgtEl>
                                          <p:spTgt spid="109">
                                            <p:graphicEl>
                                              <a:dgm id="{ECC9DFC6-6DD5-704E-9EFE-6B4C17EA74BB}"/>
                                            </p:graphicEl>
                                          </p:spTgt>
                                        </p:tgtEl>
                                      </p:cBhvr>
                                    </p:animEffect>
                                  </p:childTnLst>
                                </p:cTn>
                              </p:par>
                              <p:par>
                                <p:cTn id="151" presetID="22" presetClass="entr" presetSubtype="8" fill="hold" grpId="0" nodeType="withEffect">
                                  <p:stCondLst>
                                    <p:cond delay="0"/>
                                  </p:stCondLst>
                                  <p:childTnLst>
                                    <p:set>
                                      <p:cBhvr>
                                        <p:cTn id="152" dur="1" fill="hold">
                                          <p:stCondLst>
                                            <p:cond delay="0"/>
                                          </p:stCondLst>
                                        </p:cTn>
                                        <p:tgtEl>
                                          <p:spTgt spid="109">
                                            <p:graphicEl>
                                              <a:dgm id="{69119B04-4CF8-A64D-89AF-3E4BFB78585F}"/>
                                            </p:graphicEl>
                                          </p:spTgt>
                                        </p:tgtEl>
                                        <p:attrNameLst>
                                          <p:attrName>style.visibility</p:attrName>
                                        </p:attrNameLst>
                                      </p:cBhvr>
                                      <p:to>
                                        <p:strVal val="visible"/>
                                      </p:to>
                                    </p:set>
                                    <p:animEffect transition="in" filter="wipe(left)">
                                      <p:cBhvr>
                                        <p:cTn id="153" dur="500"/>
                                        <p:tgtEl>
                                          <p:spTgt spid="109">
                                            <p:graphicEl>
                                              <a:dgm id="{69119B04-4CF8-A64D-89AF-3E4BFB78585F}"/>
                                            </p:graphicEl>
                                          </p:spTgt>
                                        </p:tgtEl>
                                      </p:cBhvr>
                                    </p:animEffect>
                                  </p:childTnLst>
                                </p:cTn>
                              </p:par>
                            </p:childTnLst>
                          </p:cTn>
                        </p:par>
                        <p:par>
                          <p:cTn id="154" fill="hold">
                            <p:stCondLst>
                              <p:cond delay="7500"/>
                            </p:stCondLst>
                            <p:childTnLst>
                              <p:par>
                                <p:cTn id="155" presetID="22" presetClass="entr" presetSubtype="8" fill="hold" grpId="0" nodeType="afterEffect">
                                  <p:stCondLst>
                                    <p:cond delay="0"/>
                                  </p:stCondLst>
                                  <p:childTnLst>
                                    <p:set>
                                      <p:cBhvr>
                                        <p:cTn id="156" dur="1" fill="hold">
                                          <p:stCondLst>
                                            <p:cond delay="0"/>
                                          </p:stCondLst>
                                        </p:cTn>
                                        <p:tgtEl>
                                          <p:spTgt spid="109">
                                            <p:graphicEl>
                                              <a:dgm id="{741F5C4B-81B5-F440-84B5-5BE16AAA4CF8}"/>
                                            </p:graphicEl>
                                          </p:spTgt>
                                        </p:tgtEl>
                                        <p:attrNameLst>
                                          <p:attrName>style.visibility</p:attrName>
                                        </p:attrNameLst>
                                      </p:cBhvr>
                                      <p:to>
                                        <p:strVal val="visible"/>
                                      </p:to>
                                    </p:set>
                                    <p:animEffect transition="in" filter="wipe(left)">
                                      <p:cBhvr>
                                        <p:cTn id="157" dur="250"/>
                                        <p:tgtEl>
                                          <p:spTgt spid="109">
                                            <p:graphicEl>
                                              <a:dgm id="{741F5C4B-81B5-F440-84B5-5BE16AAA4CF8}"/>
                                            </p:graphicEl>
                                          </p:spTgt>
                                        </p:tgtEl>
                                      </p:cBhvr>
                                    </p:animEffect>
                                  </p:childTnLst>
                                </p:cTn>
                              </p:par>
                              <p:par>
                                <p:cTn id="158" presetID="22" presetClass="entr" presetSubtype="8" fill="hold" grpId="0" nodeType="withEffect">
                                  <p:stCondLst>
                                    <p:cond delay="0"/>
                                  </p:stCondLst>
                                  <p:childTnLst>
                                    <p:set>
                                      <p:cBhvr>
                                        <p:cTn id="159" dur="1" fill="hold">
                                          <p:stCondLst>
                                            <p:cond delay="0"/>
                                          </p:stCondLst>
                                        </p:cTn>
                                        <p:tgtEl>
                                          <p:spTgt spid="109">
                                            <p:graphicEl>
                                              <a:dgm id="{EE9092A8-9228-0E49-BFEA-58C22FA4970A}"/>
                                            </p:graphicEl>
                                          </p:spTgt>
                                        </p:tgtEl>
                                        <p:attrNameLst>
                                          <p:attrName>style.visibility</p:attrName>
                                        </p:attrNameLst>
                                      </p:cBhvr>
                                      <p:to>
                                        <p:strVal val="visible"/>
                                      </p:to>
                                    </p:set>
                                    <p:animEffect transition="in" filter="wipe(left)">
                                      <p:cBhvr>
                                        <p:cTn id="160" dur="500"/>
                                        <p:tgtEl>
                                          <p:spTgt spid="109">
                                            <p:graphicEl>
                                              <a:dgm id="{EE9092A8-9228-0E49-BFEA-58C22FA4970A}"/>
                                            </p:graphicEl>
                                          </p:spTgt>
                                        </p:tgtEl>
                                      </p:cBhvr>
                                    </p:animEffect>
                                  </p:childTnLst>
                                </p:cTn>
                              </p:par>
                            </p:childTnLst>
                          </p:cTn>
                        </p:par>
                        <p:par>
                          <p:cTn id="161" fill="hold">
                            <p:stCondLst>
                              <p:cond delay="8000"/>
                            </p:stCondLst>
                            <p:childTnLst>
                              <p:par>
                                <p:cTn id="162" presetID="22" presetClass="entr" presetSubtype="8" fill="hold" grpId="0" nodeType="afterEffect">
                                  <p:stCondLst>
                                    <p:cond delay="0"/>
                                  </p:stCondLst>
                                  <p:childTnLst>
                                    <p:set>
                                      <p:cBhvr>
                                        <p:cTn id="163" dur="1" fill="hold">
                                          <p:stCondLst>
                                            <p:cond delay="0"/>
                                          </p:stCondLst>
                                        </p:cTn>
                                        <p:tgtEl>
                                          <p:spTgt spid="109">
                                            <p:graphicEl>
                                              <a:dgm id="{D9E699DB-8A91-6345-AEE7-8495C0709F54}"/>
                                            </p:graphicEl>
                                          </p:spTgt>
                                        </p:tgtEl>
                                        <p:attrNameLst>
                                          <p:attrName>style.visibility</p:attrName>
                                        </p:attrNameLst>
                                      </p:cBhvr>
                                      <p:to>
                                        <p:strVal val="visible"/>
                                      </p:to>
                                    </p:set>
                                    <p:animEffect transition="in" filter="wipe(left)">
                                      <p:cBhvr>
                                        <p:cTn id="164" dur="250"/>
                                        <p:tgtEl>
                                          <p:spTgt spid="109">
                                            <p:graphicEl>
                                              <a:dgm id="{D9E699DB-8A91-6345-AEE7-8495C0709F54}"/>
                                            </p:graphicEl>
                                          </p:spTgt>
                                        </p:tgtEl>
                                      </p:cBhvr>
                                    </p:animEffect>
                                  </p:childTnLst>
                                </p:cTn>
                              </p:par>
                              <p:par>
                                <p:cTn id="165" presetID="22" presetClass="entr" presetSubtype="8" fill="hold" grpId="0" nodeType="withEffect">
                                  <p:stCondLst>
                                    <p:cond delay="0"/>
                                  </p:stCondLst>
                                  <p:childTnLst>
                                    <p:set>
                                      <p:cBhvr>
                                        <p:cTn id="166" dur="1" fill="hold">
                                          <p:stCondLst>
                                            <p:cond delay="0"/>
                                          </p:stCondLst>
                                        </p:cTn>
                                        <p:tgtEl>
                                          <p:spTgt spid="109">
                                            <p:graphicEl>
                                              <a:dgm id="{D9FC7307-AF62-F34E-95B1-27F9CD513142}"/>
                                            </p:graphicEl>
                                          </p:spTgt>
                                        </p:tgtEl>
                                        <p:attrNameLst>
                                          <p:attrName>style.visibility</p:attrName>
                                        </p:attrNameLst>
                                      </p:cBhvr>
                                      <p:to>
                                        <p:strVal val="visible"/>
                                      </p:to>
                                    </p:set>
                                    <p:animEffect transition="in" filter="wipe(left)">
                                      <p:cBhvr>
                                        <p:cTn id="167" dur="500"/>
                                        <p:tgtEl>
                                          <p:spTgt spid="109">
                                            <p:graphicEl>
                                              <a:dgm id="{D9FC7307-AF62-F34E-95B1-27F9CD513142}"/>
                                            </p:graphicEl>
                                          </p:spTgt>
                                        </p:tgtEl>
                                      </p:cBhvr>
                                    </p:animEffect>
                                  </p:childTnLst>
                                </p:cTn>
                              </p:par>
                            </p:childTnLst>
                          </p:cTn>
                        </p:par>
                        <p:par>
                          <p:cTn id="168" fill="hold">
                            <p:stCondLst>
                              <p:cond delay="8500"/>
                            </p:stCondLst>
                            <p:childTnLst>
                              <p:par>
                                <p:cTn id="169" presetID="22" presetClass="entr" presetSubtype="8" fill="hold" grpId="0" nodeType="afterEffect">
                                  <p:stCondLst>
                                    <p:cond delay="0"/>
                                  </p:stCondLst>
                                  <p:childTnLst>
                                    <p:set>
                                      <p:cBhvr>
                                        <p:cTn id="170" dur="1" fill="hold">
                                          <p:stCondLst>
                                            <p:cond delay="0"/>
                                          </p:stCondLst>
                                        </p:cTn>
                                        <p:tgtEl>
                                          <p:spTgt spid="109">
                                            <p:graphicEl>
                                              <a:dgm id="{F5549227-84BE-744B-8D13-B48DF71100DF}"/>
                                            </p:graphicEl>
                                          </p:spTgt>
                                        </p:tgtEl>
                                        <p:attrNameLst>
                                          <p:attrName>style.visibility</p:attrName>
                                        </p:attrNameLst>
                                      </p:cBhvr>
                                      <p:to>
                                        <p:strVal val="visible"/>
                                      </p:to>
                                    </p:set>
                                    <p:animEffect transition="in" filter="wipe(left)">
                                      <p:cBhvr>
                                        <p:cTn id="171" dur="250"/>
                                        <p:tgtEl>
                                          <p:spTgt spid="109">
                                            <p:graphicEl>
                                              <a:dgm id="{F5549227-84BE-744B-8D13-B48DF71100DF}"/>
                                            </p:graphicEl>
                                          </p:spTgt>
                                        </p:tgtEl>
                                      </p:cBhvr>
                                    </p:animEffect>
                                  </p:childTnLst>
                                </p:cTn>
                              </p:par>
                              <p:par>
                                <p:cTn id="172" presetID="22" presetClass="entr" presetSubtype="8" fill="hold" grpId="0" nodeType="withEffect">
                                  <p:stCondLst>
                                    <p:cond delay="0"/>
                                  </p:stCondLst>
                                  <p:childTnLst>
                                    <p:set>
                                      <p:cBhvr>
                                        <p:cTn id="173" dur="1" fill="hold">
                                          <p:stCondLst>
                                            <p:cond delay="0"/>
                                          </p:stCondLst>
                                        </p:cTn>
                                        <p:tgtEl>
                                          <p:spTgt spid="109">
                                            <p:graphicEl>
                                              <a:dgm id="{99EEDDF1-6656-984D-AF2A-A00624D7F592}"/>
                                            </p:graphicEl>
                                          </p:spTgt>
                                        </p:tgtEl>
                                        <p:attrNameLst>
                                          <p:attrName>style.visibility</p:attrName>
                                        </p:attrNameLst>
                                      </p:cBhvr>
                                      <p:to>
                                        <p:strVal val="visible"/>
                                      </p:to>
                                    </p:set>
                                    <p:animEffect transition="in" filter="wipe(left)">
                                      <p:cBhvr>
                                        <p:cTn id="174" dur="500"/>
                                        <p:tgtEl>
                                          <p:spTgt spid="109">
                                            <p:graphicEl>
                                              <a:dgm id="{99EEDDF1-6656-984D-AF2A-A00624D7F592}"/>
                                            </p:graphicEl>
                                          </p:spTgt>
                                        </p:tgtEl>
                                      </p:cBhvr>
                                    </p:animEffect>
                                  </p:childTnLst>
                                </p:cTn>
                              </p:par>
                            </p:childTnLst>
                          </p:cTn>
                        </p:par>
                        <p:par>
                          <p:cTn id="175" fill="hold">
                            <p:stCondLst>
                              <p:cond delay="9000"/>
                            </p:stCondLst>
                            <p:childTnLst>
                              <p:par>
                                <p:cTn id="176" presetID="22" presetClass="entr" presetSubtype="8" fill="hold" grpId="0" nodeType="afterEffect">
                                  <p:stCondLst>
                                    <p:cond delay="0"/>
                                  </p:stCondLst>
                                  <p:childTnLst>
                                    <p:set>
                                      <p:cBhvr>
                                        <p:cTn id="177" dur="1" fill="hold">
                                          <p:stCondLst>
                                            <p:cond delay="0"/>
                                          </p:stCondLst>
                                        </p:cTn>
                                        <p:tgtEl>
                                          <p:spTgt spid="109">
                                            <p:graphicEl>
                                              <a:dgm id="{B781BD14-2BE5-074F-BD77-3E50CF1401A0}"/>
                                            </p:graphicEl>
                                          </p:spTgt>
                                        </p:tgtEl>
                                        <p:attrNameLst>
                                          <p:attrName>style.visibility</p:attrName>
                                        </p:attrNameLst>
                                      </p:cBhvr>
                                      <p:to>
                                        <p:strVal val="visible"/>
                                      </p:to>
                                    </p:set>
                                    <p:animEffect transition="in" filter="wipe(left)">
                                      <p:cBhvr>
                                        <p:cTn id="178" dur="250"/>
                                        <p:tgtEl>
                                          <p:spTgt spid="109">
                                            <p:graphicEl>
                                              <a:dgm id="{B781BD14-2BE5-074F-BD77-3E50CF1401A0}"/>
                                            </p:graphicEl>
                                          </p:spTgt>
                                        </p:tgtEl>
                                      </p:cBhvr>
                                    </p:animEffect>
                                  </p:childTnLst>
                                </p:cTn>
                              </p:par>
                              <p:par>
                                <p:cTn id="179" presetID="22" presetClass="entr" presetSubtype="8" fill="hold" grpId="0" nodeType="withEffect">
                                  <p:stCondLst>
                                    <p:cond delay="0"/>
                                  </p:stCondLst>
                                  <p:childTnLst>
                                    <p:set>
                                      <p:cBhvr>
                                        <p:cTn id="180" dur="1" fill="hold">
                                          <p:stCondLst>
                                            <p:cond delay="0"/>
                                          </p:stCondLst>
                                        </p:cTn>
                                        <p:tgtEl>
                                          <p:spTgt spid="109">
                                            <p:graphicEl>
                                              <a:dgm id="{12FC843B-EF1A-1044-AA60-C341A3149EA0}"/>
                                            </p:graphicEl>
                                          </p:spTgt>
                                        </p:tgtEl>
                                        <p:attrNameLst>
                                          <p:attrName>style.visibility</p:attrName>
                                        </p:attrNameLst>
                                      </p:cBhvr>
                                      <p:to>
                                        <p:strVal val="visible"/>
                                      </p:to>
                                    </p:set>
                                    <p:animEffect transition="in" filter="wipe(left)">
                                      <p:cBhvr>
                                        <p:cTn id="181" dur="500"/>
                                        <p:tgtEl>
                                          <p:spTgt spid="109">
                                            <p:graphicEl>
                                              <a:dgm id="{12FC843B-EF1A-1044-AA60-C341A3149EA0}"/>
                                            </p:graphicEl>
                                          </p:spTgt>
                                        </p:tgtEl>
                                      </p:cBhvr>
                                    </p:animEffect>
                                  </p:childTnLst>
                                </p:cTn>
                              </p:par>
                            </p:childTnLst>
                          </p:cTn>
                        </p:par>
                        <p:par>
                          <p:cTn id="182" fill="hold">
                            <p:stCondLst>
                              <p:cond delay="9500"/>
                            </p:stCondLst>
                            <p:childTnLst>
                              <p:par>
                                <p:cTn id="183" presetID="22" presetClass="entr" presetSubtype="8" fill="hold" grpId="0" nodeType="afterEffect">
                                  <p:stCondLst>
                                    <p:cond delay="0"/>
                                  </p:stCondLst>
                                  <p:childTnLst>
                                    <p:set>
                                      <p:cBhvr>
                                        <p:cTn id="184" dur="1" fill="hold">
                                          <p:stCondLst>
                                            <p:cond delay="0"/>
                                          </p:stCondLst>
                                        </p:cTn>
                                        <p:tgtEl>
                                          <p:spTgt spid="109">
                                            <p:graphicEl>
                                              <a:dgm id="{5157B47F-DA1D-CA45-BF63-4ABA9B7BDBFA}"/>
                                            </p:graphicEl>
                                          </p:spTgt>
                                        </p:tgtEl>
                                        <p:attrNameLst>
                                          <p:attrName>style.visibility</p:attrName>
                                        </p:attrNameLst>
                                      </p:cBhvr>
                                      <p:to>
                                        <p:strVal val="visible"/>
                                      </p:to>
                                    </p:set>
                                    <p:animEffect transition="in" filter="wipe(left)">
                                      <p:cBhvr>
                                        <p:cTn id="185" dur="250"/>
                                        <p:tgtEl>
                                          <p:spTgt spid="109">
                                            <p:graphicEl>
                                              <a:dgm id="{5157B47F-DA1D-CA45-BF63-4ABA9B7BDBFA}"/>
                                            </p:graphicEl>
                                          </p:spTgt>
                                        </p:tgtEl>
                                      </p:cBhvr>
                                    </p:animEffect>
                                  </p:childTnLst>
                                </p:cTn>
                              </p:par>
                              <p:par>
                                <p:cTn id="186" presetID="22" presetClass="entr" presetSubtype="8" fill="hold" grpId="0" nodeType="withEffect">
                                  <p:stCondLst>
                                    <p:cond delay="0"/>
                                  </p:stCondLst>
                                  <p:childTnLst>
                                    <p:set>
                                      <p:cBhvr>
                                        <p:cTn id="187" dur="1" fill="hold">
                                          <p:stCondLst>
                                            <p:cond delay="0"/>
                                          </p:stCondLst>
                                        </p:cTn>
                                        <p:tgtEl>
                                          <p:spTgt spid="109">
                                            <p:graphicEl>
                                              <a:dgm id="{8BA9C05F-F29F-7642-B753-EECD821263D0}"/>
                                            </p:graphicEl>
                                          </p:spTgt>
                                        </p:tgtEl>
                                        <p:attrNameLst>
                                          <p:attrName>style.visibility</p:attrName>
                                        </p:attrNameLst>
                                      </p:cBhvr>
                                      <p:to>
                                        <p:strVal val="visible"/>
                                      </p:to>
                                    </p:set>
                                    <p:animEffect transition="in" filter="wipe(left)">
                                      <p:cBhvr>
                                        <p:cTn id="188" dur="500"/>
                                        <p:tgtEl>
                                          <p:spTgt spid="109">
                                            <p:graphicEl>
                                              <a:dgm id="{8BA9C05F-F29F-7642-B753-EECD821263D0}"/>
                                            </p:graphicEl>
                                          </p:spTgt>
                                        </p:tgtEl>
                                      </p:cBhvr>
                                    </p:animEffect>
                                  </p:childTnLst>
                                </p:cTn>
                              </p:par>
                            </p:childTnLst>
                          </p:cTn>
                        </p:par>
                        <p:par>
                          <p:cTn id="189" fill="hold">
                            <p:stCondLst>
                              <p:cond delay="10000"/>
                            </p:stCondLst>
                            <p:childTnLst>
                              <p:par>
                                <p:cTn id="190" presetID="22" presetClass="entr" presetSubtype="8" fill="hold" grpId="0" nodeType="afterEffect">
                                  <p:stCondLst>
                                    <p:cond delay="0"/>
                                  </p:stCondLst>
                                  <p:childTnLst>
                                    <p:set>
                                      <p:cBhvr>
                                        <p:cTn id="191" dur="1" fill="hold">
                                          <p:stCondLst>
                                            <p:cond delay="0"/>
                                          </p:stCondLst>
                                        </p:cTn>
                                        <p:tgtEl>
                                          <p:spTgt spid="109">
                                            <p:graphicEl>
                                              <a:dgm id="{69853B35-D33E-6944-9B36-270921C1975B}"/>
                                            </p:graphicEl>
                                          </p:spTgt>
                                        </p:tgtEl>
                                        <p:attrNameLst>
                                          <p:attrName>style.visibility</p:attrName>
                                        </p:attrNameLst>
                                      </p:cBhvr>
                                      <p:to>
                                        <p:strVal val="visible"/>
                                      </p:to>
                                    </p:set>
                                    <p:animEffect transition="in" filter="wipe(left)">
                                      <p:cBhvr>
                                        <p:cTn id="192" dur="250"/>
                                        <p:tgtEl>
                                          <p:spTgt spid="109">
                                            <p:graphicEl>
                                              <a:dgm id="{69853B35-D33E-6944-9B36-270921C1975B}"/>
                                            </p:graphicEl>
                                          </p:spTgt>
                                        </p:tgtEl>
                                      </p:cBhvr>
                                    </p:animEffect>
                                  </p:childTnLst>
                                </p:cTn>
                              </p:par>
                              <p:par>
                                <p:cTn id="193" presetID="22" presetClass="entr" presetSubtype="8" fill="hold" grpId="0" nodeType="withEffect">
                                  <p:stCondLst>
                                    <p:cond delay="0"/>
                                  </p:stCondLst>
                                  <p:childTnLst>
                                    <p:set>
                                      <p:cBhvr>
                                        <p:cTn id="194" dur="1" fill="hold">
                                          <p:stCondLst>
                                            <p:cond delay="0"/>
                                          </p:stCondLst>
                                        </p:cTn>
                                        <p:tgtEl>
                                          <p:spTgt spid="109">
                                            <p:graphicEl>
                                              <a:dgm id="{B5401A6E-C14E-F247-8FA1-F4F70C3BEA2D}"/>
                                            </p:graphicEl>
                                          </p:spTgt>
                                        </p:tgtEl>
                                        <p:attrNameLst>
                                          <p:attrName>style.visibility</p:attrName>
                                        </p:attrNameLst>
                                      </p:cBhvr>
                                      <p:to>
                                        <p:strVal val="visible"/>
                                      </p:to>
                                    </p:set>
                                    <p:animEffect transition="in" filter="wipe(left)">
                                      <p:cBhvr>
                                        <p:cTn id="195" dur="500"/>
                                        <p:tgtEl>
                                          <p:spTgt spid="109">
                                            <p:graphicEl>
                                              <a:dgm id="{B5401A6E-C14E-F247-8FA1-F4F70C3BEA2D}"/>
                                            </p:graphicEl>
                                          </p:spTgt>
                                        </p:tgtEl>
                                      </p:cBhvr>
                                    </p:animEffect>
                                  </p:childTnLst>
                                </p:cTn>
                              </p:par>
                            </p:childTnLst>
                          </p:cTn>
                        </p:par>
                        <p:par>
                          <p:cTn id="196" fill="hold">
                            <p:stCondLst>
                              <p:cond delay="10500"/>
                            </p:stCondLst>
                            <p:childTnLst>
                              <p:par>
                                <p:cTn id="197" presetID="22" presetClass="entr" presetSubtype="8" fill="hold" grpId="0" nodeType="afterEffect">
                                  <p:stCondLst>
                                    <p:cond delay="0"/>
                                  </p:stCondLst>
                                  <p:childTnLst>
                                    <p:set>
                                      <p:cBhvr>
                                        <p:cTn id="198" dur="1" fill="hold">
                                          <p:stCondLst>
                                            <p:cond delay="0"/>
                                          </p:stCondLst>
                                        </p:cTn>
                                        <p:tgtEl>
                                          <p:spTgt spid="109">
                                            <p:graphicEl>
                                              <a:dgm id="{35D070D9-3457-BB47-AF59-94E973A60D7E}"/>
                                            </p:graphicEl>
                                          </p:spTgt>
                                        </p:tgtEl>
                                        <p:attrNameLst>
                                          <p:attrName>style.visibility</p:attrName>
                                        </p:attrNameLst>
                                      </p:cBhvr>
                                      <p:to>
                                        <p:strVal val="visible"/>
                                      </p:to>
                                    </p:set>
                                    <p:animEffect transition="in" filter="wipe(left)">
                                      <p:cBhvr>
                                        <p:cTn id="199" dur="250"/>
                                        <p:tgtEl>
                                          <p:spTgt spid="109">
                                            <p:graphicEl>
                                              <a:dgm id="{35D070D9-3457-BB47-AF59-94E973A60D7E}"/>
                                            </p:graphicEl>
                                          </p:spTgt>
                                        </p:tgtEl>
                                      </p:cBhvr>
                                    </p:animEffect>
                                  </p:childTnLst>
                                </p:cTn>
                              </p:par>
                              <p:par>
                                <p:cTn id="200" presetID="22" presetClass="entr" presetSubtype="8" fill="hold" grpId="0" nodeType="withEffect">
                                  <p:stCondLst>
                                    <p:cond delay="0"/>
                                  </p:stCondLst>
                                  <p:childTnLst>
                                    <p:set>
                                      <p:cBhvr>
                                        <p:cTn id="201" dur="1" fill="hold">
                                          <p:stCondLst>
                                            <p:cond delay="0"/>
                                          </p:stCondLst>
                                        </p:cTn>
                                        <p:tgtEl>
                                          <p:spTgt spid="109">
                                            <p:graphicEl>
                                              <a:dgm id="{635E1555-82A1-CE4C-8217-5BF1B764D6CC}"/>
                                            </p:graphicEl>
                                          </p:spTgt>
                                        </p:tgtEl>
                                        <p:attrNameLst>
                                          <p:attrName>style.visibility</p:attrName>
                                        </p:attrNameLst>
                                      </p:cBhvr>
                                      <p:to>
                                        <p:strVal val="visible"/>
                                      </p:to>
                                    </p:set>
                                    <p:animEffect transition="in" filter="wipe(left)">
                                      <p:cBhvr>
                                        <p:cTn id="202" dur="500"/>
                                        <p:tgtEl>
                                          <p:spTgt spid="109">
                                            <p:graphicEl>
                                              <a:dgm id="{635E1555-82A1-CE4C-8217-5BF1B764D6CC}"/>
                                            </p:graphicEl>
                                          </p:spTgt>
                                        </p:tgtEl>
                                      </p:cBhvr>
                                    </p:animEffect>
                                  </p:childTnLst>
                                </p:cTn>
                              </p:par>
                            </p:childTnLst>
                          </p:cTn>
                        </p:par>
                        <p:par>
                          <p:cTn id="203" fill="hold">
                            <p:stCondLst>
                              <p:cond delay="11000"/>
                            </p:stCondLst>
                            <p:childTnLst>
                              <p:par>
                                <p:cTn id="204" presetID="22" presetClass="entr" presetSubtype="8" fill="hold" grpId="0" nodeType="afterEffect">
                                  <p:stCondLst>
                                    <p:cond delay="0"/>
                                  </p:stCondLst>
                                  <p:childTnLst>
                                    <p:set>
                                      <p:cBhvr>
                                        <p:cTn id="205" dur="1" fill="hold">
                                          <p:stCondLst>
                                            <p:cond delay="0"/>
                                          </p:stCondLst>
                                        </p:cTn>
                                        <p:tgtEl>
                                          <p:spTgt spid="109">
                                            <p:graphicEl>
                                              <a:dgm id="{E8902E91-7009-4142-9E5A-0EBA47C9FB9A}"/>
                                            </p:graphicEl>
                                          </p:spTgt>
                                        </p:tgtEl>
                                        <p:attrNameLst>
                                          <p:attrName>style.visibility</p:attrName>
                                        </p:attrNameLst>
                                      </p:cBhvr>
                                      <p:to>
                                        <p:strVal val="visible"/>
                                      </p:to>
                                    </p:set>
                                    <p:animEffect transition="in" filter="wipe(left)">
                                      <p:cBhvr>
                                        <p:cTn id="206" dur="250"/>
                                        <p:tgtEl>
                                          <p:spTgt spid="109">
                                            <p:graphicEl>
                                              <a:dgm id="{E8902E91-7009-4142-9E5A-0EBA47C9FB9A}"/>
                                            </p:graphicEl>
                                          </p:spTgt>
                                        </p:tgtEl>
                                      </p:cBhvr>
                                    </p:animEffect>
                                  </p:childTnLst>
                                </p:cTn>
                              </p:par>
                              <p:par>
                                <p:cTn id="207" presetID="22" presetClass="entr" presetSubtype="8" fill="hold" grpId="0" nodeType="withEffect">
                                  <p:stCondLst>
                                    <p:cond delay="0"/>
                                  </p:stCondLst>
                                  <p:childTnLst>
                                    <p:set>
                                      <p:cBhvr>
                                        <p:cTn id="208" dur="1" fill="hold">
                                          <p:stCondLst>
                                            <p:cond delay="0"/>
                                          </p:stCondLst>
                                        </p:cTn>
                                        <p:tgtEl>
                                          <p:spTgt spid="109">
                                            <p:graphicEl>
                                              <a:dgm id="{8EC479E1-FAA0-5B46-9001-3C6AC82ED22D}"/>
                                            </p:graphicEl>
                                          </p:spTgt>
                                        </p:tgtEl>
                                        <p:attrNameLst>
                                          <p:attrName>style.visibility</p:attrName>
                                        </p:attrNameLst>
                                      </p:cBhvr>
                                      <p:to>
                                        <p:strVal val="visible"/>
                                      </p:to>
                                    </p:set>
                                    <p:animEffect transition="in" filter="wipe(left)">
                                      <p:cBhvr>
                                        <p:cTn id="209" dur="500"/>
                                        <p:tgtEl>
                                          <p:spTgt spid="109">
                                            <p:graphicEl>
                                              <a:dgm id="{8EC479E1-FAA0-5B46-9001-3C6AC82ED22D}"/>
                                            </p:graphicEl>
                                          </p:spTgt>
                                        </p:tgtEl>
                                      </p:cBhvr>
                                    </p:animEffect>
                                  </p:childTnLst>
                                </p:cTn>
                              </p:par>
                            </p:childTnLst>
                          </p:cTn>
                        </p:par>
                        <p:par>
                          <p:cTn id="210" fill="hold">
                            <p:stCondLst>
                              <p:cond delay="11500"/>
                            </p:stCondLst>
                            <p:childTnLst>
                              <p:par>
                                <p:cTn id="211" presetID="22" presetClass="entr" presetSubtype="8" fill="hold" grpId="0" nodeType="afterEffect">
                                  <p:stCondLst>
                                    <p:cond delay="0"/>
                                  </p:stCondLst>
                                  <p:childTnLst>
                                    <p:set>
                                      <p:cBhvr>
                                        <p:cTn id="212" dur="1" fill="hold">
                                          <p:stCondLst>
                                            <p:cond delay="0"/>
                                          </p:stCondLst>
                                        </p:cTn>
                                        <p:tgtEl>
                                          <p:spTgt spid="109">
                                            <p:graphicEl>
                                              <a:dgm id="{F9640B6D-3E86-7343-8C27-CF14A21DCBC7}"/>
                                            </p:graphicEl>
                                          </p:spTgt>
                                        </p:tgtEl>
                                        <p:attrNameLst>
                                          <p:attrName>style.visibility</p:attrName>
                                        </p:attrNameLst>
                                      </p:cBhvr>
                                      <p:to>
                                        <p:strVal val="visible"/>
                                      </p:to>
                                    </p:set>
                                    <p:animEffect transition="in" filter="wipe(left)">
                                      <p:cBhvr>
                                        <p:cTn id="213" dur="250"/>
                                        <p:tgtEl>
                                          <p:spTgt spid="109">
                                            <p:graphicEl>
                                              <a:dgm id="{F9640B6D-3E86-7343-8C27-CF14A21DCBC7}"/>
                                            </p:graphicEl>
                                          </p:spTgt>
                                        </p:tgtEl>
                                      </p:cBhvr>
                                    </p:animEffect>
                                  </p:childTnLst>
                                </p:cTn>
                              </p:par>
                              <p:par>
                                <p:cTn id="214" presetID="22" presetClass="entr" presetSubtype="8" fill="hold" grpId="0" nodeType="withEffect">
                                  <p:stCondLst>
                                    <p:cond delay="0"/>
                                  </p:stCondLst>
                                  <p:childTnLst>
                                    <p:set>
                                      <p:cBhvr>
                                        <p:cTn id="215" dur="1" fill="hold">
                                          <p:stCondLst>
                                            <p:cond delay="0"/>
                                          </p:stCondLst>
                                        </p:cTn>
                                        <p:tgtEl>
                                          <p:spTgt spid="109">
                                            <p:graphicEl>
                                              <a:dgm id="{8BD45A57-0BC9-8345-9BE7-90EAEF55D2C2}"/>
                                            </p:graphicEl>
                                          </p:spTgt>
                                        </p:tgtEl>
                                        <p:attrNameLst>
                                          <p:attrName>style.visibility</p:attrName>
                                        </p:attrNameLst>
                                      </p:cBhvr>
                                      <p:to>
                                        <p:strVal val="visible"/>
                                      </p:to>
                                    </p:set>
                                    <p:animEffect transition="in" filter="wipe(left)">
                                      <p:cBhvr>
                                        <p:cTn id="216" dur="500"/>
                                        <p:tgtEl>
                                          <p:spTgt spid="109">
                                            <p:graphicEl>
                                              <a:dgm id="{8BD45A57-0BC9-8345-9BE7-90EAEF55D2C2}"/>
                                            </p:graphicEl>
                                          </p:spTgt>
                                        </p:tgtEl>
                                      </p:cBhvr>
                                    </p:animEffect>
                                  </p:childTnLst>
                                </p:cTn>
                              </p:par>
                            </p:childTnLst>
                          </p:cTn>
                        </p:par>
                        <p:par>
                          <p:cTn id="217" fill="hold">
                            <p:stCondLst>
                              <p:cond delay="12000"/>
                            </p:stCondLst>
                            <p:childTnLst>
                              <p:par>
                                <p:cTn id="218" presetID="22" presetClass="entr" presetSubtype="8" fill="hold" grpId="0" nodeType="afterEffect">
                                  <p:stCondLst>
                                    <p:cond delay="0"/>
                                  </p:stCondLst>
                                  <p:childTnLst>
                                    <p:set>
                                      <p:cBhvr>
                                        <p:cTn id="219" dur="1" fill="hold">
                                          <p:stCondLst>
                                            <p:cond delay="0"/>
                                          </p:stCondLst>
                                        </p:cTn>
                                        <p:tgtEl>
                                          <p:spTgt spid="109">
                                            <p:graphicEl>
                                              <a:dgm id="{6CBCD4E5-194F-2E47-870F-DCFE04246BBB}"/>
                                            </p:graphicEl>
                                          </p:spTgt>
                                        </p:tgtEl>
                                        <p:attrNameLst>
                                          <p:attrName>style.visibility</p:attrName>
                                        </p:attrNameLst>
                                      </p:cBhvr>
                                      <p:to>
                                        <p:strVal val="visible"/>
                                      </p:to>
                                    </p:set>
                                    <p:animEffect transition="in" filter="wipe(left)">
                                      <p:cBhvr>
                                        <p:cTn id="220" dur="250"/>
                                        <p:tgtEl>
                                          <p:spTgt spid="109">
                                            <p:graphicEl>
                                              <a:dgm id="{6CBCD4E5-194F-2E47-870F-DCFE04246BBB}"/>
                                            </p:graphicEl>
                                          </p:spTgt>
                                        </p:tgtEl>
                                      </p:cBhvr>
                                    </p:animEffect>
                                  </p:childTnLst>
                                </p:cTn>
                              </p:par>
                              <p:par>
                                <p:cTn id="221" presetID="22" presetClass="entr" presetSubtype="8" fill="hold" grpId="0" nodeType="withEffect">
                                  <p:stCondLst>
                                    <p:cond delay="0"/>
                                  </p:stCondLst>
                                  <p:childTnLst>
                                    <p:set>
                                      <p:cBhvr>
                                        <p:cTn id="222" dur="1" fill="hold">
                                          <p:stCondLst>
                                            <p:cond delay="0"/>
                                          </p:stCondLst>
                                        </p:cTn>
                                        <p:tgtEl>
                                          <p:spTgt spid="109">
                                            <p:graphicEl>
                                              <a:dgm id="{F14C3F55-079C-F148-BEC4-5668FEBE256B}"/>
                                            </p:graphicEl>
                                          </p:spTgt>
                                        </p:tgtEl>
                                        <p:attrNameLst>
                                          <p:attrName>style.visibility</p:attrName>
                                        </p:attrNameLst>
                                      </p:cBhvr>
                                      <p:to>
                                        <p:strVal val="visible"/>
                                      </p:to>
                                    </p:set>
                                    <p:animEffect transition="in" filter="wipe(left)">
                                      <p:cBhvr>
                                        <p:cTn id="223" dur="500"/>
                                        <p:tgtEl>
                                          <p:spTgt spid="109">
                                            <p:graphicEl>
                                              <a:dgm id="{F14C3F55-079C-F148-BEC4-5668FEBE256B}"/>
                                            </p:graphicEl>
                                          </p:spTgt>
                                        </p:tgtEl>
                                      </p:cBhvr>
                                    </p:animEffect>
                                  </p:childTnLst>
                                </p:cTn>
                              </p:par>
                            </p:childTnLst>
                          </p:cTn>
                        </p:par>
                        <p:par>
                          <p:cTn id="224" fill="hold">
                            <p:stCondLst>
                              <p:cond delay="12500"/>
                            </p:stCondLst>
                            <p:childTnLst>
                              <p:par>
                                <p:cTn id="225" presetID="22" presetClass="entr" presetSubtype="8" fill="hold" grpId="0" nodeType="afterEffect">
                                  <p:stCondLst>
                                    <p:cond delay="0"/>
                                  </p:stCondLst>
                                  <p:childTnLst>
                                    <p:set>
                                      <p:cBhvr>
                                        <p:cTn id="226" dur="1" fill="hold">
                                          <p:stCondLst>
                                            <p:cond delay="0"/>
                                          </p:stCondLst>
                                        </p:cTn>
                                        <p:tgtEl>
                                          <p:spTgt spid="109">
                                            <p:graphicEl>
                                              <a:dgm id="{7EB6BCE5-CAD8-2A44-919B-12FD28A9877A}"/>
                                            </p:graphicEl>
                                          </p:spTgt>
                                        </p:tgtEl>
                                        <p:attrNameLst>
                                          <p:attrName>style.visibility</p:attrName>
                                        </p:attrNameLst>
                                      </p:cBhvr>
                                      <p:to>
                                        <p:strVal val="visible"/>
                                      </p:to>
                                    </p:set>
                                    <p:animEffect transition="in" filter="wipe(left)">
                                      <p:cBhvr>
                                        <p:cTn id="227" dur="250"/>
                                        <p:tgtEl>
                                          <p:spTgt spid="109">
                                            <p:graphicEl>
                                              <a:dgm id="{7EB6BCE5-CAD8-2A44-919B-12FD28A9877A}"/>
                                            </p:graphicEl>
                                          </p:spTgt>
                                        </p:tgtEl>
                                      </p:cBhvr>
                                    </p:animEffect>
                                  </p:childTnLst>
                                </p:cTn>
                              </p:par>
                              <p:par>
                                <p:cTn id="228" presetID="22" presetClass="entr" presetSubtype="8" fill="hold" grpId="0" nodeType="withEffect">
                                  <p:stCondLst>
                                    <p:cond delay="0"/>
                                  </p:stCondLst>
                                  <p:childTnLst>
                                    <p:set>
                                      <p:cBhvr>
                                        <p:cTn id="229" dur="1" fill="hold">
                                          <p:stCondLst>
                                            <p:cond delay="0"/>
                                          </p:stCondLst>
                                        </p:cTn>
                                        <p:tgtEl>
                                          <p:spTgt spid="109">
                                            <p:graphicEl>
                                              <a:dgm id="{FAB8CCBF-5E4E-0641-8034-E8E0790B46B3}"/>
                                            </p:graphicEl>
                                          </p:spTgt>
                                        </p:tgtEl>
                                        <p:attrNameLst>
                                          <p:attrName>style.visibility</p:attrName>
                                        </p:attrNameLst>
                                      </p:cBhvr>
                                      <p:to>
                                        <p:strVal val="visible"/>
                                      </p:to>
                                    </p:set>
                                    <p:animEffect transition="in" filter="wipe(left)">
                                      <p:cBhvr>
                                        <p:cTn id="230" dur="500"/>
                                        <p:tgtEl>
                                          <p:spTgt spid="109">
                                            <p:graphicEl>
                                              <a:dgm id="{FAB8CCBF-5E4E-0641-8034-E8E0790B46B3}"/>
                                            </p:graphicEl>
                                          </p:spTgt>
                                        </p:tgtEl>
                                      </p:cBhvr>
                                    </p:animEffect>
                                  </p:childTnLst>
                                </p:cTn>
                              </p:par>
                            </p:childTnLst>
                          </p:cTn>
                        </p:par>
                      </p:childTnLst>
                    </p:cTn>
                  </p:par>
                  <p:par>
                    <p:cTn id="231" fill="hold">
                      <p:stCondLst>
                        <p:cond delay="indefinite"/>
                      </p:stCondLst>
                      <p:childTnLst>
                        <p:par>
                          <p:cTn id="232" fill="hold">
                            <p:stCondLst>
                              <p:cond delay="0"/>
                            </p:stCondLst>
                            <p:childTnLst>
                              <p:par>
                                <p:cTn id="233" presetID="12" presetClass="entr" presetSubtype="2" fill="hold" nodeType="clickEffect">
                                  <p:stCondLst>
                                    <p:cond delay="0"/>
                                  </p:stCondLst>
                                  <p:childTnLst>
                                    <p:set>
                                      <p:cBhvr>
                                        <p:cTn id="234" dur="1" fill="hold">
                                          <p:stCondLst>
                                            <p:cond delay="0"/>
                                          </p:stCondLst>
                                        </p:cTn>
                                        <p:tgtEl>
                                          <p:spTgt spid="8"/>
                                        </p:tgtEl>
                                        <p:attrNameLst>
                                          <p:attrName>style.visibility</p:attrName>
                                        </p:attrNameLst>
                                      </p:cBhvr>
                                      <p:to>
                                        <p:strVal val="visible"/>
                                      </p:to>
                                    </p:set>
                                    <p:anim calcmode="lin" valueType="num">
                                      <p:cBhvr additive="base">
                                        <p:cTn id="235" dur="500"/>
                                        <p:tgtEl>
                                          <p:spTgt spid="8"/>
                                        </p:tgtEl>
                                        <p:attrNameLst>
                                          <p:attrName>ppt_x</p:attrName>
                                        </p:attrNameLst>
                                      </p:cBhvr>
                                      <p:tavLst>
                                        <p:tav tm="0">
                                          <p:val>
                                            <p:strVal val="#ppt_x+#ppt_w*1.125000"/>
                                          </p:val>
                                        </p:tav>
                                        <p:tav tm="100000">
                                          <p:val>
                                            <p:strVal val="#ppt_x"/>
                                          </p:val>
                                        </p:tav>
                                      </p:tavLst>
                                    </p:anim>
                                    <p:animEffect transition="in" filter="wipe(left)">
                                      <p:cBhvr>
                                        <p:cTn id="236" dur="500"/>
                                        <p:tgtEl>
                                          <p:spTgt spid="8"/>
                                        </p:tgtEl>
                                      </p:cBhvr>
                                    </p:animEffect>
                                  </p:childTnLst>
                                </p:cTn>
                              </p:par>
                            </p:childTnLst>
                          </p:cTn>
                        </p:par>
                        <p:par>
                          <p:cTn id="237" fill="hold">
                            <p:stCondLst>
                              <p:cond delay="500"/>
                            </p:stCondLst>
                            <p:childTnLst>
                              <p:par>
                                <p:cTn id="238" presetID="10" presetClass="entr" presetSubtype="0" fill="hold" nodeType="afterEffect">
                                  <p:stCondLst>
                                    <p:cond delay="0"/>
                                  </p:stCondLst>
                                  <p:childTnLst>
                                    <p:set>
                                      <p:cBhvr>
                                        <p:cTn id="239" dur="1" fill="hold">
                                          <p:stCondLst>
                                            <p:cond delay="0"/>
                                          </p:stCondLst>
                                        </p:cTn>
                                        <p:tgtEl>
                                          <p:spTgt spid="264"/>
                                        </p:tgtEl>
                                        <p:attrNameLst>
                                          <p:attrName>style.visibility</p:attrName>
                                        </p:attrNameLst>
                                      </p:cBhvr>
                                      <p:to>
                                        <p:strVal val="visible"/>
                                      </p:to>
                                    </p:set>
                                    <p:animEffect transition="in" filter="fade">
                                      <p:cBhvr>
                                        <p:cTn id="240" dur="500"/>
                                        <p:tgtEl>
                                          <p:spTgt spid="264"/>
                                        </p:tgtEl>
                                      </p:cBhvr>
                                    </p:animEffect>
                                  </p:childTnLst>
                                </p:cTn>
                              </p:par>
                            </p:childTnLst>
                          </p:cTn>
                        </p:par>
                      </p:childTnLst>
                    </p:cTn>
                  </p:par>
                  <p:par>
                    <p:cTn id="241" fill="hold">
                      <p:stCondLst>
                        <p:cond delay="indefinite"/>
                      </p:stCondLst>
                      <p:childTnLst>
                        <p:par>
                          <p:cTn id="242" fill="hold">
                            <p:stCondLst>
                              <p:cond delay="0"/>
                            </p:stCondLst>
                            <p:childTnLst>
                              <p:par>
                                <p:cTn id="243" presetID="10" presetClass="entr" presetSubtype="0" fill="hold" grpId="0" nodeType="clickEffect">
                                  <p:stCondLst>
                                    <p:cond delay="0"/>
                                  </p:stCondLst>
                                  <p:childTnLst>
                                    <p:set>
                                      <p:cBhvr>
                                        <p:cTn id="244" dur="1" fill="hold">
                                          <p:stCondLst>
                                            <p:cond delay="0"/>
                                          </p:stCondLst>
                                        </p:cTn>
                                        <p:tgtEl>
                                          <p:spTgt spid="259"/>
                                        </p:tgtEl>
                                        <p:attrNameLst>
                                          <p:attrName>style.visibility</p:attrName>
                                        </p:attrNameLst>
                                      </p:cBhvr>
                                      <p:to>
                                        <p:strVal val="visible"/>
                                      </p:to>
                                    </p:set>
                                    <p:animEffect transition="in" filter="fade">
                                      <p:cBhvr>
                                        <p:cTn id="245" dur="500"/>
                                        <p:tgtEl>
                                          <p:spTgt spid="259"/>
                                        </p:tgtEl>
                                      </p:cBhvr>
                                    </p:animEffect>
                                  </p:childTnLst>
                                </p:cTn>
                              </p:par>
                            </p:childTnLst>
                          </p:cTn>
                        </p:par>
                        <p:par>
                          <p:cTn id="246" fill="hold">
                            <p:stCondLst>
                              <p:cond delay="500"/>
                            </p:stCondLst>
                            <p:childTnLst>
                              <p:par>
                                <p:cTn id="247" presetID="53" presetClass="entr" presetSubtype="16" fill="hold" nodeType="afterEffect">
                                  <p:stCondLst>
                                    <p:cond delay="0"/>
                                  </p:stCondLst>
                                  <p:childTnLst>
                                    <p:set>
                                      <p:cBhvr>
                                        <p:cTn id="248" dur="1" fill="hold">
                                          <p:stCondLst>
                                            <p:cond delay="0"/>
                                          </p:stCondLst>
                                        </p:cTn>
                                        <p:tgtEl>
                                          <p:spTgt spid="285"/>
                                        </p:tgtEl>
                                        <p:attrNameLst>
                                          <p:attrName>style.visibility</p:attrName>
                                        </p:attrNameLst>
                                      </p:cBhvr>
                                      <p:to>
                                        <p:strVal val="visible"/>
                                      </p:to>
                                    </p:set>
                                    <p:anim calcmode="lin" valueType="num">
                                      <p:cBhvr>
                                        <p:cTn id="249" dur="500" fill="hold"/>
                                        <p:tgtEl>
                                          <p:spTgt spid="285"/>
                                        </p:tgtEl>
                                        <p:attrNameLst>
                                          <p:attrName>ppt_w</p:attrName>
                                        </p:attrNameLst>
                                      </p:cBhvr>
                                      <p:tavLst>
                                        <p:tav tm="0">
                                          <p:val>
                                            <p:fltVal val="0"/>
                                          </p:val>
                                        </p:tav>
                                        <p:tav tm="100000">
                                          <p:val>
                                            <p:strVal val="#ppt_w"/>
                                          </p:val>
                                        </p:tav>
                                      </p:tavLst>
                                    </p:anim>
                                    <p:anim calcmode="lin" valueType="num">
                                      <p:cBhvr>
                                        <p:cTn id="250" dur="500" fill="hold"/>
                                        <p:tgtEl>
                                          <p:spTgt spid="285"/>
                                        </p:tgtEl>
                                        <p:attrNameLst>
                                          <p:attrName>ppt_h</p:attrName>
                                        </p:attrNameLst>
                                      </p:cBhvr>
                                      <p:tavLst>
                                        <p:tav tm="0">
                                          <p:val>
                                            <p:fltVal val="0"/>
                                          </p:val>
                                        </p:tav>
                                        <p:tav tm="100000">
                                          <p:val>
                                            <p:strVal val="#ppt_h"/>
                                          </p:val>
                                        </p:tav>
                                      </p:tavLst>
                                    </p:anim>
                                    <p:animEffect transition="in" filter="fade">
                                      <p:cBhvr>
                                        <p:cTn id="251" dur="5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9" grpId="0">
        <p:bldSub>
          <a:bldDgm bld="one"/>
        </p:bldSub>
      </p:bldGraphic>
      <p:bldP spid="259" grpId="0" animBg="1"/>
      <p:bldP spid="293" grpId="0" animBg="1"/>
      <p:bldP spid="292" grpId="0" animBg="1"/>
      <p:bldP spid="4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AF41E-6973-7DC1-840C-C9F16E51F180}"/>
              </a:ext>
            </a:extLst>
          </p:cNvPr>
          <p:cNvSpPr>
            <a:spLocks noGrp="1"/>
          </p:cNvSpPr>
          <p:nvPr>
            <p:ph idx="1"/>
          </p:nvPr>
        </p:nvSpPr>
        <p:spPr>
          <a:xfrm>
            <a:off x="589085" y="2057400"/>
            <a:ext cx="11436339" cy="4998447"/>
          </a:xfrm>
        </p:spPr>
        <p:txBody>
          <a:bodyPr>
            <a:normAutofit/>
          </a:bodyPr>
          <a:lstStyle/>
          <a:p>
            <a:pPr>
              <a:spcAft>
                <a:spcPts val="1000"/>
              </a:spcAft>
            </a:pPr>
            <a:r>
              <a:rPr lang="fr-CA" sz="2200" noProof="0"/>
              <a:t>La </a:t>
            </a:r>
            <a:r>
              <a:rPr lang="fr-CA" sz="2200" b="1" noProof="0">
                <a:solidFill>
                  <a:srgbClr val="0063C1"/>
                </a:solidFill>
              </a:rPr>
              <a:t>totalité</a:t>
            </a:r>
            <a:r>
              <a:rPr lang="fr-CA" sz="2200" noProof="0"/>
              <a:t> des données est extraite et migrée, dans les moindres détails.</a:t>
            </a:r>
            <a:br>
              <a:rPr lang="fr-CA" sz="2200" noProof="0"/>
            </a:br>
            <a:r>
              <a:rPr lang="fr-CA" sz="2200" noProof="0"/>
              <a:t>Si la donnée est visible dans PL, elle est migrée.</a:t>
            </a:r>
          </a:p>
          <a:p>
            <a:pPr>
              <a:spcAft>
                <a:spcPts val="1000"/>
              </a:spcAft>
            </a:pPr>
            <a:r>
              <a:rPr lang="fr-CA" sz="2200" noProof="0"/>
              <a:t>Les liens avec les </a:t>
            </a:r>
            <a:r>
              <a:rPr lang="fr-CA" sz="2200" b="1" noProof="0">
                <a:solidFill>
                  <a:srgbClr val="0063C1"/>
                </a:solidFill>
              </a:rPr>
              <a:t>pièces jointes </a:t>
            </a:r>
            <a:r>
              <a:rPr lang="fr-CA" sz="2200" noProof="0"/>
              <a:t>sont également migrés, permettant d'accéder à toutes les photos, documents numérisés, plans, etc. </a:t>
            </a:r>
          </a:p>
          <a:p>
            <a:pPr>
              <a:spcAft>
                <a:spcPts val="1000"/>
              </a:spcAft>
            </a:pPr>
            <a:r>
              <a:rPr lang="fr-CA" sz="2200" noProof="0"/>
              <a:t>Plusieurs </a:t>
            </a:r>
            <a:r>
              <a:rPr lang="fr-CA" sz="2200" b="1" noProof="0">
                <a:solidFill>
                  <a:srgbClr val="0063C1"/>
                </a:solidFill>
              </a:rPr>
              <a:t>informations d'archive </a:t>
            </a:r>
            <a:r>
              <a:rPr lang="fr-CA" sz="2200" noProof="0"/>
              <a:t>ne sont pas visibles dans l'application PL (éléments inactifs, dossiers adresse archivés, etc.), mais son </a:t>
            </a:r>
            <a:r>
              <a:rPr lang="fr-CA" sz="2200" u="sng" noProof="0"/>
              <a:t>toutes exportées</a:t>
            </a:r>
            <a:r>
              <a:rPr lang="fr-CA" sz="2200" noProof="0"/>
              <a:t> par Migration4o.</a:t>
            </a:r>
          </a:p>
          <a:p>
            <a:pPr>
              <a:spcAft>
                <a:spcPts val="1000"/>
              </a:spcAft>
            </a:pPr>
            <a:r>
              <a:rPr lang="fr-CA" sz="2200" noProof="0"/>
              <a:t>Les </a:t>
            </a:r>
            <a:r>
              <a:rPr lang="fr-CA" sz="2200" b="1" noProof="0">
                <a:solidFill>
                  <a:srgbClr val="0063C1"/>
                </a:solidFill>
              </a:rPr>
              <a:t>dossiers adresse </a:t>
            </a:r>
            <a:r>
              <a:rPr lang="fr-CA" sz="2200" noProof="0"/>
              <a:t>sont exportés tel qu'ils sont dans votre PL. Si votre PL est à jour par rapport au rôle d'évaluation, vos données exportées seront à jour.</a:t>
            </a:r>
          </a:p>
          <a:p>
            <a:pPr>
              <a:spcAft>
                <a:spcPts val="1000"/>
              </a:spcAft>
            </a:pPr>
            <a:r>
              <a:rPr lang="fr-CA" sz="2200" noProof="0"/>
              <a:t>Tous les petits détails sont exportés, tel que le temps payé pour chaque employé pour chaque activité, les champs persos, les plans d'intervention, les anomalies, etc.</a:t>
            </a:r>
          </a:p>
        </p:txBody>
      </p:sp>
      <p:sp>
        <p:nvSpPr>
          <p:cNvPr id="12" name="Rectangle 11">
            <a:extLst>
              <a:ext uri="{FF2B5EF4-FFF2-40B4-BE49-F238E27FC236}">
                <a16:creationId xmlns:a16="http://schemas.microsoft.com/office/drawing/2014/main" id="{E1364041-2612-F4A5-1E55-88B6292555B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13" name="Straight Connector 12">
            <a:extLst>
              <a:ext uri="{FF2B5EF4-FFF2-40B4-BE49-F238E27FC236}">
                <a16:creationId xmlns:a16="http://schemas.microsoft.com/office/drawing/2014/main" id="{7E27D828-CBF4-0707-F266-E750B8821397}"/>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0E5511F5-2585-7775-FEAC-3E85A78A87E7}"/>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4C6C8A2E-CCDE-B4EC-F678-BFB9141D676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12602A93-EA1C-23ED-86EB-6B18CBCD5E4B}"/>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7" name="Oval 16">
            <a:extLst>
              <a:ext uri="{FF2B5EF4-FFF2-40B4-BE49-F238E27FC236}">
                <a16:creationId xmlns:a16="http://schemas.microsoft.com/office/drawing/2014/main" id="{D880CE08-33F3-9AFA-2125-C86DEC236ED8}"/>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8" name="Oval 17">
            <a:extLst>
              <a:ext uri="{FF2B5EF4-FFF2-40B4-BE49-F238E27FC236}">
                <a16:creationId xmlns:a16="http://schemas.microsoft.com/office/drawing/2014/main" id="{1A286EEC-D92B-5F95-92BF-ACB28D0AF008}"/>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9" name="Oval 18">
            <a:extLst>
              <a:ext uri="{FF2B5EF4-FFF2-40B4-BE49-F238E27FC236}">
                <a16:creationId xmlns:a16="http://schemas.microsoft.com/office/drawing/2014/main" id="{0DDB8E84-DA35-B8D4-E9ED-FE09CEAC4500}"/>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0" name="Oval 19">
            <a:extLst>
              <a:ext uri="{FF2B5EF4-FFF2-40B4-BE49-F238E27FC236}">
                <a16:creationId xmlns:a16="http://schemas.microsoft.com/office/drawing/2014/main" id="{C51F0030-C22F-E0E2-4126-BAA9A4516992}"/>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1" name="Oval 20">
            <a:extLst>
              <a:ext uri="{FF2B5EF4-FFF2-40B4-BE49-F238E27FC236}">
                <a16:creationId xmlns:a16="http://schemas.microsoft.com/office/drawing/2014/main" id="{2DA1D43E-FEDC-6C3F-149C-A1B0D81D6195}"/>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2" name="TextBox 21">
            <a:extLst>
              <a:ext uri="{FF2B5EF4-FFF2-40B4-BE49-F238E27FC236}">
                <a16:creationId xmlns:a16="http://schemas.microsoft.com/office/drawing/2014/main" id="{F6E69F5C-0123-BAC2-F386-D30CA1BB459B}"/>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23" name="TextBox 22">
            <a:extLst>
              <a:ext uri="{FF2B5EF4-FFF2-40B4-BE49-F238E27FC236}">
                <a16:creationId xmlns:a16="http://schemas.microsoft.com/office/drawing/2014/main" id="{943B1660-8C0E-C4F8-136F-1DECC5C4E310}"/>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solidFill>
                <a:latin typeface="+mj-lt"/>
              </a:rPr>
              <a:t>Solution</a:t>
            </a:r>
          </a:p>
        </p:txBody>
      </p:sp>
      <p:sp>
        <p:nvSpPr>
          <p:cNvPr id="24" name="TextBox 23">
            <a:extLst>
              <a:ext uri="{FF2B5EF4-FFF2-40B4-BE49-F238E27FC236}">
                <a16:creationId xmlns:a16="http://schemas.microsoft.com/office/drawing/2014/main" id="{92F9D916-344E-FCB2-43A7-410DA073B61F}"/>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25" name="TextBox 24">
            <a:extLst>
              <a:ext uri="{FF2B5EF4-FFF2-40B4-BE49-F238E27FC236}">
                <a16:creationId xmlns:a16="http://schemas.microsoft.com/office/drawing/2014/main" id="{B05D6AD0-DAB0-9863-A8B6-F39944B1315F}"/>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26" name="TextBox 25">
            <a:extLst>
              <a:ext uri="{FF2B5EF4-FFF2-40B4-BE49-F238E27FC236}">
                <a16:creationId xmlns:a16="http://schemas.microsoft.com/office/drawing/2014/main" id="{AC04207E-F879-86C1-7D87-4C731C5884E9}"/>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Processus</a:t>
            </a:r>
          </a:p>
        </p:txBody>
      </p:sp>
      <p:sp>
        <p:nvSpPr>
          <p:cNvPr id="27" name="Oval 26">
            <a:extLst>
              <a:ext uri="{FF2B5EF4-FFF2-40B4-BE49-F238E27FC236}">
                <a16:creationId xmlns:a16="http://schemas.microsoft.com/office/drawing/2014/main" id="{6187053C-63B7-85CF-7781-0F91C7B8760C}"/>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8" name="Oval 27">
            <a:extLst>
              <a:ext uri="{FF2B5EF4-FFF2-40B4-BE49-F238E27FC236}">
                <a16:creationId xmlns:a16="http://schemas.microsoft.com/office/drawing/2014/main" id="{47B0ACFD-C183-D711-AE8E-BDF6262E0C6A}"/>
              </a:ext>
            </a:extLst>
          </p:cNvPr>
          <p:cNvSpPr/>
          <p:nvPr/>
        </p:nvSpPr>
        <p:spPr>
          <a:xfrm>
            <a:off x="5737738"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9" name="Title 1">
            <a:extLst>
              <a:ext uri="{FF2B5EF4-FFF2-40B4-BE49-F238E27FC236}">
                <a16:creationId xmlns:a16="http://schemas.microsoft.com/office/drawing/2014/main" id="{90389F7D-C0E7-FBA8-54B0-DF7E48F2EC94}"/>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a:t>Granularité des données:</a:t>
            </a:r>
          </a:p>
        </p:txBody>
      </p:sp>
    </p:spTree>
    <p:extLst>
      <p:ext uri="{BB962C8B-B14F-4D97-AF65-F5344CB8AC3E}">
        <p14:creationId xmlns:p14="http://schemas.microsoft.com/office/powerpoint/2010/main" val="65908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AF41E-6973-7DC1-840C-C9F16E51F180}"/>
              </a:ext>
            </a:extLst>
          </p:cNvPr>
          <p:cNvSpPr>
            <a:spLocks noGrp="1"/>
          </p:cNvSpPr>
          <p:nvPr>
            <p:ph idx="1"/>
          </p:nvPr>
        </p:nvSpPr>
        <p:spPr>
          <a:xfrm>
            <a:off x="589085" y="2057400"/>
            <a:ext cx="10725621" cy="4998447"/>
          </a:xfrm>
        </p:spPr>
        <p:txBody>
          <a:bodyPr>
            <a:noAutofit/>
          </a:bodyPr>
          <a:lstStyle/>
          <a:p>
            <a:pPr>
              <a:spcAft>
                <a:spcPts val="1000"/>
              </a:spcAft>
            </a:pPr>
            <a:r>
              <a:rPr lang="fr-CA" sz="2200" noProof="0"/>
              <a:t>Il n'est </a:t>
            </a:r>
            <a:r>
              <a:rPr lang="fr-CA" sz="2200" u="sng" noProof="0"/>
              <a:t>pas possible </a:t>
            </a:r>
            <a:r>
              <a:rPr lang="fr-CA" sz="2200" noProof="0"/>
              <a:t>d'extraire seulement </a:t>
            </a:r>
            <a:r>
              <a:rPr lang="fr-CA" sz="2200" b="1" noProof="0"/>
              <a:t>une partie </a:t>
            </a:r>
            <a:r>
              <a:rPr lang="fr-CA" sz="2200" noProof="0"/>
              <a:t>de la base de données, étant donné l'interconnexion que PL fait entre une multitude d'objets. Ainsi, le système de migration traite la base de données dans son intégralité, pour éviter les objets orphelins et interdépendances brisées. Le coût de traitement est donc toujours pour la base de données complète, sans possibilité de choisir « à la carte ». </a:t>
            </a:r>
          </a:p>
          <a:p>
            <a:pPr>
              <a:spcAft>
                <a:spcPts val="1000"/>
              </a:spcAft>
            </a:pPr>
            <a:r>
              <a:rPr lang="fr-CA" sz="2200" b="1" noProof="0">
                <a:solidFill>
                  <a:srgbClr val="0063C1"/>
                </a:solidFill>
              </a:rPr>
              <a:t>Cependant</a:t>
            </a:r>
            <a:r>
              <a:rPr lang="fr-CA" sz="2200" noProof="0"/>
              <a:t>, pour répondre à des préoccupations de confidentialité des données sensibles, </a:t>
            </a:r>
            <a:r>
              <a:rPr lang="fr-CA" sz="2200" u="sng" noProof="0"/>
              <a:t>il est possible </a:t>
            </a:r>
            <a:r>
              <a:rPr lang="fr-CA" sz="2200" noProof="0"/>
              <a:t>d'exclure certaines informations précises lors de la migration. Ces options seront à préciser au moment du traitement de la base de données. Parmi ces exclusions possibles, on retrouve: </a:t>
            </a:r>
          </a:p>
          <a:p>
            <a:pPr lvl="1">
              <a:lnSpc>
                <a:spcPct val="60000"/>
              </a:lnSpc>
              <a:spcAft>
                <a:spcPts val="1000"/>
              </a:spcAft>
              <a:buSzPct val="80000"/>
              <a:buFont typeface="System Font Regular"/>
              <a:buChar char="⛔️"/>
            </a:pPr>
            <a:r>
              <a:rPr lang="fr-CA" sz="1800" noProof="0" err="1">
                <a:latin typeface="Courier New" panose="02070309020205020404" pitchFamily="49" charset="0"/>
                <a:cs typeface="Courier New" panose="02070309020205020404" pitchFamily="49" charset="0"/>
              </a:rPr>
              <a:t>Employé.NAS</a:t>
            </a:r>
            <a:endParaRPr lang="fr-CA" sz="1800" noProof="0">
              <a:latin typeface="Courier New" panose="02070309020205020404" pitchFamily="49" charset="0"/>
              <a:cs typeface="Courier New" panose="02070309020205020404" pitchFamily="49" charset="0"/>
            </a:endParaRPr>
          </a:p>
          <a:p>
            <a:pPr lvl="1">
              <a:lnSpc>
                <a:spcPct val="60000"/>
              </a:lnSpc>
              <a:spcAft>
                <a:spcPts val="1000"/>
              </a:spcAft>
              <a:buSzPct val="80000"/>
              <a:buFont typeface="System Font Regular"/>
              <a:buChar char="⛔️"/>
            </a:pPr>
            <a:r>
              <a:rPr lang="fr-CA" sz="1800" noProof="0">
                <a:latin typeface="Courier New" panose="02070309020205020404" pitchFamily="49" charset="0"/>
                <a:cs typeface="Courier New" panose="02070309020205020404" pitchFamily="49" charset="0"/>
              </a:rPr>
              <a:t>Employé.</a:t>
            </a:r>
            <a:r>
              <a:rPr lang="fr-CA" sz="1800" err="1">
                <a:latin typeface="Courier New" panose="02070309020205020404" pitchFamily="49" charset="0"/>
                <a:cs typeface="Courier New" panose="02070309020205020404" pitchFamily="49" charset="0"/>
              </a:rPr>
              <a:t>NumeroAssuranceMaladie</a:t>
            </a:r>
            <a:endParaRPr lang="fr-CA" sz="1800">
              <a:latin typeface="Courier New" panose="02070309020205020404" pitchFamily="49" charset="0"/>
              <a:cs typeface="Courier New" panose="02070309020205020404" pitchFamily="49" charset="0"/>
            </a:endParaRPr>
          </a:p>
          <a:p>
            <a:pPr lvl="1">
              <a:lnSpc>
                <a:spcPct val="60000"/>
              </a:lnSpc>
              <a:spcAft>
                <a:spcPts val="1000"/>
              </a:spcAft>
              <a:buSzPct val="80000"/>
              <a:buFont typeface="System Font Regular"/>
              <a:buChar char="⛔️"/>
            </a:pPr>
            <a:r>
              <a:rPr lang="fr-CA" sz="1800" err="1">
                <a:latin typeface="Courier New" panose="02070309020205020404" pitchFamily="49" charset="0"/>
                <a:cs typeface="Courier New" panose="02070309020205020404" pitchFamily="49" charset="0"/>
              </a:rPr>
              <a:t>Employé.NumeroPermisConduire</a:t>
            </a:r>
            <a:endParaRPr lang="fr-CA" sz="1800">
              <a:latin typeface="Courier New" panose="02070309020205020404" pitchFamily="49" charset="0"/>
              <a:cs typeface="Courier New" panose="02070309020205020404" pitchFamily="49" charset="0"/>
            </a:endParaRPr>
          </a:p>
          <a:p>
            <a:pPr lvl="1">
              <a:lnSpc>
                <a:spcPct val="60000"/>
              </a:lnSpc>
              <a:spcAft>
                <a:spcPts val="1000"/>
              </a:spcAft>
              <a:buSzPct val="80000"/>
              <a:buFont typeface="System Font Regular"/>
              <a:buChar char="⛔️"/>
            </a:pPr>
            <a:r>
              <a:rPr lang="fr-CA" sz="1800" err="1">
                <a:latin typeface="Courier New" panose="02070309020205020404" pitchFamily="49" charset="0"/>
                <a:cs typeface="Courier New" panose="02070309020205020404" pitchFamily="49" charset="0"/>
              </a:rPr>
              <a:t>Employé.DateDeNaissance</a:t>
            </a:r>
            <a:endParaRPr lang="fr-CA" sz="1800" noProof="0">
              <a:latin typeface="Courier New" panose="02070309020205020404" pitchFamily="49" charset="0"/>
              <a:cs typeface="Courier New" panose="02070309020205020404" pitchFamily="49" charset="0"/>
            </a:endParaRPr>
          </a:p>
          <a:p>
            <a:pPr>
              <a:spcAft>
                <a:spcPts val="1000"/>
              </a:spcAft>
            </a:pPr>
            <a:endParaRPr lang="fr-CA" sz="2200" noProof="0"/>
          </a:p>
        </p:txBody>
      </p:sp>
      <p:sp>
        <p:nvSpPr>
          <p:cNvPr id="12" name="Rectangle 11">
            <a:extLst>
              <a:ext uri="{FF2B5EF4-FFF2-40B4-BE49-F238E27FC236}">
                <a16:creationId xmlns:a16="http://schemas.microsoft.com/office/drawing/2014/main" id="{E1364041-2612-F4A5-1E55-88B6292555B1}"/>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13" name="Straight Connector 12">
            <a:extLst>
              <a:ext uri="{FF2B5EF4-FFF2-40B4-BE49-F238E27FC236}">
                <a16:creationId xmlns:a16="http://schemas.microsoft.com/office/drawing/2014/main" id="{7E27D828-CBF4-0707-F266-E750B8821397}"/>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0E5511F5-2585-7775-FEAC-3E85A78A87E7}"/>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4C6C8A2E-CCDE-B4EC-F678-BFB9141D676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12602A93-EA1C-23ED-86EB-6B18CBCD5E4B}"/>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7" name="Oval 16">
            <a:extLst>
              <a:ext uri="{FF2B5EF4-FFF2-40B4-BE49-F238E27FC236}">
                <a16:creationId xmlns:a16="http://schemas.microsoft.com/office/drawing/2014/main" id="{D880CE08-33F3-9AFA-2125-C86DEC236ED8}"/>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8" name="Oval 17">
            <a:extLst>
              <a:ext uri="{FF2B5EF4-FFF2-40B4-BE49-F238E27FC236}">
                <a16:creationId xmlns:a16="http://schemas.microsoft.com/office/drawing/2014/main" id="{1A286EEC-D92B-5F95-92BF-ACB28D0AF008}"/>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9" name="Oval 18">
            <a:extLst>
              <a:ext uri="{FF2B5EF4-FFF2-40B4-BE49-F238E27FC236}">
                <a16:creationId xmlns:a16="http://schemas.microsoft.com/office/drawing/2014/main" id="{0DDB8E84-DA35-B8D4-E9ED-FE09CEAC4500}"/>
              </a:ext>
            </a:extLst>
          </p:cNvPr>
          <p:cNvSpPr/>
          <p:nvPr/>
        </p:nvSpPr>
        <p:spPr>
          <a:xfrm>
            <a:off x="7460706"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0" name="Oval 19">
            <a:extLst>
              <a:ext uri="{FF2B5EF4-FFF2-40B4-BE49-F238E27FC236}">
                <a16:creationId xmlns:a16="http://schemas.microsoft.com/office/drawing/2014/main" id="{C51F0030-C22F-E0E2-4126-BAA9A4516992}"/>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1" name="Oval 20">
            <a:extLst>
              <a:ext uri="{FF2B5EF4-FFF2-40B4-BE49-F238E27FC236}">
                <a16:creationId xmlns:a16="http://schemas.microsoft.com/office/drawing/2014/main" id="{2DA1D43E-FEDC-6C3F-149C-A1B0D81D6195}"/>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5" name="TextBox 24">
            <a:extLst>
              <a:ext uri="{FF2B5EF4-FFF2-40B4-BE49-F238E27FC236}">
                <a16:creationId xmlns:a16="http://schemas.microsoft.com/office/drawing/2014/main" id="{B05D6AD0-DAB0-9863-A8B6-F39944B1315F}"/>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26" name="TextBox 25">
            <a:extLst>
              <a:ext uri="{FF2B5EF4-FFF2-40B4-BE49-F238E27FC236}">
                <a16:creationId xmlns:a16="http://schemas.microsoft.com/office/drawing/2014/main" id="{AC04207E-F879-86C1-7D87-4C731C5884E9}"/>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Processus</a:t>
            </a:r>
          </a:p>
        </p:txBody>
      </p:sp>
      <p:sp>
        <p:nvSpPr>
          <p:cNvPr id="27" name="Oval 26">
            <a:extLst>
              <a:ext uri="{FF2B5EF4-FFF2-40B4-BE49-F238E27FC236}">
                <a16:creationId xmlns:a16="http://schemas.microsoft.com/office/drawing/2014/main" id="{6187053C-63B7-85CF-7781-0F91C7B8760C}"/>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8" name="Oval 27">
            <a:extLst>
              <a:ext uri="{FF2B5EF4-FFF2-40B4-BE49-F238E27FC236}">
                <a16:creationId xmlns:a16="http://schemas.microsoft.com/office/drawing/2014/main" id="{47B0ACFD-C183-D711-AE8E-BDF6262E0C6A}"/>
              </a:ext>
            </a:extLst>
          </p:cNvPr>
          <p:cNvSpPr/>
          <p:nvPr/>
        </p:nvSpPr>
        <p:spPr>
          <a:xfrm>
            <a:off x="5737738"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9" name="Title 1">
            <a:extLst>
              <a:ext uri="{FF2B5EF4-FFF2-40B4-BE49-F238E27FC236}">
                <a16:creationId xmlns:a16="http://schemas.microsoft.com/office/drawing/2014/main" id="{90389F7D-C0E7-FBA8-54B0-DF7E48F2EC94}"/>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a:t>Exclusions possibles:</a:t>
            </a:r>
          </a:p>
        </p:txBody>
      </p:sp>
      <p:sp>
        <p:nvSpPr>
          <p:cNvPr id="2" name="TextBox 1">
            <a:extLst>
              <a:ext uri="{FF2B5EF4-FFF2-40B4-BE49-F238E27FC236}">
                <a16:creationId xmlns:a16="http://schemas.microsoft.com/office/drawing/2014/main" id="{6315789B-8299-B6E8-952A-49AD30524894}"/>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4" name="TextBox 3">
            <a:extLst>
              <a:ext uri="{FF2B5EF4-FFF2-40B4-BE49-F238E27FC236}">
                <a16:creationId xmlns:a16="http://schemas.microsoft.com/office/drawing/2014/main" id="{1BC2D6B0-BEFD-35E4-2B4D-01BE97EC74C4}"/>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solidFill>
                <a:latin typeface="+mj-lt"/>
              </a:rPr>
              <a:t>Solution</a:t>
            </a:r>
          </a:p>
        </p:txBody>
      </p:sp>
      <p:sp>
        <p:nvSpPr>
          <p:cNvPr id="5" name="TextBox 4">
            <a:extLst>
              <a:ext uri="{FF2B5EF4-FFF2-40B4-BE49-F238E27FC236}">
                <a16:creationId xmlns:a16="http://schemas.microsoft.com/office/drawing/2014/main" id="{8B9BE3D0-F3C3-E78E-8307-22DB2ED5441B}"/>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Tree>
    <p:extLst>
      <p:ext uri="{BB962C8B-B14F-4D97-AF65-F5344CB8AC3E}">
        <p14:creationId xmlns:p14="http://schemas.microsoft.com/office/powerpoint/2010/main" val="386729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sp>
        <p:nvSpPr>
          <p:cNvPr id="41" name="Snip Single Corner Rectangle 40">
            <a:extLst>
              <a:ext uri="{FF2B5EF4-FFF2-40B4-BE49-F238E27FC236}">
                <a16:creationId xmlns:a16="http://schemas.microsoft.com/office/drawing/2014/main" id="{692F8AFF-5C3A-E1E2-A566-FBA06C07BE64}"/>
              </a:ext>
            </a:extLst>
          </p:cNvPr>
          <p:cNvSpPr/>
          <p:nvPr/>
        </p:nvSpPr>
        <p:spPr>
          <a:xfrm>
            <a:off x="279400" y="1786467"/>
            <a:ext cx="7145867" cy="4842933"/>
          </a:xfrm>
          <a:prstGeom prst="snip1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nvGrpSpPr>
          <p:cNvPr id="62" name="Group 61">
            <a:extLst>
              <a:ext uri="{FF2B5EF4-FFF2-40B4-BE49-F238E27FC236}">
                <a16:creationId xmlns:a16="http://schemas.microsoft.com/office/drawing/2014/main" id="{ACF3E77B-F7DA-DB9E-F5A7-FFBD8D3DA303}"/>
              </a:ext>
            </a:extLst>
          </p:cNvPr>
          <p:cNvGrpSpPr/>
          <p:nvPr/>
        </p:nvGrpSpPr>
        <p:grpSpPr>
          <a:xfrm>
            <a:off x="279400" y="2226733"/>
            <a:ext cx="7145866" cy="4301066"/>
            <a:chOff x="1790702" y="2522832"/>
            <a:chExt cx="6718298" cy="4301066"/>
          </a:xfrm>
        </p:grpSpPr>
        <p:cxnSp>
          <p:nvCxnSpPr>
            <p:cNvPr id="43" name="Straight Connector 42">
              <a:extLst>
                <a:ext uri="{FF2B5EF4-FFF2-40B4-BE49-F238E27FC236}">
                  <a16:creationId xmlns:a16="http://schemas.microsoft.com/office/drawing/2014/main" id="{69F87719-70EC-D6D6-82AF-D8273974A28B}"/>
                </a:ext>
              </a:extLst>
            </p:cNvPr>
            <p:cNvCxnSpPr>
              <a:cxnSpLocks/>
            </p:cNvCxnSpPr>
            <p:nvPr/>
          </p:nvCxnSpPr>
          <p:spPr>
            <a:xfrm>
              <a:off x="1790702" y="2836099"/>
              <a:ext cx="662277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EC667DD7-92EF-8F13-2971-5C01E7B14E75}"/>
                </a:ext>
              </a:extLst>
            </p:cNvPr>
            <p:cNvCxnSpPr>
              <a:cxnSpLocks/>
            </p:cNvCxnSpPr>
            <p:nvPr/>
          </p:nvCxnSpPr>
          <p:spPr>
            <a:xfrm>
              <a:off x="1790702" y="3149365"/>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D09CBCA-095C-D276-AF4F-6186D25090AB}"/>
                </a:ext>
              </a:extLst>
            </p:cNvPr>
            <p:cNvCxnSpPr>
              <a:cxnSpLocks/>
            </p:cNvCxnSpPr>
            <p:nvPr/>
          </p:nvCxnSpPr>
          <p:spPr>
            <a:xfrm>
              <a:off x="1790702" y="3454166"/>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612B443-9814-65C7-058B-B42FA2EC462A}"/>
                </a:ext>
              </a:extLst>
            </p:cNvPr>
            <p:cNvCxnSpPr>
              <a:cxnSpLocks/>
            </p:cNvCxnSpPr>
            <p:nvPr/>
          </p:nvCxnSpPr>
          <p:spPr>
            <a:xfrm>
              <a:off x="1790702" y="3758965"/>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AB3E8D3-CD42-8723-B521-DDC9C29C7C17}"/>
                </a:ext>
              </a:extLst>
            </p:cNvPr>
            <p:cNvCxnSpPr>
              <a:cxnSpLocks/>
            </p:cNvCxnSpPr>
            <p:nvPr/>
          </p:nvCxnSpPr>
          <p:spPr>
            <a:xfrm>
              <a:off x="1790702" y="4063766"/>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0B3D72AF-AB7F-D602-6542-8691DFB19DD4}"/>
                </a:ext>
              </a:extLst>
            </p:cNvPr>
            <p:cNvCxnSpPr>
              <a:cxnSpLocks/>
            </p:cNvCxnSpPr>
            <p:nvPr/>
          </p:nvCxnSpPr>
          <p:spPr>
            <a:xfrm>
              <a:off x="1790702" y="4377032"/>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A2806F08-EA2F-189A-1EE2-27A04C6A3387}"/>
                </a:ext>
              </a:extLst>
            </p:cNvPr>
            <p:cNvCxnSpPr>
              <a:cxnSpLocks/>
            </p:cNvCxnSpPr>
            <p:nvPr/>
          </p:nvCxnSpPr>
          <p:spPr>
            <a:xfrm>
              <a:off x="1790702" y="4681833"/>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D31CC2CF-13CD-7637-D5F3-31E830779D61}"/>
                </a:ext>
              </a:extLst>
            </p:cNvPr>
            <p:cNvCxnSpPr>
              <a:cxnSpLocks/>
            </p:cNvCxnSpPr>
            <p:nvPr/>
          </p:nvCxnSpPr>
          <p:spPr>
            <a:xfrm>
              <a:off x="1790702" y="4986632"/>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77E37B8-C1BE-24B7-B629-D89C20B84301}"/>
                </a:ext>
              </a:extLst>
            </p:cNvPr>
            <p:cNvCxnSpPr>
              <a:cxnSpLocks/>
            </p:cNvCxnSpPr>
            <p:nvPr/>
          </p:nvCxnSpPr>
          <p:spPr>
            <a:xfrm>
              <a:off x="1790702" y="5291432"/>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B8D24239-AB18-F0FF-B1E7-2519C7D1A9C3}"/>
                </a:ext>
              </a:extLst>
            </p:cNvPr>
            <p:cNvCxnSpPr>
              <a:cxnSpLocks/>
            </p:cNvCxnSpPr>
            <p:nvPr/>
          </p:nvCxnSpPr>
          <p:spPr>
            <a:xfrm>
              <a:off x="1790702" y="5596233"/>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D13496A2-7705-F284-F8E1-56A7A1DCBEFA}"/>
                </a:ext>
              </a:extLst>
            </p:cNvPr>
            <p:cNvCxnSpPr>
              <a:cxnSpLocks/>
            </p:cNvCxnSpPr>
            <p:nvPr/>
          </p:nvCxnSpPr>
          <p:spPr>
            <a:xfrm>
              <a:off x="1790702" y="5909499"/>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575CBA0-DBAC-F88E-7DA6-1BDCD22074C9}"/>
                </a:ext>
              </a:extLst>
            </p:cNvPr>
            <p:cNvCxnSpPr>
              <a:cxnSpLocks/>
            </p:cNvCxnSpPr>
            <p:nvPr/>
          </p:nvCxnSpPr>
          <p:spPr>
            <a:xfrm>
              <a:off x="1790702" y="6214300"/>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24B31215-F35C-4DFE-5670-AFAEBFFB935A}"/>
                </a:ext>
              </a:extLst>
            </p:cNvPr>
            <p:cNvCxnSpPr>
              <a:cxnSpLocks/>
            </p:cNvCxnSpPr>
            <p:nvPr/>
          </p:nvCxnSpPr>
          <p:spPr>
            <a:xfrm>
              <a:off x="1790702" y="6519099"/>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82C7A633-40FF-5D86-D5A6-830296A1A3E4}"/>
                </a:ext>
              </a:extLst>
            </p:cNvPr>
            <p:cNvCxnSpPr>
              <a:cxnSpLocks/>
            </p:cNvCxnSpPr>
            <p:nvPr/>
          </p:nvCxnSpPr>
          <p:spPr>
            <a:xfrm>
              <a:off x="1790702" y="2522832"/>
              <a:ext cx="6360096"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E53B0452-E8FE-55F9-20DB-7B42D5AFF777}"/>
                </a:ext>
              </a:extLst>
            </p:cNvPr>
            <p:cNvCxnSpPr>
              <a:cxnSpLocks/>
            </p:cNvCxnSpPr>
            <p:nvPr/>
          </p:nvCxnSpPr>
          <p:spPr>
            <a:xfrm>
              <a:off x="1790702" y="6823898"/>
              <a:ext cx="6718298" cy="0"/>
            </a:xfrm>
            <a:prstGeom prst="line">
              <a:avLst/>
            </a:prstGeom>
            <a:ln w="12700">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grpSp>
      <p:sp>
        <p:nvSpPr>
          <p:cNvPr id="12" name="Rounded Rectangle 11">
            <a:extLst>
              <a:ext uri="{FF2B5EF4-FFF2-40B4-BE49-F238E27FC236}">
                <a16:creationId xmlns:a16="http://schemas.microsoft.com/office/drawing/2014/main" id="{C8BCB8D8-935B-5393-C54A-6DEA4CABFB13}"/>
              </a:ext>
            </a:extLst>
          </p:cNvPr>
          <p:cNvSpPr/>
          <p:nvPr/>
        </p:nvSpPr>
        <p:spPr>
          <a:xfrm>
            <a:off x="448732" y="1937128"/>
            <a:ext cx="2624667" cy="283572"/>
          </a:xfrm>
          <a:prstGeom prst="roundRect">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t>
            </a:r>
            <a:r>
              <a:rPr lang="fr-CA" b="1" noProof="0" err="1">
                <a:latin typeface="Courier New" panose="02070309020205020404" pitchFamily="49" charset="0"/>
                <a:cs typeface="Courier New" panose="02070309020205020404" pitchFamily="49" charset="0"/>
              </a:rPr>
              <a:t>DossierAdresse</a:t>
            </a:r>
            <a:r>
              <a:rPr lang="fr-CA" b="1" noProof="0">
                <a:latin typeface="Courier New" panose="02070309020205020404" pitchFamily="49" charset="0"/>
                <a:cs typeface="Courier New" panose="02070309020205020404" pitchFamily="49" charset="0"/>
              </a:rPr>
              <a:t>&gt;</a:t>
            </a:r>
          </a:p>
        </p:txBody>
      </p:sp>
      <p:sp>
        <p:nvSpPr>
          <p:cNvPr id="13" name="Rounded Rectangle 12">
            <a:extLst>
              <a:ext uri="{FF2B5EF4-FFF2-40B4-BE49-F238E27FC236}">
                <a16:creationId xmlns:a16="http://schemas.microsoft.com/office/drawing/2014/main" id="{1A3F39CB-4E49-AF56-02C4-A8FBD7872B08}"/>
              </a:ext>
            </a:extLst>
          </p:cNvPr>
          <p:cNvSpPr/>
          <p:nvPr/>
        </p:nvSpPr>
        <p:spPr>
          <a:xfrm>
            <a:off x="829733" y="2257851"/>
            <a:ext cx="809841"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&lt;id&gt;</a:t>
            </a:r>
          </a:p>
        </p:txBody>
      </p:sp>
      <p:sp>
        <p:nvSpPr>
          <p:cNvPr id="14" name="Rounded Rectangle 13">
            <a:extLst>
              <a:ext uri="{FF2B5EF4-FFF2-40B4-BE49-F238E27FC236}">
                <a16:creationId xmlns:a16="http://schemas.microsoft.com/office/drawing/2014/main" id="{99E6B689-1412-AF6B-D84F-84870277AA89}"/>
              </a:ext>
            </a:extLst>
          </p:cNvPr>
          <p:cNvSpPr/>
          <p:nvPr/>
        </p:nvSpPr>
        <p:spPr>
          <a:xfrm>
            <a:off x="1659463" y="2257851"/>
            <a:ext cx="1261533"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t>1187978</a:t>
            </a:r>
          </a:p>
        </p:txBody>
      </p:sp>
      <p:sp>
        <p:nvSpPr>
          <p:cNvPr id="15" name="Left Bracket 14">
            <a:extLst>
              <a:ext uri="{FF2B5EF4-FFF2-40B4-BE49-F238E27FC236}">
                <a16:creationId xmlns:a16="http://schemas.microsoft.com/office/drawing/2014/main" id="{1D1D7DF0-986A-C7EF-45E6-BCB89F70F73A}"/>
              </a:ext>
            </a:extLst>
          </p:cNvPr>
          <p:cNvSpPr/>
          <p:nvPr/>
        </p:nvSpPr>
        <p:spPr>
          <a:xfrm>
            <a:off x="448732" y="2249750"/>
            <a:ext cx="228601" cy="3668450"/>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noProof="0"/>
          </a:p>
        </p:txBody>
      </p:sp>
      <p:sp>
        <p:nvSpPr>
          <p:cNvPr id="16" name="Rounded Rectangle 15">
            <a:extLst>
              <a:ext uri="{FF2B5EF4-FFF2-40B4-BE49-F238E27FC236}">
                <a16:creationId xmlns:a16="http://schemas.microsoft.com/office/drawing/2014/main" id="{09A4C2BD-0FAB-EA13-2797-E6E6FD2E72ED}"/>
              </a:ext>
            </a:extLst>
          </p:cNvPr>
          <p:cNvSpPr/>
          <p:nvPr/>
        </p:nvSpPr>
        <p:spPr>
          <a:xfrm>
            <a:off x="2946400" y="2257851"/>
            <a:ext cx="939800"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&lt;/id&gt;</a:t>
            </a:r>
          </a:p>
        </p:txBody>
      </p:sp>
      <p:sp>
        <p:nvSpPr>
          <p:cNvPr id="17" name="Rounded Rectangle 16">
            <a:extLst>
              <a:ext uri="{FF2B5EF4-FFF2-40B4-BE49-F238E27FC236}">
                <a16:creationId xmlns:a16="http://schemas.microsoft.com/office/drawing/2014/main" id="{44B672D9-52EC-CF51-F0BC-7931FF21320D}"/>
              </a:ext>
            </a:extLst>
          </p:cNvPr>
          <p:cNvSpPr/>
          <p:nvPr/>
        </p:nvSpPr>
        <p:spPr>
          <a:xfrm>
            <a:off x="825503" y="2571118"/>
            <a:ext cx="1786467"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&lt;matricule&gt;</a:t>
            </a:r>
          </a:p>
        </p:txBody>
      </p:sp>
      <p:sp>
        <p:nvSpPr>
          <p:cNvPr id="18" name="Rounded Rectangle 17">
            <a:extLst>
              <a:ext uri="{FF2B5EF4-FFF2-40B4-BE49-F238E27FC236}">
                <a16:creationId xmlns:a16="http://schemas.microsoft.com/office/drawing/2014/main" id="{99D41F86-D4DD-B20E-B4A0-599E21B1266C}"/>
              </a:ext>
            </a:extLst>
          </p:cNvPr>
          <p:cNvSpPr/>
          <p:nvPr/>
        </p:nvSpPr>
        <p:spPr>
          <a:xfrm>
            <a:off x="2628904" y="2571118"/>
            <a:ext cx="1896537"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t>5511223344556</a:t>
            </a:r>
          </a:p>
        </p:txBody>
      </p:sp>
      <p:sp>
        <p:nvSpPr>
          <p:cNvPr id="20" name="Rounded Rectangle 19">
            <a:extLst>
              <a:ext uri="{FF2B5EF4-FFF2-40B4-BE49-F238E27FC236}">
                <a16:creationId xmlns:a16="http://schemas.microsoft.com/office/drawing/2014/main" id="{87860458-E715-19A0-0506-87C01B8D4A91}"/>
              </a:ext>
            </a:extLst>
          </p:cNvPr>
          <p:cNvSpPr/>
          <p:nvPr/>
        </p:nvSpPr>
        <p:spPr>
          <a:xfrm>
            <a:off x="4542370" y="2571118"/>
            <a:ext cx="1972733"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&lt;/matricule&gt;</a:t>
            </a:r>
          </a:p>
        </p:txBody>
      </p:sp>
      <p:sp>
        <p:nvSpPr>
          <p:cNvPr id="21" name="Rounded Rectangle 20">
            <a:extLst>
              <a:ext uri="{FF2B5EF4-FFF2-40B4-BE49-F238E27FC236}">
                <a16:creationId xmlns:a16="http://schemas.microsoft.com/office/drawing/2014/main" id="{49805065-5151-292A-E4AF-B4E068ACEF40}"/>
              </a:ext>
            </a:extLst>
          </p:cNvPr>
          <p:cNvSpPr/>
          <p:nvPr/>
        </p:nvSpPr>
        <p:spPr>
          <a:xfrm>
            <a:off x="829733" y="2878239"/>
            <a:ext cx="2091263"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&lt;subdivision&gt;</a:t>
            </a:r>
          </a:p>
        </p:txBody>
      </p:sp>
      <p:sp>
        <p:nvSpPr>
          <p:cNvPr id="22" name="Rounded Rectangle 21">
            <a:extLst>
              <a:ext uri="{FF2B5EF4-FFF2-40B4-BE49-F238E27FC236}">
                <a16:creationId xmlns:a16="http://schemas.microsoft.com/office/drawing/2014/main" id="{73941625-8A22-1080-6486-A08D54DF6AD9}"/>
              </a:ext>
            </a:extLst>
          </p:cNvPr>
          <p:cNvSpPr/>
          <p:nvPr/>
        </p:nvSpPr>
        <p:spPr>
          <a:xfrm>
            <a:off x="2937930" y="2878239"/>
            <a:ext cx="965204"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t>App.1</a:t>
            </a:r>
          </a:p>
        </p:txBody>
      </p:sp>
      <p:sp>
        <p:nvSpPr>
          <p:cNvPr id="23" name="Rounded Rectangle 22">
            <a:extLst>
              <a:ext uri="{FF2B5EF4-FFF2-40B4-BE49-F238E27FC236}">
                <a16:creationId xmlns:a16="http://schemas.microsoft.com/office/drawing/2014/main" id="{F22B2B95-B901-80BB-6F58-40949BBCF372}"/>
              </a:ext>
            </a:extLst>
          </p:cNvPr>
          <p:cNvSpPr/>
          <p:nvPr/>
        </p:nvSpPr>
        <p:spPr>
          <a:xfrm>
            <a:off x="3920068" y="2878239"/>
            <a:ext cx="2209800"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&lt;/subdivision&gt;</a:t>
            </a:r>
          </a:p>
        </p:txBody>
      </p:sp>
      <p:sp>
        <p:nvSpPr>
          <p:cNvPr id="26" name="Rounded Rectangle 25">
            <a:extLst>
              <a:ext uri="{FF2B5EF4-FFF2-40B4-BE49-F238E27FC236}">
                <a16:creationId xmlns:a16="http://schemas.microsoft.com/office/drawing/2014/main" id="{6005CFE7-C82A-FE85-3952-246455056CAF}"/>
              </a:ext>
            </a:extLst>
          </p:cNvPr>
          <p:cNvSpPr/>
          <p:nvPr/>
        </p:nvSpPr>
        <p:spPr>
          <a:xfrm>
            <a:off x="829733" y="3178662"/>
            <a:ext cx="1786467"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&lt;adresse&gt;</a:t>
            </a:r>
          </a:p>
        </p:txBody>
      </p:sp>
      <p:sp>
        <p:nvSpPr>
          <p:cNvPr id="27" name="Rounded Rectangle 26">
            <a:extLst>
              <a:ext uri="{FF2B5EF4-FFF2-40B4-BE49-F238E27FC236}">
                <a16:creationId xmlns:a16="http://schemas.microsoft.com/office/drawing/2014/main" id="{063A8E28-2800-C091-D0F8-5CDF6E6B6B79}"/>
              </a:ext>
            </a:extLst>
          </p:cNvPr>
          <p:cNvSpPr/>
          <p:nvPr/>
        </p:nvSpPr>
        <p:spPr>
          <a:xfrm>
            <a:off x="800098" y="5016562"/>
            <a:ext cx="1786467"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&lt;/adresse&gt;</a:t>
            </a:r>
          </a:p>
        </p:txBody>
      </p:sp>
      <p:sp>
        <p:nvSpPr>
          <p:cNvPr id="28" name="Rounded Rectangle 27">
            <a:extLst>
              <a:ext uri="{FF2B5EF4-FFF2-40B4-BE49-F238E27FC236}">
                <a16:creationId xmlns:a16="http://schemas.microsoft.com/office/drawing/2014/main" id="{7D4EC1AB-2DA2-12DA-A62A-5E7CBB26A35C}"/>
              </a:ext>
            </a:extLst>
          </p:cNvPr>
          <p:cNvSpPr/>
          <p:nvPr/>
        </p:nvSpPr>
        <p:spPr>
          <a:xfrm>
            <a:off x="448732" y="5942028"/>
            <a:ext cx="2624667" cy="283572"/>
          </a:xfrm>
          <a:prstGeom prst="roundRect">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t>
            </a:r>
            <a:r>
              <a:rPr lang="fr-CA" b="1" noProof="0" err="1">
                <a:latin typeface="Courier New" panose="02070309020205020404" pitchFamily="49" charset="0"/>
                <a:cs typeface="Courier New" panose="02070309020205020404" pitchFamily="49" charset="0"/>
              </a:rPr>
              <a:t>DossierAdresse</a:t>
            </a:r>
            <a:r>
              <a:rPr lang="fr-CA" b="1" noProof="0">
                <a:latin typeface="Courier New" panose="02070309020205020404" pitchFamily="49" charset="0"/>
                <a:cs typeface="Courier New" panose="02070309020205020404" pitchFamily="49" charset="0"/>
              </a:rPr>
              <a:t>&gt;</a:t>
            </a:r>
          </a:p>
        </p:txBody>
      </p:sp>
      <p:sp>
        <p:nvSpPr>
          <p:cNvPr id="29" name="Left Bracket 28">
            <a:extLst>
              <a:ext uri="{FF2B5EF4-FFF2-40B4-BE49-F238E27FC236}">
                <a16:creationId xmlns:a16="http://schemas.microsoft.com/office/drawing/2014/main" id="{B7C5421F-CF74-C89D-7C26-892ECB777455}"/>
              </a:ext>
            </a:extLst>
          </p:cNvPr>
          <p:cNvSpPr/>
          <p:nvPr/>
        </p:nvSpPr>
        <p:spPr>
          <a:xfrm>
            <a:off x="829733" y="3492147"/>
            <a:ext cx="228601" cy="1481958"/>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noProof="0"/>
          </a:p>
        </p:txBody>
      </p:sp>
      <p:sp>
        <p:nvSpPr>
          <p:cNvPr id="30" name="Rounded Rectangle 29">
            <a:extLst>
              <a:ext uri="{FF2B5EF4-FFF2-40B4-BE49-F238E27FC236}">
                <a16:creationId xmlns:a16="http://schemas.microsoft.com/office/drawing/2014/main" id="{E872D1D2-A23F-5189-2CA0-0ED197414C25}"/>
              </a:ext>
            </a:extLst>
          </p:cNvPr>
          <p:cNvSpPr/>
          <p:nvPr/>
        </p:nvSpPr>
        <p:spPr>
          <a:xfrm>
            <a:off x="1193802" y="3489961"/>
            <a:ext cx="1701800" cy="283572"/>
          </a:xfrm>
          <a:prstGeom prst="roundRect">
            <a:avLst/>
          </a:prstGeom>
          <a:solidFill>
            <a:srgbClr val="521B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&lt;Adresse&gt;</a:t>
            </a:r>
          </a:p>
        </p:txBody>
      </p:sp>
      <p:sp>
        <p:nvSpPr>
          <p:cNvPr id="31" name="Rounded Rectangle 30">
            <a:extLst>
              <a:ext uri="{FF2B5EF4-FFF2-40B4-BE49-F238E27FC236}">
                <a16:creationId xmlns:a16="http://schemas.microsoft.com/office/drawing/2014/main" id="{5288A055-BB62-B464-2875-C429DEAD22D4}"/>
              </a:ext>
            </a:extLst>
          </p:cNvPr>
          <p:cNvSpPr/>
          <p:nvPr/>
        </p:nvSpPr>
        <p:spPr>
          <a:xfrm>
            <a:off x="1193802" y="4709615"/>
            <a:ext cx="1701800" cy="283572"/>
          </a:xfrm>
          <a:prstGeom prst="roundRect">
            <a:avLst/>
          </a:prstGeom>
          <a:solidFill>
            <a:srgbClr val="521B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&lt;/Adresse&gt;</a:t>
            </a:r>
          </a:p>
        </p:txBody>
      </p:sp>
      <p:sp>
        <p:nvSpPr>
          <p:cNvPr id="32" name="Rounded Rectangle 31">
            <a:extLst>
              <a:ext uri="{FF2B5EF4-FFF2-40B4-BE49-F238E27FC236}">
                <a16:creationId xmlns:a16="http://schemas.microsoft.com/office/drawing/2014/main" id="{9D2BB270-56FD-3CF7-1140-94927A96B87D}"/>
              </a:ext>
            </a:extLst>
          </p:cNvPr>
          <p:cNvSpPr/>
          <p:nvPr/>
        </p:nvSpPr>
        <p:spPr>
          <a:xfrm>
            <a:off x="1574800" y="3798726"/>
            <a:ext cx="2413000" cy="283572"/>
          </a:xfrm>
          <a:prstGeom prst="roundRect">
            <a:avLst/>
          </a:prstGeom>
          <a:solidFill>
            <a:srgbClr val="835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t>
            </a:r>
            <a:r>
              <a:rPr lang="fr-CA" b="1" noProof="0" err="1">
                <a:latin typeface="Courier New" panose="02070309020205020404" pitchFamily="49" charset="0"/>
                <a:cs typeface="Courier New" panose="02070309020205020404" pitchFamily="49" charset="0"/>
              </a:rPr>
              <a:t>numeroCivique</a:t>
            </a:r>
            <a:r>
              <a:rPr lang="fr-CA" b="1" noProof="0">
                <a:latin typeface="Courier New" panose="02070309020205020404" pitchFamily="49" charset="0"/>
                <a:cs typeface="Courier New" panose="02070309020205020404" pitchFamily="49" charset="0"/>
              </a:rPr>
              <a:t>&gt;</a:t>
            </a:r>
          </a:p>
        </p:txBody>
      </p:sp>
      <p:sp>
        <p:nvSpPr>
          <p:cNvPr id="33" name="Rounded Rectangle 32">
            <a:extLst>
              <a:ext uri="{FF2B5EF4-FFF2-40B4-BE49-F238E27FC236}">
                <a16:creationId xmlns:a16="http://schemas.microsoft.com/office/drawing/2014/main" id="{6BB0AD8E-4D98-6B25-4582-68A8925A80B8}"/>
              </a:ext>
            </a:extLst>
          </p:cNvPr>
          <p:cNvSpPr/>
          <p:nvPr/>
        </p:nvSpPr>
        <p:spPr>
          <a:xfrm>
            <a:off x="4004741" y="3798726"/>
            <a:ext cx="660394"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t>555</a:t>
            </a:r>
          </a:p>
        </p:txBody>
      </p:sp>
      <p:sp>
        <p:nvSpPr>
          <p:cNvPr id="34" name="Rounded Rectangle 33">
            <a:extLst>
              <a:ext uri="{FF2B5EF4-FFF2-40B4-BE49-F238E27FC236}">
                <a16:creationId xmlns:a16="http://schemas.microsoft.com/office/drawing/2014/main" id="{CD24FAF7-6112-3134-BF8D-FAEB63527977}"/>
              </a:ext>
            </a:extLst>
          </p:cNvPr>
          <p:cNvSpPr/>
          <p:nvPr/>
        </p:nvSpPr>
        <p:spPr>
          <a:xfrm>
            <a:off x="4682077" y="3798726"/>
            <a:ext cx="2506123" cy="283572"/>
          </a:xfrm>
          <a:prstGeom prst="roundRect">
            <a:avLst/>
          </a:prstGeom>
          <a:solidFill>
            <a:srgbClr val="835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t>
            </a:r>
            <a:r>
              <a:rPr lang="fr-CA" b="1" noProof="0" err="1">
                <a:latin typeface="Courier New" panose="02070309020205020404" pitchFamily="49" charset="0"/>
                <a:cs typeface="Courier New" panose="02070309020205020404" pitchFamily="49" charset="0"/>
              </a:rPr>
              <a:t>numeroCivique</a:t>
            </a:r>
            <a:r>
              <a:rPr lang="fr-CA" b="1" noProof="0">
                <a:latin typeface="Courier New" panose="02070309020205020404" pitchFamily="49" charset="0"/>
                <a:cs typeface="Courier New" panose="02070309020205020404" pitchFamily="49" charset="0"/>
              </a:rPr>
              <a:t>&gt;</a:t>
            </a:r>
          </a:p>
        </p:txBody>
      </p:sp>
      <p:sp>
        <p:nvSpPr>
          <p:cNvPr id="35" name="Rounded Rectangle 34">
            <a:extLst>
              <a:ext uri="{FF2B5EF4-FFF2-40B4-BE49-F238E27FC236}">
                <a16:creationId xmlns:a16="http://schemas.microsoft.com/office/drawing/2014/main" id="{257F4BEB-A5F9-A1A0-A2B7-F023C4B68BE8}"/>
              </a:ext>
            </a:extLst>
          </p:cNvPr>
          <p:cNvSpPr/>
          <p:nvPr/>
        </p:nvSpPr>
        <p:spPr>
          <a:xfrm>
            <a:off x="1574800" y="4103524"/>
            <a:ext cx="965205" cy="283572"/>
          </a:xfrm>
          <a:prstGeom prst="roundRect">
            <a:avLst/>
          </a:prstGeom>
          <a:solidFill>
            <a:srgbClr val="835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&lt;rue&gt;</a:t>
            </a:r>
          </a:p>
        </p:txBody>
      </p:sp>
      <p:sp>
        <p:nvSpPr>
          <p:cNvPr id="36" name="Rounded Rectangle 35">
            <a:extLst>
              <a:ext uri="{FF2B5EF4-FFF2-40B4-BE49-F238E27FC236}">
                <a16:creationId xmlns:a16="http://schemas.microsoft.com/office/drawing/2014/main" id="{8FA6E302-78F3-2F35-2943-A7D536F13C42}"/>
              </a:ext>
            </a:extLst>
          </p:cNvPr>
          <p:cNvSpPr/>
          <p:nvPr/>
        </p:nvSpPr>
        <p:spPr>
          <a:xfrm>
            <a:off x="2556939" y="4103524"/>
            <a:ext cx="1773766"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t>de la Migration</a:t>
            </a:r>
          </a:p>
        </p:txBody>
      </p:sp>
      <p:sp>
        <p:nvSpPr>
          <p:cNvPr id="37" name="Rounded Rectangle 36">
            <a:extLst>
              <a:ext uri="{FF2B5EF4-FFF2-40B4-BE49-F238E27FC236}">
                <a16:creationId xmlns:a16="http://schemas.microsoft.com/office/drawing/2014/main" id="{F7FC24F7-1310-C39E-2245-6B6B72AE7A7D}"/>
              </a:ext>
            </a:extLst>
          </p:cNvPr>
          <p:cNvSpPr/>
          <p:nvPr/>
        </p:nvSpPr>
        <p:spPr>
          <a:xfrm>
            <a:off x="4347646" y="4103524"/>
            <a:ext cx="1126058" cy="283572"/>
          </a:xfrm>
          <a:prstGeom prst="roundRect">
            <a:avLst/>
          </a:prstGeom>
          <a:solidFill>
            <a:srgbClr val="835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&lt;/rue&gt;</a:t>
            </a:r>
          </a:p>
        </p:txBody>
      </p:sp>
      <p:sp>
        <p:nvSpPr>
          <p:cNvPr id="38" name="Left Bracket 37">
            <a:extLst>
              <a:ext uri="{FF2B5EF4-FFF2-40B4-BE49-F238E27FC236}">
                <a16:creationId xmlns:a16="http://schemas.microsoft.com/office/drawing/2014/main" id="{4C6563B8-A3D3-FB4B-B474-BA561B44C252}"/>
              </a:ext>
            </a:extLst>
          </p:cNvPr>
          <p:cNvSpPr/>
          <p:nvPr/>
        </p:nvSpPr>
        <p:spPr>
          <a:xfrm>
            <a:off x="1193802" y="3798726"/>
            <a:ext cx="228601" cy="870577"/>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noProof="0"/>
          </a:p>
        </p:txBody>
      </p:sp>
      <p:sp>
        <p:nvSpPr>
          <p:cNvPr id="66" name="TextBox 65">
            <a:extLst>
              <a:ext uri="{FF2B5EF4-FFF2-40B4-BE49-F238E27FC236}">
                <a16:creationId xmlns:a16="http://schemas.microsoft.com/office/drawing/2014/main" id="{0E083230-6DB9-724F-E89E-B0C6F243BD99}"/>
              </a:ext>
            </a:extLst>
          </p:cNvPr>
          <p:cNvSpPr txBox="1"/>
          <p:nvPr/>
        </p:nvSpPr>
        <p:spPr>
          <a:xfrm>
            <a:off x="4240443" y="1440152"/>
            <a:ext cx="2709335" cy="369332"/>
          </a:xfrm>
          <a:prstGeom prst="rect">
            <a:avLst/>
          </a:prstGeom>
          <a:noFill/>
        </p:spPr>
        <p:txBody>
          <a:bodyPr wrap="square" rtlCol="0">
            <a:spAutoFit/>
          </a:bodyPr>
          <a:lstStyle/>
          <a:p>
            <a:r>
              <a:rPr lang="fr-CA" b="1" noProof="0"/>
              <a:t>Dossier </a:t>
            </a:r>
            <a:r>
              <a:rPr lang="fr-CA" b="1" noProof="0" err="1"/>
              <a:t>adresse.xml</a:t>
            </a:r>
            <a:endParaRPr lang="fr-CA" b="1" noProof="0"/>
          </a:p>
        </p:txBody>
      </p:sp>
      <p:sp>
        <p:nvSpPr>
          <p:cNvPr id="75" name="Rounded Rectangle 74">
            <a:extLst>
              <a:ext uri="{FF2B5EF4-FFF2-40B4-BE49-F238E27FC236}">
                <a16:creationId xmlns:a16="http://schemas.microsoft.com/office/drawing/2014/main" id="{DA1FE97E-4BD0-337B-D642-F6A233E5526B}"/>
              </a:ext>
            </a:extLst>
          </p:cNvPr>
          <p:cNvSpPr/>
          <p:nvPr/>
        </p:nvSpPr>
        <p:spPr>
          <a:xfrm>
            <a:off x="1583273" y="4411197"/>
            <a:ext cx="3395128" cy="283572"/>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noProof="0">
                <a:cs typeface="Courier New" panose="02070309020205020404" pitchFamily="49" charset="0"/>
              </a:rPr>
              <a:t>Autres propriétés de l'adresse...</a:t>
            </a:r>
          </a:p>
        </p:txBody>
      </p:sp>
      <p:sp>
        <p:nvSpPr>
          <p:cNvPr id="77" name="Rounded Rectangle 76">
            <a:extLst>
              <a:ext uri="{FF2B5EF4-FFF2-40B4-BE49-F238E27FC236}">
                <a16:creationId xmlns:a16="http://schemas.microsoft.com/office/drawing/2014/main" id="{8AF81BF6-B68F-85F4-D7DA-D414667CB11D}"/>
              </a:ext>
            </a:extLst>
          </p:cNvPr>
          <p:cNvSpPr/>
          <p:nvPr/>
        </p:nvSpPr>
        <p:spPr>
          <a:xfrm>
            <a:off x="804333" y="5325106"/>
            <a:ext cx="2336800"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t>
            </a:r>
            <a:r>
              <a:rPr lang="fr-CA" b="1" noProof="0" err="1">
                <a:latin typeface="Courier New" panose="02070309020205020404" pitchFamily="49" charset="0"/>
                <a:cs typeface="Courier New" panose="02070309020205020404" pitchFamily="49" charset="0"/>
              </a:rPr>
              <a:t>valeurTerrain</a:t>
            </a:r>
            <a:r>
              <a:rPr lang="fr-CA" b="1" noProof="0">
                <a:latin typeface="Courier New" panose="02070309020205020404" pitchFamily="49" charset="0"/>
                <a:cs typeface="Courier New" panose="02070309020205020404" pitchFamily="49" charset="0"/>
              </a:rPr>
              <a:t>&gt;</a:t>
            </a:r>
          </a:p>
        </p:txBody>
      </p:sp>
      <p:sp>
        <p:nvSpPr>
          <p:cNvPr id="78" name="Rounded Rectangle 77">
            <a:extLst>
              <a:ext uri="{FF2B5EF4-FFF2-40B4-BE49-F238E27FC236}">
                <a16:creationId xmlns:a16="http://schemas.microsoft.com/office/drawing/2014/main" id="{DC227BEE-E9C6-8D9B-E24F-813786850D03}"/>
              </a:ext>
            </a:extLst>
          </p:cNvPr>
          <p:cNvSpPr/>
          <p:nvPr/>
        </p:nvSpPr>
        <p:spPr>
          <a:xfrm>
            <a:off x="3158067" y="5325106"/>
            <a:ext cx="965204" cy="283572"/>
          </a:xfrm>
          <a:prstGeom prst="roundRect">
            <a:avLst/>
          </a:prstGeom>
          <a:solidFill>
            <a:srgbClr val="2FA1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t>234000</a:t>
            </a:r>
          </a:p>
        </p:txBody>
      </p:sp>
      <p:sp>
        <p:nvSpPr>
          <p:cNvPr id="79" name="Rounded Rectangle 78">
            <a:extLst>
              <a:ext uri="{FF2B5EF4-FFF2-40B4-BE49-F238E27FC236}">
                <a16:creationId xmlns:a16="http://schemas.microsoft.com/office/drawing/2014/main" id="{13C096FD-E74B-89E6-6485-64B62FC3CC74}"/>
              </a:ext>
            </a:extLst>
          </p:cNvPr>
          <p:cNvSpPr/>
          <p:nvPr/>
        </p:nvSpPr>
        <p:spPr>
          <a:xfrm>
            <a:off x="4140205" y="5325106"/>
            <a:ext cx="2497665" cy="283572"/>
          </a:xfrm>
          <a:prstGeom prst="roundRect">
            <a:avLst/>
          </a:prstGeom>
          <a:solidFill>
            <a:srgbClr val="0028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noProof="0">
                <a:latin typeface="Courier New" panose="02070309020205020404" pitchFamily="49" charset="0"/>
                <a:cs typeface="Courier New" panose="02070309020205020404" pitchFamily="49" charset="0"/>
              </a:rPr>
              <a:t>&lt;/</a:t>
            </a:r>
            <a:r>
              <a:rPr lang="fr-CA" b="1" noProof="0" err="1">
                <a:latin typeface="Courier New" panose="02070309020205020404" pitchFamily="49" charset="0"/>
                <a:cs typeface="Courier New" panose="02070309020205020404" pitchFamily="49" charset="0"/>
              </a:rPr>
              <a:t>valeurTerrain</a:t>
            </a:r>
            <a:r>
              <a:rPr lang="fr-CA" b="1" noProof="0">
                <a:latin typeface="Courier New" panose="02070309020205020404" pitchFamily="49" charset="0"/>
                <a:cs typeface="Courier New" panose="02070309020205020404" pitchFamily="49" charset="0"/>
              </a:rPr>
              <a:t>&gt;</a:t>
            </a:r>
          </a:p>
        </p:txBody>
      </p:sp>
      <p:sp>
        <p:nvSpPr>
          <p:cNvPr id="100" name="Rounded Rectangle 99">
            <a:extLst>
              <a:ext uri="{FF2B5EF4-FFF2-40B4-BE49-F238E27FC236}">
                <a16:creationId xmlns:a16="http://schemas.microsoft.com/office/drawing/2014/main" id="{85A6C67D-E3AE-E864-94CD-36FE43CD8F49}"/>
              </a:ext>
            </a:extLst>
          </p:cNvPr>
          <p:cNvSpPr/>
          <p:nvPr/>
        </p:nvSpPr>
        <p:spPr>
          <a:xfrm>
            <a:off x="804338" y="5638864"/>
            <a:ext cx="4715929" cy="283572"/>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noProof="0">
                <a:latin typeface="+mj-lt"/>
                <a:cs typeface="Courier New" panose="02070309020205020404" pitchFamily="49" charset="0"/>
              </a:rPr>
              <a:t>Autres propriétés du dossier adresse 1187978...</a:t>
            </a:r>
          </a:p>
        </p:txBody>
      </p:sp>
      <p:sp>
        <p:nvSpPr>
          <p:cNvPr id="101" name="Rounded Rectangle 100">
            <a:extLst>
              <a:ext uri="{FF2B5EF4-FFF2-40B4-BE49-F238E27FC236}">
                <a16:creationId xmlns:a16="http://schemas.microsoft.com/office/drawing/2014/main" id="{22CF1B11-1E15-C0CC-E57D-E929CB1DE87D}"/>
              </a:ext>
            </a:extLst>
          </p:cNvPr>
          <p:cNvSpPr/>
          <p:nvPr/>
        </p:nvSpPr>
        <p:spPr>
          <a:xfrm>
            <a:off x="448739" y="6248464"/>
            <a:ext cx="2692394" cy="283572"/>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noProof="0">
                <a:latin typeface="+mj-lt"/>
                <a:cs typeface="Courier New" panose="02070309020205020404" pitchFamily="49" charset="0"/>
              </a:rPr>
              <a:t>Autres dossiers adresse...</a:t>
            </a:r>
          </a:p>
        </p:txBody>
      </p:sp>
      <p:sp>
        <p:nvSpPr>
          <p:cNvPr id="102" name="Snip Single Corner Rectangle 101">
            <a:extLst>
              <a:ext uri="{FF2B5EF4-FFF2-40B4-BE49-F238E27FC236}">
                <a16:creationId xmlns:a16="http://schemas.microsoft.com/office/drawing/2014/main" id="{92B99646-E56D-38EB-C0E5-127FFC3C0F0F}"/>
              </a:ext>
            </a:extLst>
          </p:cNvPr>
          <p:cNvSpPr/>
          <p:nvPr/>
        </p:nvSpPr>
        <p:spPr>
          <a:xfrm>
            <a:off x="7679267" y="1786467"/>
            <a:ext cx="4216400" cy="4842933"/>
          </a:xfrm>
          <a:prstGeom prst="snip1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19" name="TextBox 118">
            <a:extLst>
              <a:ext uri="{FF2B5EF4-FFF2-40B4-BE49-F238E27FC236}">
                <a16:creationId xmlns:a16="http://schemas.microsoft.com/office/drawing/2014/main" id="{D42434BA-95CD-4045-D6B0-E3F872965CE9}"/>
              </a:ext>
            </a:extLst>
          </p:cNvPr>
          <p:cNvSpPr txBox="1"/>
          <p:nvPr/>
        </p:nvSpPr>
        <p:spPr>
          <a:xfrm>
            <a:off x="7670793" y="1440152"/>
            <a:ext cx="3217340" cy="369332"/>
          </a:xfrm>
          <a:prstGeom prst="rect">
            <a:avLst/>
          </a:prstGeom>
          <a:noFill/>
        </p:spPr>
        <p:txBody>
          <a:bodyPr wrap="square" rtlCol="0">
            <a:spAutoFit/>
          </a:bodyPr>
          <a:lstStyle/>
          <a:p>
            <a:r>
              <a:rPr lang="fr-CA" b="1" noProof="0"/>
              <a:t>Schéma de </a:t>
            </a:r>
            <a:r>
              <a:rPr lang="fr-CA" b="1" noProof="0" err="1"/>
              <a:t>données.xsd</a:t>
            </a:r>
            <a:endParaRPr lang="fr-CA" b="1" noProof="0"/>
          </a:p>
        </p:txBody>
      </p:sp>
      <p:sp>
        <p:nvSpPr>
          <p:cNvPr id="120" name="TextBox 119">
            <a:extLst>
              <a:ext uri="{FF2B5EF4-FFF2-40B4-BE49-F238E27FC236}">
                <a16:creationId xmlns:a16="http://schemas.microsoft.com/office/drawing/2014/main" id="{95EDFA09-9E88-7AE8-C89B-B470BC2B0936}"/>
              </a:ext>
            </a:extLst>
          </p:cNvPr>
          <p:cNvSpPr txBox="1"/>
          <p:nvPr/>
        </p:nvSpPr>
        <p:spPr>
          <a:xfrm>
            <a:off x="7763933" y="1926923"/>
            <a:ext cx="4047067" cy="4708981"/>
          </a:xfrm>
          <a:prstGeom prst="rect">
            <a:avLst/>
          </a:prstGeom>
          <a:noFill/>
        </p:spPr>
        <p:txBody>
          <a:bodyPr wrap="square" rtlCol="0">
            <a:spAutoFit/>
          </a:bodyPr>
          <a:lstStyle/>
          <a:p>
            <a:pPr>
              <a:tabLst>
                <a:tab pos="439738" algn="l"/>
              </a:tabLst>
            </a:pPr>
            <a:r>
              <a:rPr lang="fr-CA" sz="1200" b="1" spc="-100" noProof="0" err="1">
                <a:solidFill>
                  <a:srgbClr val="004F9A"/>
                </a:solidFill>
                <a:latin typeface="Courier New" panose="02070309020205020404" pitchFamily="49" charset="0"/>
                <a:cs typeface="Courier New" panose="02070309020205020404" pitchFamily="49" charset="0"/>
              </a:rPr>
              <a:t>DossierAdresse</a:t>
            </a:r>
            <a:r>
              <a:rPr lang="fr-CA" sz="1200" spc="-100" noProof="0">
                <a:latin typeface="Courier New" panose="02070309020205020404" pitchFamily="49" charset="0"/>
                <a:cs typeface="Courier New" panose="02070309020205020404" pitchFamily="49" charset="0"/>
              </a:rPr>
              <a:t>:</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a:latin typeface="Courier New" panose="02070309020205020404" pitchFamily="49" charset="0"/>
                <a:cs typeface="Courier New" panose="02070309020205020404" pitchFamily="49" charset="0"/>
              </a:rPr>
              <a:t>id</a:t>
            </a:r>
            <a:r>
              <a:rPr lang="fr-CA" sz="1200" spc="-100" noProof="0">
                <a:latin typeface="Courier New" panose="02070309020205020404" pitchFamily="49" charset="0"/>
                <a:cs typeface="Courier New" panose="02070309020205020404" pitchFamily="49" charset="0"/>
              </a:rPr>
              <a:t>": format Nombre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a:latin typeface="Courier New" panose="02070309020205020404" pitchFamily="49" charset="0"/>
                <a:cs typeface="Courier New" panose="02070309020205020404" pitchFamily="49" charset="0"/>
              </a:rPr>
              <a:t>matricule</a:t>
            </a:r>
            <a:r>
              <a:rPr lang="fr-CA" sz="1200" spc="-100" noProof="0">
                <a:latin typeface="Courier New" panose="02070309020205020404" pitchFamily="49" charset="0"/>
                <a:cs typeface="Courier New" panose="02070309020205020404" pitchFamily="49" charset="0"/>
              </a:rPr>
              <a:t>": format Nombre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a:latin typeface="Courier New" panose="02070309020205020404" pitchFamily="49" charset="0"/>
                <a:cs typeface="Courier New" panose="02070309020205020404" pitchFamily="49" charset="0"/>
              </a:rPr>
              <a:t>subdivision</a:t>
            </a:r>
            <a:r>
              <a:rPr lang="fr-CA" sz="1200" spc="-100" noProof="0">
                <a:latin typeface="Courier New" panose="02070309020205020404" pitchFamily="49" charset="0"/>
                <a:cs typeface="Courier New" panose="02070309020205020404" pitchFamily="49" charset="0"/>
              </a:rPr>
              <a:t>": format Texte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a:latin typeface="Courier New" panose="02070309020205020404" pitchFamily="49" charset="0"/>
                <a:cs typeface="Courier New" panose="02070309020205020404" pitchFamily="49" charset="0"/>
              </a:rPr>
              <a:t>adresse</a:t>
            </a:r>
            <a:r>
              <a:rPr lang="fr-CA" sz="1200" spc="-100" noProof="0">
                <a:latin typeface="Courier New" panose="02070309020205020404" pitchFamily="49" charset="0"/>
                <a:cs typeface="Courier New" panose="02070309020205020404" pitchFamily="49" charset="0"/>
              </a:rPr>
              <a:t>": format </a:t>
            </a:r>
            <a:r>
              <a:rPr lang="fr-CA" sz="1200" b="1" spc="-100" noProof="0">
                <a:solidFill>
                  <a:srgbClr val="9437FF"/>
                </a:solidFill>
                <a:latin typeface="Courier New" panose="02070309020205020404" pitchFamily="49" charset="0"/>
                <a:cs typeface="Courier New" panose="02070309020205020404" pitchFamily="49" charset="0"/>
              </a:rPr>
              <a:t>Adresse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err="1">
                <a:latin typeface="Courier New" panose="02070309020205020404" pitchFamily="49" charset="0"/>
                <a:cs typeface="Courier New" panose="02070309020205020404" pitchFamily="49" charset="0"/>
              </a:rPr>
              <a:t>raisonSociale</a:t>
            </a:r>
            <a:r>
              <a:rPr lang="fr-CA" sz="1200" spc="-100" noProof="0">
                <a:latin typeface="Courier New" panose="02070309020205020404" pitchFamily="49" charset="0"/>
                <a:cs typeface="Courier New" panose="02070309020205020404" pitchFamily="49" charset="0"/>
              </a:rPr>
              <a:t>": format Texte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err="1">
                <a:latin typeface="Courier New" panose="02070309020205020404" pitchFamily="49" charset="0"/>
                <a:cs typeface="Courier New" panose="02070309020205020404" pitchFamily="49" charset="0"/>
              </a:rPr>
              <a:t>anneeConstruction</a:t>
            </a:r>
            <a:r>
              <a:rPr lang="fr-CA" sz="1200" spc="-100" noProof="0">
                <a:latin typeface="Courier New" panose="02070309020205020404" pitchFamily="49" charset="0"/>
                <a:cs typeface="Courier New" panose="02070309020205020404" pitchFamily="49" charset="0"/>
              </a:rPr>
              <a:t>": format Nombre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err="1">
                <a:latin typeface="Courier New" panose="02070309020205020404" pitchFamily="49" charset="0"/>
                <a:cs typeface="Courier New" panose="02070309020205020404" pitchFamily="49" charset="0"/>
              </a:rPr>
              <a:t>valeurImmeuble</a:t>
            </a:r>
            <a:r>
              <a:rPr lang="fr-CA" sz="1200" spc="-100" noProof="0">
                <a:latin typeface="Courier New" panose="02070309020205020404" pitchFamily="49" charset="0"/>
                <a:cs typeface="Courier New" panose="02070309020205020404" pitchFamily="49" charset="0"/>
              </a:rPr>
              <a:t>": format Nombre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err="1">
                <a:latin typeface="Courier New" panose="02070309020205020404" pitchFamily="49" charset="0"/>
                <a:cs typeface="Courier New" panose="02070309020205020404" pitchFamily="49" charset="0"/>
              </a:rPr>
              <a:t>valeurTerrain</a:t>
            </a:r>
            <a:r>
              <a:rPr lang="fr-CA" sz="1200" spc="-100" noProof="0">
                <a:latin typeface="Courier New" panose="02070309020205020404" pitchFamily="49" charset="0"/>
                <a:cs typeface="Courier New" panose="02070309020205020404" pitchFamily="49" charset="0"/>
              </a:rPr>
              <a:t>": format Nombre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err="1">
                <a:latin typeface="Courier New" panose="02070309020205020404" pitchFamily="49" charset="0"/>
                <a:cs typeface="Courier New" panose="02070309020205020404" pitchFamily="49" charset="0"/>
              </a:rPr>
              <a:t>listePersonneRessource</a:t>
            </a:r>
            <a:r>
              <a:rPr lang="fr-CA" sz="1200" spc="-100" noProof="0">
                <a:latin typeface="Courier New" panose="02070309020205020404" pitchFamily="49" charset="0"/>
                <a:cs typeface="Courier New" panose="02070309020205020404" pitchFamily="49" charset="0"/>
              </a:rPr>
              <a:t>": </a:t>
            </a:r>
            <a:br>
              <a:rPr lang="fr-CA" sz="1200" spc="-100" noProof="0">
                <a:latin typeface="Courier New" panose="02070309020205020404" pitchFamily="49" charset="0"/>
                <a:cs typeface="Courier New" panose="02070309020205020404" pitchFamily="49" charset="0"/>
              </a:rPr>
            </a:br>
            <a:r>
              <a:rPr lang="fr-CA" sz="1200" spc="-100" noProof="0">
                <a:latin typeface="Courier New" panose="02070309020205020404" pitchFamily="49" charset="0"/>
                <a:cs typeface="Courier New" panose="02070309020205020404" pitchFamily="49" charset="0"/>
              </a:rPr>
              <a:t>		 format </a:t>
            </a:r>
            <a:r>
              <a:rPr lang="fr-CA" sz="1200" b="1" spc="-100" noProof="0" err="1">
                <a:solidFill>
                  <a:schemeClr val="accent2"/>
                </a:solidFill>
                <a:latin typeface="Courier New" panose="02070309020205020404" pitchFamily="49" charset="0"/>
                <a:cs typeface="Courier New" panose="02070309020205020404" pitchFamily="49" charset="0"/>
              </a:rPr>
              <a:t>PersonneRessource</a:t>
            </a:r>
            <a:r>
              <a:rPr lang="fr-CA" sz="1200" spc="-100" noProof="0">
                <a:latin typeface="Courier New" panose="02070309020205020404" pitchFamily="49" charset="0"/>
                <a:cs typeface="Courier New" panose="02070309020205020404" pitchFamily="49" charset="0"/>
              </a:rPr>
              <a:t>, 0 à N</a:t>
            </a:r>
          </a:p>
          <a:p>
            <a:pPr>
              <a:tabLst>
                <a:tab pos="439738" algn="l"/>
              </a:tabLst>
            </a:pPr>
            <a:r>
              <a:rPr lang="fr-CA" sz="1200" spc="-100" noProof="0">
                <a:latin typeface="Courier New" panose="02070309020205020404" pitchFamily="49" charset="0"/>
                <a:cs typeface="Courier New" panose="02070309020205020404" pitchFamily="49" charset="0"/>
              </a:rPr>
              <a:t>	etc...</a:t>
            </a:r>
          </a:p>
          <a:p>
            <a:pPr>
              <a:tabLst>
                <a:tab pos="439738" algn="l"/>
              </a:tabLst>
            </a:pPr>
            <a:endParaRPr lang="fr-CA" sz="1200" spc="-100" noProof="0">
              <a:latin typeface="Courier New" panose="02070309020205020404" pitchFamily="49" charset="0"/>
              <a:cs typeface="Courier New" panose="02070309020205020404" pitchFamily="49" charset="0"/>
            </a:endParaRPr>
          </a:p>
          <a:p>
            <a:pPr>
              <a:tabLst>
                <a:tab pos="439738" algn="l"/>
              </a:tabLst>
            </a:pPr>
            <a:r>
              <a:rPr lang="fr-CA" sz="1200" b="1" spc="-100" noProof="0">
                <a:solidFill>
                  <a:srgbClr val="9437FF"/>
                </a:solidFill>
                <a:latin typeface="Courier New" panose="02070309020205020404" pitchFamily="49" charset="0"/>
                <a:cs typeface="Courier New" panose="02070309020205020404" pitchFamily="49" charset="0"/>
              </a:rPr>
              <a:t>Adresse</a:t>
            </a:r>
            <a:r>
              <a:rPr lang="fr-CA" sz="1200" spc="-100" noProof="0">
                <a:latin typeface="Courier New" panose="02070309020205020404" pitchFamily="49" charset="0"/>
                <a:cs typeface="Courier New" panose="02070309020205020404" pitchFamily="49" charset="0"/>
              </a:rPr>
              <a:t>:</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err="1">
                <a:latin typeface="Courier New" panose="02070309020205020404" pitchFamily="49" charset="0"/>
                <a:cs typeface="Courier New" panose="02070309020205020404" pitchFamily="49" charset="0"/>
              </a:rPr>
              <a:t>numeroCivique</a:t>
            </a:r>
            <a:r>
              <a:rPr lang="fr-CA" sz="1200" spc="-100" noProof="0">
                <a:latin typeface="Courier New" panose="02070309020205020404" pitchFamily="49" charset="0"/>
                <a:cs typeface="Courier New" panose="02070309020205020404" pitchFamily="49" charset="0"/>
              </a:rPr>
              <a:t>": format Nombre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a:latin typeface="Courier New" panose="02070309020205020404" pitchFamily="49" charset="0"/>
                <a:cs typeface="Courier New" panose="02070309020205020404" pitchFamily="49" charset="0"/>
              </a:rPr>
              <a:t>rue</a:t>
            </a:r>
            <a:r>
              <a:rPr lang="fr-CA" sz="1200" spc="-100" noProof="0">
                <a:latin typeface="Courier New" panose="02070309020205020404" pitchFamily="49" charset="0"/>
                <a:cs typeface="Courier New" panose="02070309020205020404" pitchFamily="49" charset="0"/>
              </a:rPr>
              <a:t>": format Texte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a:latin typeface="Courier New" panose="02070309020205020404" pitchFamily="49" charset="0"/>
                <a:cs typeface="Courier New" panose="02070309020205020404" pitchFamily="49" charset="0"/>
              </a:rPr>
              <a:t>arrondissement</a:t>
            </a:r>
            <a:r>
              <a:rPr lang="fr-CA" sz="1200" spc="-100" noProof="0">
                <a:latin typeface="Courier New" panose="02070309020205020404" pitchFamily="49" charset="0"/>
                <a:cs typeface="Courier New" panose="02070309020205020404" pitchFamily="49" charset="0"/>
              </a:rPr>
              <a:t>": format Texte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a:latin typeface="Courier New" panose="02070309020205020404" pitchFamily="49" charset="0"/>
                <a:cs typeface="Courier New" panose="02070309020205020404" pitchFamily="49" charset="0"/>
              </a:rPr>
              <a:t>secteur</a:t>
            </a:r>
            <a:r>
              <a:rPr lang="fr-CA" sz="1200" spc="-100" noProof="0">
                <a:latin typeface="Courier New" panose="02070309020205020404" pitchFamily="49" charset="0"/>
                <a:cs typeface="Courier New" panose="02070309020205020404" pitchFamily="49" charset="0"/>
              </a:rPr>
              <a:t>": format Texte</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err="1">
                <a:latin typeface="Courier New" panose="02070309020205020404" pitchFamily="49" charset="0"/>
                <a:cs typeface="Courier New" panose="02070309020205020404" pitchFamily="49" charset="0"/>
              </a:rPr>
              <a:t>codePostal</a:t>
            </a:r>
            <a:r>
              <a:rPr lang="fr-CA" sz="1200" spc="-100" noProof="0">
                <a:latin typeface="Courier New" panose="02070309020205020404" pitchFamily="49" charset="0"/>
                <a:cs typeface="Courier New" panose="02070309020205020404" pitchFamily="49" charset="0"/>
              </a:rPr>
              <a:t>": format Texte</a:t>
            </a:r>
          </a:p>
          <a:p>
            <a:pPr>
              <a:tabLst>
                <a:tab pos="439738" algn="l"/>
              </a:tabLst>
            </a:pPr>
            <a:r>
              <a:rPr lang="fr-CA" sz="1200" spc="-100" noProof="0">
                <a:latin typeface="Courier New" panose="02070309020205020404" pitchFamily="49" charset="0"/>
                <a:cs typeface="Courier New" panose="02070309020205020404" pitchFamily="49" charset="0"/>
              </a:rPr>
              <a:t> 	etc...</a:t>
            </a:r>
          </a:p>
          <a:p>
            <a:pPr>
              <a:tabLst>
                <a:tab pos="439738" algn="l"/>
              </a:tabLst>
            </a:pPr>
            <a:endParaRPr lang="fr-CA" sz="1200" spc="-100" noProof="0">
              <a:latin typeface="Courier New" panose="02070309020205020404" pitchFamily="49" charset="0"/>
              <a:cs typeface="Courier New" panose="02070309020205020404" pitchFamily="49" charset="0"/>
            </a:endParaRPr>
          </a:p>
          <a:p>
            <a:pPr>
              <a:tabLst>
                <a:tab pos="439738" algn="l"/>
              </a:tabLst>
            </a:pPr>
            <a:r>
              <a:rPr lang="fr-CA" sz="1200" b="1" spc="-100" noProof="0" err="1">
                <a:solidFill>
                  <a:schemeClr val="accent2"/>
                </a:solidFill>
                <a:latin typeface="Courier New" panose="02070309020205020404" pitchFamily="49" charset="0"/>
                <a:cs typeface="Courier New" panose="02070309020205020404" pitchFamily="49" charset="0"/>
              </a:rPr>
              <a:t>PersonneRessource</a:t>
            </a:r>
            <a:r>
              <a:rPr lang="fr-CA" sz="1200" spc="-100" noProof="0">
                <a:latin typeface="Courier New" panose="02070309020205020404" pitchFamily="49" charset="0"/>
                <a:cs typeface="Courier New" panose="02070309020205020404" pitchFamily="49" charset="0"/>
              </a:rPr>
              <a:t>:</a:t>
            </a:r>
          </a:p>
          <a:p>
            <a:pPr>
              <a:tabLst>
                <a:tab pos="439738" algn="l"/>
              </a:tabLst>
            </a:pPr>
            <a:r>
              <a:rPr lang="fr-CA" sz="1200" spc="-100" noProof="0">
                <a:latin typeface="Courier New" panose="02070309020205020404" pitchFamily="49" charset="0"/>
                <a:cs typeface="Courier New" panose="02070309020205020404" pitchFamily="49" charset="0"/>
              </a:rPr>
              <a:t>	Champ "</a:t>
            </a:r>
            <a:r>
              <a:rPr lang="fr-CA" sz="1200" b="1" spc="-100" noProof="0">
                <a:latin typeface="Courier New" panose="02070309020205020404" pitchFamily="49" charset="0"/>
                <a:cs typeface="Courier New" panose="02070309020205020404" pitchFamily="49" charset="0"/>
              </a:rPr>
              <a:t>nom</a:t>
            </a:r>
            <a:r>
              <a:rPr lang="fr-CA" sz="1200" spc="-100" noProof="0">
                <a:latin typeface="Courier New" panose="02070309020205020404" pitchFamily="49" charset="0"/>
                <a:cs typeface="Courier New" panose="02070309020205020404" pitchFamily="49" charset="0"/>
              </a:rPr>
              <a:t>": format Texte</a:t>
            </a:r>
          </a:p>
          <a:p>
            <a:pPr>
              <a:tabLst>
                <a:tab pos="439738" algn="l"/>
              </a:tabLst>
            </a:pPr>
            <a:r>
              <a:rPr lang="fr-CA" sz="1200" spc="-100" noProof="0">
                <a:latin typeface="Courier New" panose="02070309020205020404" pitchFamily="49" charset="0"/>
                <a:cs typeface="Courier New" panose="02070309020205020404" pitchFamily="49" charset="0"/>
              </a:rPr>
              <a:t>	etc...</a:t>
            </a:r>
          </a:p>
          <a:p>
            <a:pPr>
              <a:tabLst>
                <a:tab pos="439738" algn="l"/>
              </a:tabLst>
            </a:pPr>
            <a:endParaRPr lang="fr-CA" sz="1200" spc="-100" noProof="0">
              <a:latin typeface="Courier New" panose="02070309020205020404" pitchFamily="49" charset="0"/>
              <a:cs typeface="Courier New" panose="02070309020205020404" pitchFamily="49" charset="0"/>
            </a:endParaRPr>
          </a:p>
        </p:txBody>
      </p:sp>
      <p:sp>
        <p:nvSpPr>
          <p:cNvPr id="121" name="TextBox 120">
            <a:extLst>
              <a:ext uri="{FF2B5EF4-FFF2-40B4-BE49-F238E27FC236}">
                <a16:creationId xmlns:a16="http://schemas.microsoft.com/office/drawing/2014/main" id="{4B644236-DF66-E142-60FA-F9CA8ED13E1F}"/>
              </a:ext>
            </a:extLst>
          </p:cNvPr>
          <p:cNvSpPr txBox="1"/>
          <p:nvPr/>
        </p:nvSpPr>
        <p:spPr>
          <a:xfrm>
            <a:off x="59267" y="1937128"/>
            <a:ext cx="457200" cy="369332"/>
          </a:xfrm>
          <a:prstGeom prst="rect">
            <a:avLst/>
          </a:prstGeom>
          <a:noFill/>
        </p:spPr>
        <p:txBody>
          <a:bodyPr wrap="square" rtlCol="0">
            <a:spAutoFit/>
          </a:bodyPr>
          <a:lstStyle/>
          <a:p>
            <a:r>
              <a:rPr lang="fr-CA" noProof="0"/>
              <a:t>✅</a:t>
            </a:r>
          </a:p>
        </p:txBody>
      </p:sp>
      <p:sp>
        <p:nvSpPr>
          <p:cNvPr id="122" name="TextBox 121">
            <a:extLst>
              <a:ext uri="{FF2B5EF4-FFF2-40B4-BE49-F238E27FC236}">
                <a16:creationId xmlns:a16="http://schemas.microsoft.com/office/drawing/2014/main" id="{D024C025-4D15-6A4E-A17F-A6EB3B961D90}"/>
              </a:ext>
            </a:extLst>
          </p:cNvPr>
          <p:cNvSpPr txBox="1"/>
          <p:nvPr/>
        </p:nvSpPr>
        <p:spPr>
          <a:xfrm>
            <a:off x="59267" y="2244952"/>
            <a:ext cx="457200" cy="369332"/>
          </a:xfrm>
          <a:prstGeom prst="rect">
            <a:avLst/>
          </a:prstGeom>
          <a:noFill/>
        </p:spPr>
        <p:txBody>
          <a:bodyPr wrap="square" rtlCol="0">
            <a:spAutoFit/>
          </a:bodyPr>
          <a:lstStyle/>
          <a:p>
            <a:r>
              <a:rPr lang="fr-CA" noProof="0"/>
              <a:t>✅</a:t>
            </a:r>
          </a:p>
        </p:txBody>
      </p:sp>
      <p:sp>
        <p:nvSpPr>
          <p:cNvPr id="123" name="TextBox 122">
            <a:extLst>
              <a:ext uri="{FF2B5EF4-FFF2-40B4-BE49-F238E27FC236}">
                <a16:creationId xmlns:a16="http://schemas.microsoft.com/office/drawing/2014/main" id="{A375E649-F7A6-39A9-F919-E00C42C9F75A}"/>
              </a:ext>
            </a:extLst>
          </p:cNvPr>
          <p:cNvSpPr txBox="1"/>
          <p:nvPr/>
        </p:nvSpPr>
        <p:spPr>
          <a:xfrm>
            <a:off x="59267" y="2552776"/>
            <a:ext cx="457200" cy="369332"/>
          </a:xfrm>
          <a:prstGeom prst="rect">
            <a:avLst/>
          </a:prstGeom>
          <a:noFill/>
        </p:spPr>
        <p:txBody>
          <a:bodyPr wrap="square" rtlCol="0">
            <a:spAutoFit/>
          </a:bodyPr>
          <a:lstStyle/>
          <a:p>
            <a:r>
              <a:rPr lang="fr-CA" noProof="0"/>
              <a:t>✅</a:t>
            </a:r>
          </a:p>
        </p:txBody>
      </p:sp>
      <p:sp>
        <p:nvSpPr>
          <p:cNvPr id="124" name="TextBox 123">
            <a:extLst>
              <a:ext uri="{FF2B5EF4-FFF2-40B4-BE49-F238E27FC236}">
                <a16:creationId xmlns:a16="http://schemas.microsoft.com/office/drawing/2014/main" id="{A3381CFC-657A-99D5-E7BA-7432B9926C52}"/>
              </a:ext>
            </a:extLst>
          </p:cNvPr>
          <p:cNvSpPr txBox="1"/>
          <p:nvPr/>
        </p:nvSpPr>
        <p:spPr>
          <a:xfrm>
            <a:off x="59267" y="2860600"/>
            <a:ext cx="457200" cy="369332"/>
          </a:xfrm>
          <a:prstGeom prst="rect">
            <a:avLst/>
          </a:prstGeom>
          <a:noFill/>
        </p:spPr>
        <p:txBody>
          <a:bodyPr wrap="square" rtlCol="0">
            <a:spAutoFit/>
          </a:bodyPr>
          <a:lstStyle/>
          <a:p>
            <a:r>
              <a:rPr lang="fr-CA" noProof="0"/>
              <a:t>✅</a:t>
            </a:r>
          </a:p>
        </p:txBody>
      </p:sp>
      <p:sp>
        <p:nvSpPr>
          <p:cNvPr id="125" name="TextBox 124">
            <a:extLst>
              <a:ext uri="{FF2B5EF4-FFF2-40B4-BE49-F238E27FC236}">
                <a16:creationId xmlns:a16="http://schemas.microsoft.com/office/drawing/2014/main" id="{DAD411EA-C3E1-45F7-1DCC-7FCBF6FF4BE2}"/>
              </a:ext>
            </a:extLst>
          </p:cNvPr>
          <p:cNvSpPr txBox="1"/>
          <p:nvPr/>
        </p:nvSpPr>
        <p:spPr>
          <a:xfrm>
            <a:off x="59267" y="3168424"/>
            <a:ext cx="457200" cy="369332"/>
          </a:xfrm>
          <a:prstGeom prst="rect">
            <a:avLst/>
          </a:prstGeom>
          <a:noFill/>
        </p:spPr>
        <p:txBody>
          <a:bodyPr wrap="square" rtlCol="0">
            <a:spAutoFit/>
          </a:bodyPr>
          <a:lstStyle/>
          <a:p>
            <a:r>
              <a:rPr lang="fr-CA" noProof="0"/>
              <a:t>✅</a:t>
            </a:r>
          </a:p>
        </p:txBody>
      </p:sp>
      <p:sp>
        <p:nvSpPr>
          <p:cNvPr id="126" name="TextBox 125">
            <a:extLst>
              <a:ext uri="{FF2B5EF4-FFF2-40B4-BE49-F238E27FC236}">
                <a16:creationId xmlns:a16="http://schemas.microsoft.com/office/drawing/2014/main" id="{3CF8FC14-03B0-1383-E5A9-5B2ED3FF4AFD}"/>
              </a:ext>
            </a:extLst>
          </p:cNvPr>
          <p:cNvSpPr txBox="1"/>
          <p:nvPr/>
        </p:nvSpPr>
        <p:spPr>
          <a:xfrm>
            <a:off x="59267" y="3476248"/>
            <a:ext cx="457200" cy="369332"/>
          </a:xfrm>
          <a:prstGeom prst="rect">
            <a:avLst/>
          </a:prstGeom>
          <a:noFill/>
        </p:spPr>
        <p:txBody>
          <a:bodyPr wrap="square" rtlCol="0">
            <a:spAutoFit/>
          </a:bodyPr>
          <a:lstStyle/>
          <a:p>
            <a:r>
              <a:rPr lang="fr-CA" noProof="0"/>
              <a:t>✅</a:t>
            </a:r>
          </a:p>
        </p:txBody>
      </p:sp>
      <p:sp>
        <p:nvSpPr>
          <p:cNvPr id="127" name="TextBox 126">
            <a:extLst>
              <a:ext uri="{FF2B5EF4-FFF2-40B4-BE49-F238E27FC236}">
                <a16:creationId xmlns:a16="http://schemas.microsoft.com/office/drawing/2014/main" id="{335A3E26-3EB6-087A-C942-8A8846FA7BD1}"/>
              </a:ext>
            </a:extLst>
          </p:cNvPr>
          <p:cNvSpPr txBox="1"/>
          <p:nvPr/>
        </p:nvSpPr>
        <p:spPr>
          <a:xfrm>
            <a:off x="59267" y="3784072"/>
            <a:ext cx="457200" cy="369332"/>
          </a:xfrm>
          <a:prstGeom prst="rect">
            <a:avLst/>
          </a:prstGeom>
          <a:noFill/>
        </p:spPr>
        <p:txBody>
          <a:bodyPr wrap="square" rtlCol="0">
            <a:spAutoFit/>
          </a:bodyPr>
          <a:lstStyle/>
          <a:p>
            <a:r>
              <a:rPr lang="fr-CA" noProof="0"/>
              <a:t>✅</a:t>
            </a:r>
          </a:p>
        </p:txBody>
      </p:sp>
      <p:sp>
        <p:nvSpPr>
          <p:cNvPr id="128" name="TextBox 127">
            <a:extLst>
              <a:ext uri="{FF2B5EF4-FFF2-40B4-BE49-F238E27FC236}">
                <a16:creationId xmlns:a16="http://schemas.microsoft.com/office/drawing/2014/main" id="{EED7200F-7543-0430-25AD-1FE4920D65B0}"/>
              </a:ext>
            </a:extLst>
          </p:cNvPr>
          <p:cNvSpPr txBox="1"/>
          <p:nvPr/>
        </p:nvSpPr>
        <p:spPr>
          <a:xfrm>
            <a:off x="59267" y="4091896"/>
            <a:ext cx="457200" cy="369332"/>
          </a:xfrm>
          <a:prstGeom prst="rect">
            <a:avLst/>
          </a:prstGeom>
          <a:noFill/>
        </p:spPr>
        <p:txBody>
          <a:bodyPr wrap="square" rtlCol="0">
            <a:spAutoFit/>
          </a:bodyPr>
          <a:lstStyle/>
          <a:p>
            <a:r>
              <a:rPr lang="fr-CA" noProof="0"/>
              <a:t>✅</a:t>
            </a:r>
          </a:p>
        </p:txBody>
      </p:sp>
      <p:sp>
        <p:nvSpPr>
          <p:cNvPr id="129" name="TextBox 128">
            <a:extLst>
              <a:ext uri="{FF2B5EF4-FFF2-40B4-BE49-F238E27FC236}">
                <a16:creationId xmlns:a16="http://schemas.microsoft.com/office/drawing/2014/main" id="{18151838-DEF8-8403-962C-1F9E78016108}"/>
              </a:ext>
            </a:extLst>
          </p:cNvPr>
          <p:cNvSpPr txBox="1"/>
          <p:nvPr/>
        </p:nvSpPr>
        <p:spPr>
          <a:xfrm>
            <a:off x="59267" y="4399720"/>
            <a:ext cx="457200" cy="369332"/>
          </a:xfrm>
          <a:prstGeom prst="rect">
            <a:avLst/>
          </a:prstGeom>
          <a:noFill/>
        </p:spPr>
        <p:txBody>
          <a:bodyPr wrap="square" rtlCol="0">
            <a:spAutoFit/>
          </a:bodyPr>
          <a:lstStyle/>
          <a:p>
            <a:r>
              <a:rPr lang="fr-CA" noProof="0"/>
              <a:t>✅</a:t>
            </a:r>
          </a:p>
        </p:txBody>
      </p:sp>
      <p:sp>
        <p:nvSpPr>
          <p:cNvPr id="130" name="TextBox 129">
            <a:extLst>
              <a:ext uri="{FF2B5EF4-FFF2-40B4-BE49-F238E27FC236}">
                <a16:creationId xmlns:a16="http://schemas.microsoft.com/office/drawing/2014/main" id="{70550DCC-4436-A35C-39C4-5E3404671EF9}"/>
              </a:ext>
            </a:extLst>
          </p:cNvPr>
          <p:cNvSpPr txBox="1"/>
          <p:nvPr/>
        </p:nvSpPr>
        <p:spPr>
          <a:xfrm>
            <a:off x="59267" y="4707544"/>
            <a:ext cx="457200" cy="369332"/>
          </a:xfrm>
          <a:prstGeom prst="rect">
            <a:avLst/>
          </a:prstGeom>
          <a:noFill/>
        </p:spPr>
        <p:txBody>
          <a:bodyPr wrap="square" rtlCol="0">
            <a:spAutoFit/>
          </a:bodyPr>
          <a:lstStyle/>
          <a:p>
            <a:r>
              <a:rPr lang="fr-CA" noProof="0"/>
              <a:t>✅</a:t>
            </a:r>
          </a:p>
        </p:txBody>
      </p:sp>
      <p:sp>
        <p:nvSpPr>
          <p:cNvPr id="131" name="TextBox 130">
            <a:extLst>
              <a:ext uri="{FF2B5EF4-FFF2-40B4-BE49-F238E27FC236}">
                <a16:creationId xmlns:a16="http://schemas.microsoft.com/office/drawing/2014/main" id="{976BF761-5852-3EA2-9DB2-A4C4CEDBFEDE}"/>
              </a:ext>
            </a:extLst>
          </p:cNvPr>
          <p:cNvSpPr txBox="1"/>
          <p:nvPr/>
        </p:nvSpPr>
        <p:spPr>
          <a:xfrm>
            <a:off x="59267" y="5015368"/>
            <a:ext cx="457200" cy="369332"/>
          </a:xfrm>
          <a:prstGeom prst="rect">
            <a:avLst/>
          </a:prstGeom>
          <a:noFill/>
        </p:spPr>
        <p:txBody>
          <a:bodyPr wrap="square" rtlCol="0">
            <a:spAutoFit/>
          </a:bodyPr>
          <a:lstStyle/>
          <a:p>
            <a:r>
              <a:rPr lang="fr-CA" noProof="0"/>
              <a:t>✅</a:t>
            </a:r>
          </a:p>
        </p:txBody>
      </p:sp>
      <p:sp>
        <p:nvSpPr>
          <p:cNvPr id="132" name="TextBox 131">
            <a:extLst>
              <a:ext uri="{FF2B5EF4-FFF2-40B4-BE49-F238E27FC236}">
                <a16:creationId xmlns:a16="http://schemas.microsoft.com/office/drawing/2014/main" id="{8C19DD86-D172-5CD5-0E0F-F5AE478C50FC}"/>
              </a:ext>
            </a:extLst>
          </p:cNvPr>
          <p:cNvSpPr txBox="1"/>
          <p:nvPr/>
        </p:nvSpPr>
        <p:spPr>
          <a:xfrm>
            <a:off x="59267" y="5323192"/>
            <a:ext cx="457200" cy="369332"/>
          </a:xfrm>
          <a:prstGeom prst="rect">
            <a:avLst/>
          </a:prstGeom>
          <a:noFill/>
        </p:spPr>
        <p:txBody>
          <a:bodyPr wrap="square" rtlCol="0">
            <a:spAutoFit/>
          </a:bodyPr>
          <a:lstStyle/>
          <a:p>
            <a:r>
              <a:rPr lang="fr-CA" noProof="0"/>
              <a:t>✅</a:t>
            </a:r>
          </a:p>
        </p:txBody>
      </p:sp>
      <p:sp>
        <p:nvSpPr>
          <p:cNvPr id="133" name="TextBox 132">
            <a:extLst>
              <a:ext uri="{FF2B5EF4-FFF2-40B4-BE49-F238E27FC236}">
                <a16:creationId xmlns:a16="http://schemas.microsoft.com/office/drawing/2014/main" id="{292ABEA7-793F-4F36-81FE-DC414E0B24E1}"/>
              </a:ext>
            </a:extLst>
          </p:cNvPr>
          <p:cNvSpPr txBox="1"/>
          <p:nvPr/>
        </p:nvSpPr>
        <p:spPr>
          <a:xfrm>
            <a:off x="59267" y="5631016"/>
            <a:ext cx="457200" cy="369332"/>
          </a:xfrm>
          <a:prstGeom prst="rect">
            <a:avLst/>
          </a:prstGeom>
          <a:noFill/>
        </p:spPr>
        <p:txBody>
          <a:bodyPr wrap="square" rtlCol="0">
            <a:spAutoFit/>
          </a:bodyPr>
          <a:lstStyle/>
          <a:p>
            <a:r>
              <a:rPr lang="fr-CA" noProof="0"/>
              <a:t>✅</a:t>
            </a:r>
          </a:p>
        </p:txBody>
      </p:sp>
      <p:sp>
        <p:nvSpPr>
          <p:cNvPr id="134" name="TextBox 133">
            <a:extLst>
              <a:ext uri="{FF2B5EF4-FFF2-40B4-BE49-F238E27FC236}">
                <a16:creationId xmlns:a16="http://schemas.microsoft.com/office/drawing/2014/main" id="{09917994-FDAC-8FD6-287B-356CFE5C429C}"/>
              </a:ext>
            </a:extLst>
          </p:cNvPr>
          <p:cNvSpPr txBox="1"/>
          <p:nvPr/>
        </p:nvSpPr>
        <p:spPr>
          <a:xfrm>
            <a:off x="59267" y="5938840"/>
            <a:ext cx="457200" cy="369332"/>
          </a:xfrm>
          <a:prstGeom prst="rect">
            <a:avLst/>
          </a:prstGeom>
          <a:noFill/>
        </p:spPr>
        <p:txBody>
          <a:bodyPr wrap="square" rtlCol="0">
            <a:spAutoFit/>
          </a:bodyPr>
          <a:lstStyle/>
          <a:p>
            <a:r>
              <a:rPr lang="fr-CA" noProof="0"/>
              <a:t>✅</a:t>
            </a:r>
          </a:p>
        </p:txBody>
      </p:sp>
      <p:sp>
        <p:nvSpPr>
          <p:cNvPr id="135" name="TextBox 134">
            <a:extLst>
              <a:ext uri="{FF2B5EF4-FFF2-40B4-BE49-F238E27FC236}">
                <a16:creationId xmlns:a16="http://schemas.microsoft.com/office/drawing/2014/main" id="{C1466DF0-B26F-3375-4810-86B3438E8E4B}"/>
              </a:ext>
            </a:extLst>
          </p:cNvPr>
          <p:cNvSpPr txBox="1"/>
          <p:nvPr/>
        </p:nvSpPr>
        <p:spPr>
          <a:xfrm>
            <a:off x="59267" y="6246660"/>
            <a:ext cx="457200" cy="369332"/>
          </a:xfrm>
          <a:prstGeom prst="rect">
            <a:avLst/>
          </a:prstGeom>
          <a:noFill/>
        </p:spPr>
        <p:txBody>
          <a:bodyPr wrap="square" rtlCol="0">
            <a:spAutoFit/>
          </a:bodyPr>
          <a:lstStyle/>
          <a:p>
            <a:r>
              <a:rPr lang="fr-CA" noProof="0"/>
              <a:t>✅</a:t>
            </a:r>
          </a:p>
        </p:txBody>
      </p:sp>
      <p:sp>
        <p:nvSpPr>
          <p:cNvPr id="136" name="Left Arrow 135">
            <a:extLst>
              <a:ext uri="{FF2B5EF4-FFF2-40B4-BE49-F238E27FC236}">
                <a16:creationId xmlns:a16="http://schemas.microsoft.com/office/drawing/2014/main" id="{BB62ABE4-6C7E-9144-7DFE-59CA6B16FE0A}"/>
              </a:ext>
            </a:extLst>
          </p:cNvPr>
          <p:cNvSpPr/>
          <p:nvPr/>
        </p:nvSpPr>
        <p:spPr>
          <a:xfrm>
            <a:off x="6362700" y="2493137"/>
            <a:ext cx="1786467" cy="1253067"/>
          </a:xfrm>
          <a:prstGeom prst="leftArrow">
            <a:avLst/>
          </a:prstGeom>
          <a:solidFill>
            <a:srgbClr val="00BE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600" b="1" noProof="0">
                <a:solidFill>
                  <a:schemeClr val="bg1"/>
                </a:solidFill>
              </a:rPr>
              <a:t>Conformité</a:t>
            </a:r>
            <a:br>
              <a:rPr lang="fr-CA" sz="1600" b="1" noProof="0">
                <a:solidFill>
                  <a:schemeClr val="bg1"/>
                </a:solidFill>
              </a:rPr>
            </a:br>
            <a:r>
              <a:rPr lang="fr-CA" sz="1600" b="1" noProof="0">
                <a:solidFill>
                  <a:schemeClr val="bg1"/>
                </a:solidFill>
              </a:rPr>
              <a:t>des données</a:t>
            </a:r>
          </a:p>
        </p:txBody>
      </p:sp>
      <p:sp>
        <p:nvSpPr>
          <p:cNvPr id="139" name="Rectangle 138">
            <a:extLst>
              <a:ext uri="{FF2B5EF4-FFF2-40B4-BE49-F238E27FC236}">
                <a16:creationId xmlns:a16="http://schemas.microsoft.com/office/drawing/2014/main" id="{249B0394-23B5-D224-526E-784AFA660F94}"/>
              </a:ext>
            </a:extLst>
          </p:cNvPr>
          <p:cNvSpPr/>
          <p:nvPr/>
        </p:nvSpPr>
        <p:spPr>
          <a:xfrm>
            <a:off x="0" y="8851"/>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140" name="Straight Connector 139">
            <a:extLst>
              <a:ext uri="{FF2B5EF4-FFF2-40B4-BE49-F238E27FC236}">
                <a16:creationId xmlns:a16="http://schemas.microsoft.com/office/drawing/2014/main" id="{E39A53D1-416B-1A0A-6099-E9E120B3EBEF}"/>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1" name="Group 140">
            <a:extLst>
              <a:ext uri="{FF2B5EF4-FFF2-40B4-BE49-F238E27FC236}">
                <a16:creationId xmlns:a16="http://schemas.microsoft.com/office/drawing/2014/main" id="{DA4F6A56-915C-9C8D-65D3-8D5AFEBEABA4}"/>
              </a:ext>
            </a:extLst>
          </p:cNvPr>
          <p:cNvGrpSpPr/>
          <p:nvPr/>
        </p:nvGrpSpPr>
        <p:grpSpPr>
          <a:xfrm>
            <a:off x="118534" y="101604"/>
            <a:ext cx="2870199" cy="736959"/>
            <a:chOff x="0" y="0"/>
            <a:chExt cx="2870199" cy="736959"/>
          </a:xfrm>
        </p:grpSpPr>
        <p:sp>
          <p:nvSpPr>
            <p:cNvPr id="142" name="TextBox 141">
              <a:extLst>
                <a:ext uri="{FF2B5EF4-FFF2-40B4-BE49-F238E27FC236}">
                  <a16:creationId xmlns:a16="http://schemas.microsoft.com/office/drawing/2014/main" id="{F4617198-2CDF-EBE8-203D-8F2D1DC03F9E}"/>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43" name="TextBox 142">
              <a:extLst>
                <a:ext uri="{FF2B5EF4-FFF2-40B4-BE49-F238E27FC236}">
                  <a16:creationId xmlns:a16="http://schemas.microsoft.com/office/drawing/2014/main" id="{41C26917-67D1-4B72-F7A0-5DF439A58272}"/>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44" name="Oval 143">
            <a:extLst>
              <a:ext uri="{FF2B5EF4-FFF2-40B4-BE49-F238E27FC236}">
                <a16:creationId xmlns:a16="http://schemas.microsoft.com/office/drawing/2014/main" id="{A68E0C71-E746-7BBF-1A14-110425B03D01}"/>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45" name="Oval 144">
            <a:extLst>
              <a:ext uri="{FF2B5EF4-FFF2-40B4-BE49-F238E27FC236}">
                <a16:creationId xmlns:a16="http://schemas.microsoft.com/office/drawing/2014/main" id="{674F5708-F49D-5914-9E89-D4542A5A5C34}"/>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46" name="Oval 145">
            <a:extLst>
              <a:ext uri="{FF2B5EF4-FFF2-40B4-BE49-F238E27FC236}">
                <a16:creationId xmlns:a16="http://schemas.microsoft.com/office/drawing/2014/main" id="{BF53344C-1BD5-CD4C-53CF-C5F034F15C75}"/>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47" name="Oval 146">
            <a:extLst>
              <a:ext uri="{FF2B5EF4-FFF2-40B4-BE49-F238E27FC236}">
                <a16:creationId xmlns:a16="http://schemas.microsoft.com/office/drawing/2014/main" id="{800726A7-3C1F-9B07-5F64-F85FF67ACAD6}"/>
              </a:ext>
            </a:extLst>
          </p:cNvPr>
          <p:cNvSpPr/>
          <p:nvPr/>
        </p:nvSpPr>
        <p:spPr>
          <a:xfrm>
            <a:off x="9242939"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48" name="Oval 147">
            <a:extLst>
              <a:ext uri="{FF2B5EF4-FFF2-40B4-BE49-F238E27FC236}">
                <a16:creationId xmlns:a16="http://schemas.microsoft.com/office/drawing/2014/main" id="{5E1C1373-67E9-732C-6FD1-5779D375E03F}"/>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52" name="TextBox 151">
            <a:extLst>
              <a:ext uri="{FF2B5EF4-FFF2-40B4-BE49-F238E27FC236}">
                <a16:creationId xmlns:a16="http://schemas.microsoft.com/office/drawing/2014/main" id="{804CDA14-9AC4-C38F-1C53-65F5A59A66DC}"/>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153" name="TextBox 152">
            <a:extLst>
              <a:ext uri="{FF2B5EF4-FFF2-40B4-BE49-F238E27FC236}">
                <a16:creationId xmlns:a16="http://schemas.microsoft.com/office/drawing/2014/main" id="{3DF76265-E89F-10B2-1E53-129AC9D00160}"/>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Processus</a:t>
            </a:r>
          </a:p>
        </p:txBody>
      </p:sp>
      <p:sp>
        <p:nvSpPr>
          <p:cNvPr id="154" name="Oval 153">
            <a:extLst>
              <a:ext uri="{FF2B5EF4-FFF2-40B4-BE49-F238E27FC236}">
                <a16:creationId xmlns:a16="http://schemas.microsoft.com/office/drawing/2014/main" id="{BC999087-DC38-1277-C22E-6A2871046007}"/>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55" name="Oval 154">
            <a:extLst>
              <a:ext uri="{FF2B5EF4-FFF2-40B4-BE49-F238E27FC236}">
                <a16:creationId xmlns:a16="http://schemas.microsoft.com/office/drawing/2014/main" id="{4C8CD540-1CED-8CCA-98BB-1BD744CC1009}"/>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56" name="Title 1">
            <a:extLst>
              <a:ext uri="{FF2B5EF4-FFF2-40B4-BE49-F238E27FC236}">
                <a16:creationId xmlns:a16="http://schemas.microsoft.com/office/drawing/2014/main" id="{A9F3B6D2-6C88-2AA0-B2A4-19987F355C46}"/>
              </a:ext>
            </a:extLst>
          </p:cNvPr>
          <p:cNvSpPr txBox="1">
            <a:spLocks/>
          </p:cNvSpPr>
          <p:nvPr/>
        </p:nvSpPr>
        <p:spPr>
          <a:xfrm>
            <a:off x="296332" y="1179495"/>
            <a:ext cx="5797008"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a:t>Aperçu technique:</a:t>
            </a:r>
          </a:p>
        </p:txBody>
      </p:sp>
      <p:sp>
        <p:nvSpPr>
          <p:cNvPr id="157" name="TextBox 156">
            <a:extLst>
              <a:ext uri="{FF2B5EF4-FFF2-40B4-BE49-F238E27FC236}">
                <a16:creationId xmlns:a16="http://schemas.microsoft.com/office/drawing/2014/main" id="{504FFFAB-9AF9-BF24-2891-F88036F8B512}"/>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158" name="TextBox 157">
            <a:extLst>
              <a:ext uri="{FF2B5EF4-FFF2-40B4-BE49-F238E27FC236}">
                <a16:creationId xmlns:a16="http://schemas.microsoft.com/office/drawing/2014/main" id="{B583945E-B08E-EF68-286C-C5CB1C02CBF5}"/>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159" name="TextBox 158">
            <a:extLst>
              <a:ext uri="{FF2B5EF4-FFF2-40B4-BE49-F238E27FC236}">
                <a16:creationId xmlns:a16="http://schemas.microsoft.com/office/drawing/2014/main" id="{2408D3DD-5664-0031-C699-F01E2A461C89}"/>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solidFill>
                <a:latin typeface="+mj-lt"/>
              </a:rPr>
              <a:t>Détails</a:t>
            </a:r>
          </a:p>
        </p:txBody>
      </p:sp>
      <p:sp>
        <p:nvSpPr>
          <p:cNvPr id="160" name="Oval 159">
            <a:extLst>
              <a:ext uri="{FF2B5EF4-FFF2-40B4-BE49-F238E27FC236}">
                <a16:creationId xmlns:a16="http://schemas.microsoft.com/office/drawing/2014/main" id="{EEC076A8-1E0F-04C2-0707-3CA1C70865C1}"/>
              </a:ext>
            </a:extLst>
          </p:cNvPr>
          <p:cNvSpPr/>
          <p:nvPr/>
        </p:nvSpPr>
        <p:spPr>
          <a:xfrm>
            <a:off x="7518830"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Tree>
    <p:extLst>
      <p:ext uri="{BB962C8B-B14F-4D97-AF65-F5344CB8AC3E}">
        <p14:creationId xmlns:p14="http://schemas.microsoft.com/office/powerpoint/2010/main" val="1278612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2"/>
                                        </p:tgtEl>
                                        <p:attrNameLst>
                                          <p:attrName>style.visibility</p:attrName>
                                        </p:attrNameLst>
                                      </p:cBhvr>
                                      <p:to>
                                        <p:strVal val="visible"/>
                                      </p:to>
                                    </p:set>
                                    <p:animEffect transition="in" filter="fade">
                                      <p:cBhvr>
                                        <p:cTn id="14" dur="500"/>
                                        <p:tgtEl>
                                          <p:spTgt spid="6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right)">
                                      <p:cBhvr>
                                        <p:cTn id="22" dur="500"/>
                                        <p:tgtEl>
                                          <p:spTgt spid="28"/>
                                        </p:tgtEl>
                                      </p:cBhvr>
                                    </p:animEffect>
                                  </p:childTnLst>
                                </p:cTn>
                              </p:par>
                            </p:childTnLst>
                          </p:cTn>
                        </p:par>
                        <p:par>
                          <p:cTn id="23" fill="hold">
                            <p:stCondLst>
                              <p:cond delay="500"/>
                            </p:stCondLst>
                            <p:childTnLst>
                              <p:par>
                                <p:cTn id="24" presetID="16" presetClass="entr" presetSubtype="26"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barn(inHorizontal)">
                                      <p:cBhvr>
                                        <p:cTn id="26" dur="10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500"/>
                                        <p:tgtEl>
                                          <p:spTgt spid="16"/>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right)">
                                      <p:cBhvr>
                                        <p:cTn id="46" dur="500"/>
                                        <p:tgtEl>
                                          <p:spTgt spid="20"/>
                                        </p:tgtEl>
                                      </p:cBhvr>
                                    </p:animEffect>
                                  </p:childTnLst>
                                </p:cTn>
                              </p:par>
                            </p:childTnLst>
                          </p:cTn>
                        </p:par>
                        <p:par>
                          <p:cTn id="47"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par>
                                <p:cTn id="56" presetID="22" presetClass="entr" presetSubtype="2"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right)">
                                      <p:cBhvr>
                                        <p:cTn id="58" dur="500"/>
                                        <p:tgtEl>
                                          <p:spTgt spid="23"/>
                                        </p:tgtEl>
                                      </p:cBhvr>
                                    </p:animEffect>
                                  </p:childTnLst>
                                </p:cTn>
                              </p:par>
                            </p:childTnLst>
                          </p:cTn>
                        </p:par>
                        <p:par>
                          <p:cTn id="59" fill="hold">
                            <p:stCondLst>
                              <p:cond delay="500"/>
                            </p:stCondLst>
                            <p:childTnLst>
                              <p:par>
                                <p:cTn id="60" presetID="10" presetClass="entr" presetSubtype="0" fill="hold" grpId="0"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par>
                                <p:cTn id="68" presetID="22" presetClass="entr" presetSubtype="2"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wipe(right)">
                                      <p:cBhvr>
                                        <p:cTn id="70" dur="500"/>
                                        <p:tgtEl>
                                          <p:spTgt spid="27"/>
                                        </p:tgtEl>
                                      </p:cBhvr>
                                    </p:animEffect>
                                  </p:childTnLst>
                                </p:cTn>
                              </p:par>
                            </p:childTnLst>
                          </p:cTn>
                        </p:par>
                        <p:par>
                          <p:cTn id="71" fill="hold">
                            <p:stCondLst>
                              <p:cond delay="500"/>
                            </p:stCondLst>
                            <p:childTnLst>
                              <p:par>
                                <p:cTn id="72" presetID="16" presetClass="entr" presetSubtype="26" fill="hold" grpId="0"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barn(inHorizontal)">
                                      <p:cBhvr>
                                        <p:cTn id="74" dur="1000"/>
                                        <p:tgtEl>
                                          <p:spTgt spid="2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left)">
                                      <p:cBhvr>
                                        <p:cTn id="79" dur="500"/>
                                        <p:tgtEl>
                                          <p:spTgt spid="30"/>
                                        </p:tgtEl>
                                      </p:cBhvr>
                                    </p:animEffect>
                                  </p:childTnLst>
                                </p:cTn>
                              </p:par>
                              <p:par>
                                <p:cTn id="80" presetID="22" presetClass="entr" presetSubtype="2"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wipe(right)">
                                      <p:cBhvr>
                                        <p:cTn id="82" dur="500"/>
                                        <p:tgtEl>
                                          <p:spTgt spid="31"/>
                                        </p:tgtEl>
                                      </p:cBhvr>
                                    </p:animEffect>
                                  </p:childTnLst>
                                </p:cTn>
                              </p:par>
                            </p:childTnLst>
                          </p:cTn>
                        </p:par>
                        <p:par>
                          <p:cTn id="83" fill="hold">
                            <p:stCondLst>
                              <p:cond delay="500"/>
                            </p:stCondLst>
                            <p:childTnLst>
                              <p:par>
                                <p:cTn id="84" presetID="16" presetClass="entr" presetSubtype="26" fill="hold" grpId="0" nodeType="after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barn(inHorizontal)">
                                      <p:cBhvr>
                                        <p:cTn id="86" dur="1000"/>
                                        <p:tgtEl>
                                          <p:spTgt spid="3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wipe(left)">
                                      <p:cBhvr>
                                        <p:cTn id="91" dur="500"/>
                                        <p:tgtEl>
                                          <p:spTgt spid="32"/>
                                        </p:tgtEl>
                                      </p:cBhvr>
                                    </p:animEffect>
                                  </p:childTnLst>
                                </p:cTn>
                              </p:par>
                              <p:par>
                                <p:cTn id="92" presetID="22" presetClass="entr" presetSubtype="2"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wipe(right)">
                                      <p:cBhvr>
                                        <p:cTn id="94" dur="500"/>
                                        <p:tgtEl>
                                          <p:spTgt spid="34"/>
                                        </p:tgtEl>
                                      </p:cBhvr>
                                    </p:animEffect>
                                  </p:childTnLst>
                                </p:cTn>
                              </p:par>
                            </p:childTnLst>
                          </p:cTn>
                        </p:par>
                        <p:par>
                          <p:cTn id="95" fill="hold">
                            <p:stCondLst>
                              <p:cond delay="500"/>
                            </p:stCondLst>
                            <p:childTnLst>
                              <p:par>
                                <p:cTn id="96" presetID="10" presetClass="entr" presetSubtype="0" fill="hold" grpId="0" nodeType="after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wipe(left)">
                                      <p:cBhvr>
                                        <p:cTn id="103" dur="500"/>
                                        <p:tgtEl>
                                          <p:spTgt spid="35"/>
                                        </p:tgtEl>
                                      </p:cBhvr>
                                    </p:animEffect>
                                  </p:childTnLst>
                                </p:cTn>
                              </p:par>
                              <p:par>
                                <p:cTn id="104" presetID="22" presetClass="entr" presetSubtype="2"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wipe(right)">
                                      <p:cBhvr>
                                        <p:cTn id="106" dur="500"/>
                                        <p:tgtEl>
                                          <p:spTgt spid="37"/>
                                        </p:tgtEl>
                                      </p:cBhvr>
                                    </p:animEffect>
                                  </p:childTnLst>
                                </p:cTn>
                              </p:par>
                            </p:childTnLst>
                          </p:cTn>
                        </p:par>
                        <p:par>
                          <p:cTn id="107" fill="hold">
                            <p:stCondLst>
                              <p:cond delay="500"/>
                            </p:stCondLst>
                            <p:childTnLst>
                              <p:par>
                                <p:cTn id="108" presetID="10" presetClass="entr" presetSubtype="0" fill="hold" grpId="0" nodeType="after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500"/>
                                        <p:tgtEl>
                                          <p:spTgt spid="36"/>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8" fill="hold" grpId="0" nodeType="clickEffect">
                                  <p:stCondLst>
                                    <p:cond delay="0"/>
                                  </p:stCondLst>
                                  <p:childTnLst>
                                    <p:set>
                                      <p:cBhvr>
                                        <p:cTn id="114" dur="1" fill="hold">
                                          <p:stCondLst>
                                            <p:cond delay="0"/>
                                          </p:stCondLst>
                                        </p:cTn>
                                        <p:tgtEl>
                                          <p:spTgt spid="75"/>
                                        </p:tgtEl>
                                        <p:attrNameLst>
                                          <p:attrName>style.visibility</p:attrName>
                                        </p:attrNameLst>
                                      </p:cBhvr>
                                      <p:to>
                                        <p:strVal val="visible"/>
                                      </p:to>
                                    </p:set>
                                    <p:anim calcmode="lin" valueType="num">
                                      <p:cBhvr additive="base">
                                        <p:cTn id="115" dur="500"/>
                                        <p:tgtEl>
                                          <p:spTgt spid="75"/>
                                        </p:tgtEl>
                                        <p:attrNameLst>
                                          <p:attrName>ppt_x</p:attrName>
                                        </p:attrNameLst>
                                      </p:cBhvr>
                                      <p:tavLst>
                                        <p:tav tm="0">
                                          <p:val>
                                            <p:strVal val="#ppt_x-#ppt_w*1.125000"/>
                                          </p:val>
                                        </p:tav>
                                        <p:tav tm="100000">
                                          <p:val>
                                            <p:strVal val="#ppt_x"/>
                                          </p:val>
                                        </p:tav>
                                      </p:tavLst>
                                    </p:anim>
                                    <p:animEffect transition="in" filter="wipe(right)">
                                      <p:cBhvr>
                                        <p:cTn id="116" dur="500"/>
                                        <p:tgtEl>
                                          <p:spTgt spid="75"/>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77"/>
                                        </p:tgtEl>
                                        <p:attrNameLst>
                                          <p:attrName>style.visibility</p:attrName>
                                        </p:attrNameLst>
                                      </p:cBhvr>
                                      <p:to>
                                        <p:strVal val="visible"/>
                                      </p:to>
                                    </p:set>
                                    <p:animEffect transition="in" filter="wipe(left)">
                                      <p:cBhvr>
                                        <p:cTn id="121" dur="500"/>
                                        <p:tgtEl>
                                          <p:spTgt spid="77"/>
                                        </p:tgtEl>
                                      </p:cBhvr>
                                    </p:animEffect>
                                  </p:childTnLst>
                                </p:cTn>
                              </p:par>
                              <p:par>
                                <p:cTn id="122" presetID="22" presetClass="entr" presetSubtype="2" fill="hold" grpId="0" nodeType="withEffect">
                                  <p:stCondLst>
                                    <p:cond delay="0"/>
                                  </p:stCondLst>
                                  <p:childTnLst>
                                    <p:set>
                                      <p:cBhvr>
                                        <p:cTn id="123" dur="1" fill="hold">
                                          <p:stCondLst>
                                            <p:cond delay="0"/>
                                          </p:stCondLst>
                                        </p:cTn>
                                        <p:tgtEl>
                                          <p:spTgt spid="79"/>
                                        </p:tgtEl>
                                        <p:attrNameLst>
                                          <p:attrName>style.visibility</p:attrName>
                                        </p:attrNameLst>
                                      </p:cBhvr>
                                      <p:to>
                                        <p:strVal val="visible"/>
                                      </p:to>
                                    </p:set>
                                    <p:animEffect transition="in" filter="wipe(right)">
                                      <p:cBhvr>
                                        <p:cTn id="124" dur="500"/>
                                        <p:tgtEl>
                                          <p:spTgt spid="79"/>
                                        </p:tgtEl>
                                      </p:cBhvr>
                                    </p:animEffect>
                                  </p:childTnLst>
                                </p:cTn>
                              </p:par>
                            </p:childTnLst>
                          </p:cTn>
                        </p:par>
                        <p:par>
                          <p:cTn id="125" fill="hold">
                            <p:stCondLst>
                              <p:cond delay="500"/>
                            </p:stCondLst>
                            <p:childTnLst>
                              <p:par>
                                <p:cTn id="126" presetID="10" presetClass="entr" presetSubtype="0" fill="hold" grpId="0" nodeType="afterEffect">
                                  <p:stCondLst>
                                    <p:cond delay="0"/>
                                  </p:stCondLst>
                                  <p:childTnLst>
                                    <p:set>
                                      <p:cBhvr>
                                        <p:cTn id="127" dur="1" fill="hold">
                                          <p:stCondLst>
                                            <p:cond delay="0"/>
                                          </p:stCondLst>
                                        </p:cTn>
                                        <p:tgtEl>
                                          <p:spTgt spid="78"/>
                                        </p:tgtEl>
                                        <p:attrNameLst>
                                          <p:attrName>style.visibility</p:attrName>
                                        </p:attrNameLst>
                                      </p:cBhvr>
                                      <p:to>
                                        <p:strVal val="visible"/>
                                      </p:to>
                                    </p:set>
                                    <p:animEffect transition="in" filter="fade">
                                      <p:cBhvr>
                                        <p:cTn id="128" dur="500"/>
                                        <p:tgtEl>
                                          <p:spTgt spid="78"/>
                                        </p:tgtEl>
                                      </p:cBhvr>
                                    </p:animEffect>
                                  </p:childTnLst>
                                </p:cTn>
                              </p:par>
                            </p:childTnLst>
                          </p:cTn>
                        </p:par>
                      </p:childTnLst>
                    </p:cTn>
                  </p:par>
                  <p:par>
                    <p:cTn id="129" fill="hold">
                      <p:stCondLst>
                        <p:cond delay="indefinite"/>
                      </p:stCondLst>
                      <p:childTnLst>
                        <p:par>
                          <p:cTn id="130" fill="hold">
                            <p:stCondLst>
                              <p:cond delay="0"/>
                            </p:stCondLst>
                            <p:childTnLst>
                              <p:par>
                                <p:cTn id="131" presetID="12" presetClass="entr" presetSubtype="8" fill="hold" grpId="0" nodeType="clickEffect">
                                  <p:stCondLst>
                                    <p:cond delay="0"/>
                                  </p:stCondLst>
                                  <p:childTnLst>
                                    <p:set>
                                      <p:cBhvr>
                                        <p:cTn id="132" dur="1" fill="hold">
                                          <p:stCondLst>
                                            <p:cond delay="0"/>
                                          </p:stCondLst>
                                        </p:cTn>
                                        <p:tgtEl>
                                          <p:spTgt spid="100"/>
                                        </p:tgtEl>
                                        <p:attrNameLst>
                                          <p:attrName>style.visibility</p:attrName>
                                        </p:attrNameLst>
                                      </p:cBhvr>
                                      <p:to>
                                        <p:strVal val="visible"/>
                                      </p:to>
                                    </p:set>
                                    <p:anim calcmode="lin" valueType="num">
                                      <p:cBhvr additive="base">
                                        <p:cTn id="133" dur="500"/>
                                        <p:tgtEl>
                                          <p:spTgt spid="100"/>
                                        </p:tgtEl>
                                        <p:attrNameLst>
                                          <p:attrName>ppt_x</p:attrName>
                                        </p:attrNameLst>
                                      </p:cBhvr>
                                      <p:tavLst>
                                        <p:tav tm="0">
                                          <p:val>
                                            <p:strVal val="#ppt_x-#ppt_w*1.125000"/>
                                          </p:val>
                                        </p:tav>
                                        <p:tav tm="100000">
                                          <p:val>
                                            <p:strVal val="#ppt_x"/>
                                          </p:val>
                                        </p:tav>
                                      </p:tavLst>
                                    </p:anim>
                                    <p:animEffect transition="in" filter="wipe(right)">
                                      <p:cBhvr>
                                        <p:cTn id="134" dur="500"/>
                                        <p:tgtEl>
                                          <p:spTgt spid="100"/>
                                        </p:tgtEl>
                                      </p:cBhvr>
                                    </p:animEffect>
                                  </p:childTnLst>
                                </p:cTn>
                              </p:par>
                            </p:childTnLst>
                          </p:cTn>
                        </p:par>
                      </p:childTnLst>
                    </p:cTn>
                  </p:par>
                  <p:par>
                    <p:cTn id="135" fill="hold">
                      <p:stCondLst>
                        <p:cond delay="indefinite"/>
                      </p:stCondLst>
                      <p:childTnLst>
                        <p:par>
                          <p:cTn id="136" fill="hold">
                            <p:stCondLst>
                              <p:cond delay="0"/>
                            </p:stCondLst>
                            <p:childTnLst>
                              <p:par>
                                <p:cTn id="137" presetID="12" presetClass="entr" presetSubtype="8" fill="hold" grpId="0" nodeType="clickEffect">
                                  <p:stCondLst>
                                    <p:cond delay="0"/>
                                  </p:stCondLst>
                                  <p:childTnLst>
                                    <p:set>
                                      <p:cBhvr>
                                        <p:cTn id="138" dur="1" fill="hold">
                                          <p:stCondLst>
                                            <p:cond delay="0"/>
                                          </p:stCondLst>
                                        </p:cTn>
                                        <p:tgtEl>
                                          <p:spTgt spid="101"/>
                                        </p:tgtEl>
                                        <p:attrNameLst>
                                          <p:attrName>style.visibility</p:attrName>
                                        </p:attrNameLst>
                                      </p:cBhvr>
                                      <p:to>
                                        <p:strVal val="visible"/>
                                      </p:to>
                                    </p:set>
                                    <p:anim calcmode="lin" valueType="num">
                                      <p:cBhvr additive="base">
                                        <p:cTn id="139" dur="500"/>
                                        <p:tgtEl>
                                          <p:spTgt spid="101"/>
                                        </p:tgtEl>
                                        <p:attrNameLst>
                                          <p:attrName>ppt_x</p:attrName>
                                        </p:attrNameLst>
                                      </p:cBhvr>
                                      <p:tavLst>
                                        <p:tav tm="0">
                                          <p:val>
                                            <p:strVal val="#ppt_x-#ppt_w*1.125000"/>
                                          </p:val>
                                        </p:tav>
                                        <p:tav tm="100000">
                                          <p:val>
                                            <p:strVal val="#ppt_x"/>
                                          </p:val>
                                        </p:tav>
                                      </p:tavLst>
                                    </p:anim>
                                    <p:animEffect transition="in" filter="wipe(right)">
                                      <p:cBhvr>
                                        <p:cTn id="140" dur="500"/>
                                        <p:tgtEl>
                                          <p:spTgt spid="101"/>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119"/>
                                        </p:tgtEl>
                                        <p:attrNameLst>
                                          <p:attrName>style.visibility</p:attrName>
                                        </p:attrNameLst>
                                      </p:cBhvr>
                                      <p:to>
                                        <p:strVal val="visible"/>
                                      </p:to>
                                    </p:set>
                                    <p:animEffect transition="in" filter="fade">
                                      <p:cBhvr>
                                        <p:cTn id="145" dur="500"/>
                                        <p:tgtEl>
                                          <p:spTgt spid="119"/>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02"/>
                                        </p:tgtEl>
                                        <p:attrNameLst>
                                          <p:attrName>style.visibility</p:attrName>
                                        </p:attrNameLst>
                                      </p:cBhvr>
                                      <p:to>
                                        <p:strVal val="visible"/>
                                      </p:to>
                                    </p:set>
                                    <p:animEffect transition="in" filter="fade">
                                      <p:cBhvr>
                                        <p:cTn id="148" dur="500"/>
                                        <p:tgtEl>
                                          <p:spTgt spid="102"/>
                                        </p:tgtEl>
                                      </p:cBhvr>
                                    </p:animEffect>
                                  </p:childTnLst>
                                </p:cTn>
                              </p:par>
                            </p:childTnLst>
                          </p:cTn>
                        </p:par>
                        <p:par>
                          <p:cTn id="149" fill="hold">
                            <p:stCondLst>
                              <p:cond delay="500"/>
                            </p:stCondLst>
                            <p:childTnLst>
                              <p:par>
                                <p:cTn id="150" presetID="1" presetClass="entr" presetSubtype="0" fill="hold" grpId="0" nodeType="afterEffect">
                                  <p:stCondLst>
                                    <p:cond delay="0"/>
                                  </p:stCondLst>
                                  <p:childTnLst>
                                    <p:set>
                                      <p:cBhvr>
                                        <p:cTn id="151" dur="1" fill="hold">
                                          <p:stCondLst>
                                            <p:cond delay="0"/>
                                          </p:stCondLst>
                                        </p:cTn>
                                        <p:tgtEl>
                                          <p:spTgt spid="120">
                                            <p:txEl>
                                              <p:pRg st="0" end="0"/>
                                            </p:txEl>
                                          </p:spTgt>
                                        </p:tgtEl>
                                        <p:attrNameLst>
                                          <p:attrName>style.visibility</p:attrName>
                                        </p:attrNameLst>
                                      </p:cBhvr>
                                      <p:to>
                                        <p:strVal val="visible"/>
                                      </p:to>
                                    </p:set>
                                  </p:childTnLst>
                                </p:cTn>
                              </p:par>
                            </p:childTnLst>
                          </p:cTn>
                        </p:par>
                        <p:par>
                          <p:cTn id="152" fill="hold">
                            <p:stCondLst>
                              <p:cond delay="500"/>
                            </p:stCondLst>
                            <p:childTnLst>
                              <p:par>
                                <p:cTn id="153" presetID="1" presetClass="entr" presetSubtype="0" fill="hold" grpId="0" nodeType="afterEffect">
                                  <p:stCondLst>
                                    <p:cond delay="100"/>
                                  </p:stCondLst>
                                  <p:childTnLst>
                                    <p:set>
                                      <p:cBhvr>
                                        <p:cTn id="154" dur="1" fill="hold">
                                          <p:stCondLst>
                                            <p:cond delay="0"/>
                                          </p:stCondLst>
                                        </p:cTn>
                                        <p:tgtEl>
                                          <p:spTgt spid="120">
                                            <p:txEl>
                                              <p:pRg st="1" end="1"/>
                                            </p:txEl>
                                          </p:spTgt>
                                        </p:tgtEl>
                                        <p:attrNameLst>
                                          <p:attrName>style.visibility</p:attrName>
                                        </p:attrNameLst>
                                      </p:cBhvr>
                                      <p:to>
                                        <p:strVal val="visible"/>
                                      </p:to>
                                    </p:set>
                                  </p:childTnLst>
                                </p:cTn>
                              </p:par>
                            </p:childTnLst>
                          </p:cTn>
                        </p:par>
                        <p:par>
                          <p:cTn id="155" fill="hold">
                            <p:stCondLst>
                              <p:cond delay="600"/>
                            </p:stCondLst>
                            <p:childTnLst>
                              <p:par>
                                <p:cTn id="156" presetID="1" presetClass="entr" presetSubtype="0" fill="hold" grpId="0" nodeType="afterEffect">
                                  <p:stCondLst>
                                    <p:cond delay="100"/>
                                  </p:stCondLst>
                                  <p:childTnLst>
                                    <p:set>
                                      <p:cBhvr>
                                        <p:cTn id="157" dur="1" fill="hold">
                                          <p:stCondLst>
                                            <p:cond delay="0"/>
                                          </p:stCondLst>
                                        </p:cTn>
                                        <p:tgtEl>
                                          <p:spTgt spid="120">
                                            <p:txEl>
                                              <p:pRg st="2" end="2"/>
                                            </p:txEl>
                                          </p:spTgt>
                                        </p:tgtEl>
                                        <p:attrNameLst>
                                          <p:attrName>style.visibility</p:attrName>
                                        </p:attrNameLst>
                                      </p:cBhvr>
                                      <p:to>
                                        <p:strVal val="visible"/>
                                      </p:to>
                                    </p:set>
                                  </p:childTnLst>
                                </p:cTn>
                              </p:par>
                            </p:childTnLst>
                          </p:cTn>
                        </p:par>
                        <p:par>
                          <p:cTn id="158" fill="hold">
                            <p:stCondLst>
                              <p:cond delay="700"/>
                            </p:stCondLst>
                            <p:childTnLst>
                              <p:par>
                                <p:cTn id="159" presetID="1" presetClass="entr" presetSubtype="0" fill="hold" grpId="0" nodeType="afterEffect">
                                  <p:stCondLst>
                                    <p:cond delay="100"/>
                                  </p:stCondLst>
                                  <p:childTnLst>
                                    <p:set>
                                      <p:cBhvr>
                                        <p:cTn id="160" dur="1" fill="hold">
                                          <p:stCondLst>
                                            <p:cond delay="0"/>
                                          </p:stCondLst>
                                        </p:cTn>
                                        <p:tgtEl>
                                          <p:spTgt spid="120">
                                            <p:txEl>
                                              <p:pRg st="3" end="3"/>
                                            </p:txEl>
                                          </p:spTgt>
                                        </p:tgtEl>
                                        <p:attrNameLst>
                                          <p:attrName>style.visibility</p:attrName>
                                        </p:attrNameLst>
                                      </p:cBhvr>
                                      <p:to>
                                        <p:strVal val="visible"/>
                                      </p:to>
                                    </p:set>
                                  </p:childTnLst>
                                </p:cTn>
                              </p:par>
                            </p:childTnLst>
                          </p:cTn>
                        </p:par>
                        <p:par>
                          <p:cTn id="161" fill="hold">
                            <p:stCondLst>
                              <p:cond delay="800"/>
                            </p:stCondLst>
                            <p:childTnLst>
                              <p:par>
                                <p:cTn id="162" presetID="1" presetClass="entr" presetSubtype="0" fill="hold" grpId="0" nodeType="afterEffect">
                                  <p:stCondLst>
                                    <p:cond delay="100"/>
                                  </p:stCondLst>
                                  <p:childTnLst>
                                    <p:set>
                                      <p:cBhvr>
                                        <p:cTn id="163" dur="1" fill="hold">
                                          <p:stCondLst>
                                            <p:cond delay="0"/>
                                          </p:stCondLst>
                                        </p:cTn>
                                        <p:tgtEl>
                                          <p:spTgt spid="120">
                                            <p:txEl>
                                              <p:pRg st="4" end="4"/>
                                            </p:txEl>
                                          </p:spTgt>
                                        </p:tgtEl>
                                        <p:attrNameLst>
                                          <p:attrName>style.visibility</p:attrName>
                                        </p:attrNameLst>
                                      </p:cBhvr>
                                      <p:to>
                                        <p:strVal val="visible"/>
                                      </p:to>
                                    </p:set>
                                  </p:childTnLst>
                                </p:cTn>
                              </p:par>
                            </p:childTnLst>
                          </p:cTn>
                        </p:par>
                        <p:par>
                          <p:cTn id="164" fill="hold">
                            <p:stCondLst>
                              <p:cond delay="900"/>
                            </p:stCondLst>
                            <p:childTnLst>
                              <p:par>
                                <p:cTn id="165" presetID="1" presetClass="entr" presetSubtype="0" fill="hold" grpId="0" nodeType="afterEffect">
                                  <p:stCondLst>
                                    <p:cond delay="100"/>
                                  </p:stCondLst>
                                  <p:childTnLst>
                                    <p:set>
                                      <p:cBhvr>
                                        <p:cTn id="166" dur="1" fill="hold">
                                          <p:stCondLst>
                                            <p:cond delay="0"/>
                                          </p:stCondLst>
                                        </p:cTn>
                                        <p:tgtEl>
                                          <p:spTgt spid="120">
                                            <p:txEl>
                                              <p:pRg st="5" end="5"/>
                                            </p:txEl>
                                          </p:spTgt>
                                        </p:tgtEl>
                                        <p:attrNameLst>
                                          <p:attrName>style.visibility</p:attrName>
                                        </p:attrNameLst>
                                      </p:cBhvr>
                                      <p:to>
                                        <p:strVal val="visible"/>
                                      </p:to>
                                    </p:set>
                                  </p:childTnLst>
                                </p:cTn>
                              </p:par>
                            </p:childTnLst>
                          </p:cTn>
                        </p:par>
                        <p:par>
                          <p:cTn id="167" fill="hold">
                            <p:stCondLst>
                              <p:cond delay="1000"/>
                            </p:stCondLst>
                            <p:childTnLst>
                              <p:par>
                                <p:cTn id="168" presetID="1" presetClass="entr" presetSubtype="0" fill="hold" grpId="0" nodeType="afterEffect">
                                  <p:stCondLst>
                                    <p:cond delay="100"/>
                                  </p:stCondLst>
                                  <p:childTnLst>
                                    <p:set>
                                      <p:cBhvr>
                                        <p:cTn id="169" dur="1" fill="hold">
                                          <p:stCondLst>
                                            <p:cond delay="0"/>
                                          </p:stCondLst>
                                        </p:cTn>
                                        <p:tgtEl>
                                          <p:spTgt spid="120">
                                            <p:txEl>
                                              <p:pRg st="6" end="6"/>
                                            </p:txEl>
                                          </p:spTgt>
                                        </p:tgtEl>
                                        <p:attrNameLst>
                                          <p:attrName>style.visibility</p:attrName>
                                        </p:attrNameLst>
                                      </p:cBhvr>
                                      <p:to>
                                        <p:strVal val="visible"/>
                                      </p:to>
                                    </p:set>
                                  </p:childTnLst>
                                </p:cTn>
                              </p:par>
                            </p:childTnLst>
                          </p:cTn>
                        </p:par>
                        <p:par>
                          <p:cTn id="170" fill="hold">
                            <p:stCondLst>
                              <p:cond delay="1100"/>
                            </p:stCondLst>
                            <p:childTnLst>
                              <p:par>
                                <p:cTn id="171" presetID="1" presetClass="entr" presetSubtype="0" fill="hold" grpId="0" nodeType="afterEffect">
                                  <p:stCondLst>
                                    <p:cond delay="100"/>
                                  </p:stCondLst>
                                  <p:childTnLst>
                                    <p:set>
                                      <p:cBhvr>
                                        <p:cTn id="172" dur="1" fill="hold">
                                          <p:stCondLst>
                                            <p:cond delay="0"/>
                                          </p:stCondLst>
                                        </p:cTn>
                                        <p:tgtEl>
                                          <p:spTgt spid="120">
                                            <p:txEl>
                                              <p:pRg st="7" end="7"/>
                                            </p:txEl>
                                          </p:spTgt>
                                        </p:tgtEl>
                                        <p:attrNameLst>
                                          <p:attrName>style.visibility</p:attrName>
                                        </p:attrNameLst>
                                      </p:cBhvr>
                                      <p:to>
                                        <p:strVal val="visible"/>
                                      </p:to>
                                    </p:set>
                                  </p:childTnLst>
                                </p:cTn>
                              </p:par>
                            </p:childTnLst>
                          </p:cTn>
                        </p:par>
                        <p:par>
                          <p:cTn id="173" fill="hold">
                            <p:stCondLst>
                              <p:cond delay="1200"/>
                            </p:stCondLst>
                            <p:childTnLst>
                              <p:par>
                                <p:cTn id="174" presetID="1" presetClass="entr" presetSubtype="0" fill="hold" grpId="0" nodeType="afterEffect">
                                  <p:stCondLst>
                                    <p:cond delay="100"/>
                                  </p:stCondLst>
                                  <p:childTnLst>
                                    <p:set>
                                      <p:cBhvr>
                                        <p:cTn id="175" dur="1" fill="hold">
                                          <p:stCondLst>
                                            <p:cond delay="0"/>
                                          </p:stCondLst>
                                        </p:cTn>
                                        <p:tgtEl>
                                          <p:spTgt spid="120">
                                            <p:txEl>
                                              <p:pRg st="8" end="8"/>
                                            </p:txEl>
                                          </p:spTgt>
                                        </p:tgtEl>
                                        <p:attrNameLst>
                                          <p:attrName>style.visibility</p:attrName>
                                        </p:attrNameLst>
                                      </p:cBhvr>
                                      <p:to>
                                        <p:strVal val="visible"/>
                                      </p:to>
                                    </p:set>
                                  </p:childTnLst>
                                </p:cTn>
                              </p:par>
                            </p:childTnLst>
                          </p:cTn>
                        </p:par>
                        <p:par>
                          <p:cTn id="176" fill="hold">
                            <p:stCondLst>
                              <p:cond delay="1300"/>
                            </p:stCondLst>
                            <p:childTnLst>
                              <p:par>
                                <p:cTn id="177" presetID="1" presetClass="entr" presetSubtype="0" fill="hold" grpId="0" nodeType="afterEffect">
                                  <p:stCondLst>
                                    <p:cond delay="100"/>
                                  </p:stCondLst>
                                  <p:childTnLst>
                                    <p:set>
                                      <p:cBhvr>
                                        <p:cTn id="178" dur="1" fill="hold">
                                          <p:stCondLst>
                                            <p:cond delay="0"/>
                                          </p:stCondLst>
                                        </p:cTn>
                                        <p:tgtEl>
                                          <p:spTgt spid="120">
                                            <p:txEl>
                                              <p:pRg st="9" end="9"/>
                                            </p:txEl>
                                          </p:spTgt>
                                        </p:tgtEl>
                                        <p:attrNameLst>
                                          <p:attrName>style.visibility</p:attrName>
                                        </p:attrNameLst>
                                      </p:cBhvr>
                                      <p:to>
                                        <p:strVal val="visible"/>
                                      </p:to>
                                    </p:set>
                                  </p:childTnLst>
                                </p:cTn>
                              </p:par>
                            </p:childTnLst>
                          </p:cTn>
                        </p:par>
                        <p:par>
                          <p:cTn id="179" fill="hold">
                            <p:stCondLst>
                              <p:cond delay="1400"/>
                            </p:stCondLst>
                            <p:childTnLst>
                              <p:par>
                                <p:cTn id="180" presetID="1" presetClass="entr" presetSubtype="0" fill="hold" grpId="0" nodeType="afterEffect">
                                  <p:stCondLst>
                                    <p:cond delay="100"/>
                                  </p:stCondLst>
                                  <p:childTnLst>
                                    <p:set>
                                      <p:cBhvr>
                                        <p:cTn id="181" dur="1" fill="hold">
                                          <p:stCondLst>
                                            <p:cond delay="0"/>
                                          </p:stCondLst>
                                        </p:cTn>
                                        <p:tgtEl>
                                          <p:spTgt spid="120">
                                            <p:txEl>
                                              <p:pRg st="10" end="10"/>
                                            </p:txEl>
                                          </p:spTgt>
                                        </p:tgtEl>
                                        <p:attrNameLst>
                                          <p:attrName>style.visibility</p:attrName>
                                        </p:attrNameLst>
                                      </p:cBhvr>
                                      <p:to>
                                        <p:strVal val="visible"/>
                                      </p:to>
                                    </p:set>
                                  </p:childTnLst>
                                </p:cTn>
                              </p:par>
                            </p:childTnLst>
                          </p:cTn>
                        </p:par>
                        <p:par>
                          <p:cTn id="182" fill="hold">
                            <p:stCondLst>
                              <p:cond delay="1500"/>
                            </p:stCondLst>
                            <p:childTnLst>
                              <p:par>
                                <p:cTn id="183" presetID="1" presetClass="entr" presetSubtype="0" fill="hold" grpId="0" nodeType="afterEffect">
                                  <p:stCondLst>
                                    <p:cond delay="100"/>
                                  </p:stCondLst>
                                  <p:childTnLst>
                                    <p:set>
                                      <p:cBhvr>
                                        <p:cTn id="184" dur="1" fill="hold">
                                          <p:stCondLst>
                                            <p:cond delay="0"/>
                                          </p:stCondLst>
                                        </p:cTn>
                                        <p:tgtEl>
                                          <p:spTgt spid="120">
                                            <p:txEl>
                                              <p:pRg st="12" end="12"/>
                                            </p:txEl>
                                          </p:spTgt>
                                        </p:tgtEl>
                                        <p:attrNameLst>
                                          <p:attrName>style.visibility</p:attrName>
                                        </p:attrNameLst>
                                      </p:cBhvr>
                                      <p:to>
                                        <p:strVal val="visible"/>
                                      </p:to>
                                    </p:set>
                                  </p:childTnLst>
                                </p:cTn>
                              </p:par>
                            </p:childTnLst>
                          </p:cTn>
                        </p:par>
                        <p:par>
                          <p:cTn id="185" fill="hold">
                            <p:stCondLst>
                              <p:cond delay="1600"/>
                            </p:stCondLst>
                            <p:childTnLst>
                              <p:par>
                                <p:cTn id="186" presetID="1" presetClass="entr" presetSubtype="0" fill="hold" grpId="0" nodeType="afterEffect">
                                  <p:stCondLst>
                                    <p:cond delay="100"/>
                                  </p:stCondLst>
                                  <p:childTnLst>
                                    <p:set>
                                      <p:cBhvr>
                                        <p:cTn id="187" dur="1" fill="hold">
                                          <p:stCondLst>
                                            <p:cond delay="0"/>
                                          </p:stCondLst>
                                        </p:cTn>
                                        <p:tgtEl>
                                          <p:spTgt spid="120">
                                            <p:txEl>
                                              <p:pRg st="13" end="13"/>
                                            </p:txEl>
                                          </p:spTgt>
                                        </p:tgtEl>
                                        <p:attrNameLst>
                                          <p:attrName>style.visibility</p:attrName>
                                        </p:attrNameLst>
                                      </p:cBhvr>
                                      <p:to>
                                        <p:strVal val="visible"/>
                                      </p:to>
                                    </p:set>
                                  </p:childTnLst>
                                </p:cTn>
                              </p:par>
                            </p:childTnLst>
                          </p:cTn>
                        </p:par>
                        <p:par>
                          <p:cTn id="188" fill="hold">
                            <p:stCondLst>
                              <p:cond delay="1700"/>
                            </p:stCondLst>
                            <p:childTnLst>
                              <p:par>
                                <p:cTn id="189" presetID="1" presetClass="entr" presetSubtype="0" fill="hold" grpId="0" nodeType="afterEffect">
                                  <p:stCondLst>
                                    <p:cond delay="100"/>
                                  </p:stCondLst>
                                  <p:childTnLst>
                                    <p:set>
                                      <p:cBhvr>
                                        <p:cTn id="190" dur="1" fill="hold">
                                          <p:stCondLst>
                                            <p:cond delay="0"/>
                                          </p:stCondLst>
                                        </p:cTn>
                                        <p:tgtEl>
                                          <p:spTgt spid="120">
                                            <p:txEl>
                                              <p:pRg st="14" end="14"/>
                                            </p:txEl>
                                          </p:spTgt>
                                        </p:tgtEl>
                                        <p:attrNameLst>
                                          <p:attrName>style.visibility</p:attrName>
                                        </p:attrNameLst>
                                      </p:cBhvr>
                                      <p:to>
                                        <p:strVal val="visible"/>
                                      </p:to>
                                    </p:set>
                                  </p:childTnLst>
                                </p:cTn>
                              </p:par>
                            </p:childTnLst>
                          </p:cTn>
                        </p:par>
                        <p:par>
                          <p:cTn id="191" fill="hold">
                            <p:stCondLst>
                              <p:cond delay="1800"/>
                            </p:stCondLst>
                            <p:childTnLst>
                              <p:par>
                                <p:cTn id="192" presetID="1" presetClass="entr" presetSubtype="0" fill="hold" grpId="0" nodeType="afterEffect">
                                  <p:stCondLst>
                                    <p:cond delay="100"/>
                                  </p:stCondLst>
                                  <p:childTnLst>
                                    <p:set>
                                      <p:cBhvr>
                                        <p:cTn id="193" dur="1" fill="hold">
                                          <p:stCondLst>
                                            <p:cond delay="0"/>
                                          </p:stCondLst>
                                        </p:cTn>
                                        <p:tgtEl>
                                          <p:spTgt spid="120">
                                            <p:txEl>
                                              <p:pRg st="15" end="15"/>
                                            </p:txEl>
                                          </p:spTgt>
                                        </p:tgtEl>
                                        <p:attrNameLst>
                                          <p:attrName>style.visibility</p:attrName>
                                        </p:attrNameLst>
                                      </p:cBhvr>
                                      <p:to>
                                        <p:strVal val="visible"/>
                                      </p:to>
                                    </p:set>
                                  </p:childTnLst>
                                </p:cTn>
                              </p:par>
                            </p:childTnLst>
                          </p:cTn>
                        </p:par>
                        <p:par>
                          <p:cTn id="194" fill="hold">
                            <p:stCondLst>
                              <p:cond delay="1900"/>
                            </p:stCondLst>
                            <p:childTnLst>
                              <p:par>
                                <p:cTn id="195" presetID="1" presetClass="entr" presetSubtype="0" fill="hold" grpId="0" nodeType="afterEffect">
                                  <p:stCondLst>
                                    <p:cond delay="100"/>
                                  </p:stCondLst>
                                  <p:childTnLst>
                                    <p:set>
                                      <p:cBhvr>
                                        <p:cTn id="196" dur="1" fill="hold">
                                          <p:stCondLst>
                                            <p:cond delay="0"/>
                                          </p:stCondLst>
                                        </p:cTn>
                                        <p:tgtEl>
                                          <p:spTgt spid="120">
                                            <p:txEl>
                                              <p:pRg st="16" end="16"/>
                                            </p:txEl>
                                          </p:spTgt>
                                        </p:tgtEl>
                                        <p:attrNameLst>
                                          <p:attrName>style.visibility</p:attrName>
                                        </p:attrNameLst>
                                      </p:cBhvr>
                                      <p:to>
                                        <p:strVal val="visible"/>
                                      </p:to>
                                    </p:set>
                                  </p:childTnLst>
                                </p:cTn>
                              </p:par>
                            </p:childTnLst>
                          </p:cTn>
                        </p:par>
                        <p:par>
                          <p:cTn id="197" fill="hold">
                            <p:stCondLst>
                              <p:cond delay="2000"/>
                            </p:stCondLst>
                            <p:childTnLst>
                              <p:par>
                                <p:cTn id="198" presetID="1" presetClass="entr" presetSubtype="0" fill="hold" grpId="0" nodeType="afterEffect">
                                  <p:stCondLst>
                                    <p:cond delay="100"/>
                                  </p:stCondLst>
                                  <p:childTnLst>
                                    <p:set>
                                      <p:cBhvr>
                                        <p:cTn id="199" dur="1" fill="hold">
                                          <p:stCondLst>
                                            <p:cond delay="0"/>
                                          </p:stCondLst>
                                        </p:cTn>
                                        <p:tgtEl>
                                          <p:spTgt spid="120">
                                            <p:txEl>
                                              <p:pRg st="17" end="17"/>
                                            </p:txEl>
                                          </p:spTgt>
                                        </p:tgtEl>
                                        <p:attrNameLst>
                                          <p:attrName>style.visibility</p:attrName>
                                        </p:attrNameLst>
                                      </p:cBhvr>
                                      <p:to>
                                        <p:strVal val="visible"/>
                                      </p:to>
                                    </p:set>
                                  </p:childTnLst>
                                </p:cTn>
                              </p:par>
                            </p:childTnLst>
                          </p:cTn>
                        </p:par>
                        <p:par>
                          <p:cTn id="200" fill="hold">
                            <p:stCondLst>
                              <p:cond delay="2100"/>
                            </p:stCondLst>
                            <p:childTnLst>
                              <p:par>
                                <p:cTn id="201" presetID="1" presetClass="entr" presetSubtype="0" fill="hold" grpId="0" nodeType="afterEffect">
                                  <p:stCondLst>
                                    <p:cond delay="100"/>
                                  </p:stCondLst>
                                  <p:childTnLst>
                                    <p:set>
                                      <p:cBhvr>
                                        <p:cTn id="202" dur="1" fill="hold">
                                          <p:stCondLst>
                                            <p:cond delay="0"/>
                                          </p:stCondLst>
                                        </p:cTn>
                                        <p:tgtEl>
                                          <p:spTgt spid="120">
                                            <p:txEl>
                                              <p:pRg st="18" end="18"/>
                                            </p:txEl>
                                          </p:spTgt>
                                        </p:tgtEl>
                                        <p:attrNameLst>
                                          <p:attrName>style.visibility</p:attrName>
                                        </p:attrNameLst>
                                      </p:cBhvr>
                                      <p:to>
                                        <p:strVal val="visible"/>
                                      </p:to>
                                    </p:set>
                                  </p:childTnLst>
                                </p:cTn>
                              </p:par>
                            </p:childTnLst>
                          </p:cTn>
                        </p:par>
                        <p:par>
                          <p:cTn id="203" fill="hold">
                            <p:stCondLst>
                              <p:cond delay="2200"/>
                            </p:stCondLst>
                            <p:childTnLst>
                              <p:par>
                                <p:cTn id="204" presetID="1" presetClass="entr" presetSubtype="0" fill="hold" grpId="0" nodeType="afterEffect">
                                  <p:stCondLst>
                                    <p:cond delay="100"/>
                                  </p:stCondLst>
                                  <p:childTnLst>
                                    <p:set>
                                      <p:cBhvr>
                                        <p:cTn id="205" dur="1" fill="hold">
                                          <p:stCondLst>
                                            <p:cond delay="0"/>
                                          </p:stCondLst>
                                        </p:cTn>
                                        <p:tgtEl>
                                          <p:spTgt spid="120">
                                            <p:txEl>
                                              <p:pRg st="20" end="20"/>
                                            </p:txEl>
                                          </p:spTgt>
                                        </p:tgtEl>
                                        <p:attrNameLst>
                                          <p:attrName>style.visibility</p:attrName>
                                        </p:attrNameLst>
                                      </p:cBhvr>
                                      <p:to>
                                        <p:strVal val="visible"/>
                                      </p:to>
                                    </p:set>
                                  </p:childTnLst>
                                </p:cTn>
                              </p:par>
                            </p:childTnLst>
                          </p:cTn>
                        </p:par>
                        <p:par>
                          <p:cTn id="206" fill="hold">
                            <p:stCondLst>
                              <p:cond delay="2300"/>
                            </p:stCondLst>
                            <p:childTnLst>
                              <p:par>
                                <p:cTn id="207" presetID="1" presetClass="entr" presetSubtype="0" fill="hold" grpId="0" nodeType="afterEffect">
                                  <p:stCondLst>
                                    <p:cond delay="100"/>
                                  </p:stCondLst>
                                  <p:childTnLst>
                                    <p:set>
                                      <p:cBhvr>
                                        <p:cTn id="208" dur="1" fill="hold">
                                          <p:stCondLst>
                                            <p:cond delay="0"/>
                                          </p:stCondLst>
                                        </p:cTn>
                                        <p:tgtEl>
                                          <p:spTgt spid="120">
                                            <p:txEl>
                                              <p:pRg st="21" end="21"/>
                                            </p:txEl>
                                          </p:spTgt>
                                        </p:tgtEl>
                                        <p:attrNameLst>
                                          <p:attrName>style.visibility</p:attrName>
                                        </p:attrNameLst>
                                      </p:cBhvr>
                                      <p:to>
                                        <p:strVal val="visible"/>
                                      </p:to>
                                    </p:set>
                                  </p:childTnLst>
                                </p:cTn>
                              </p:par>
                            </p:childTnLst>
                          </p:cTn>
                        </p:par>
                        <p:par>
                          <p:cTn id="209" fill="hold">
                            <p:stCondLst>
                              <p:cond delay="2400"/>
                            </p:stCondLst>
                            <p:childTnLst>
                              <p:par>
                                <p:cTn id="210" presetID="1" presetClass="entr" presetSubtype="0" fill="hold" grpId="0" nodeType="afterEffect">
                                  <p:stCondLst>
                                    <p:cond delay="100"/>
                                  </p:stCondLst>
                                  <p:childTnLst>
                                    <p:set>
                                      <p:cBhvr>
                                        <p:cTn id="211" dur="1" fill="hold">
                                          <p:stCondLst>
                                            <p:cond delay="0"/>
                                          </p:stCondLst>
                                        </p:cTn>
                                        <p:tgtEl>
                                          <p:spTgt spid="120">
                                            <p:txEl>
                                              <p:pRg st="22" end="22"/>
                                            </p:txEl>
                                          </p:spTgt>
                                        </p:tgtEl>
                                        <p:attrNameLst>
                                          <p:attrName>style.visibility</p:attrName>
                                        </p:attrNameLst>
                                      </p:cBhvr>
                                      <p:to>
                                        <p:strVal val="visible"/>
                                      </p:to>
                                    </p:set>
                                  </p:childTnLst>
                                </p:cTn>
                              </p:par>
                            </p:childTnLst>
                          </p:cTn>
                        </p:par>
                      </p:childTnLst>
                    </p:cTn>
                  </p:par>
                  <p:par>
                    <p:cTn id="212" fill="hold">
                      <p:stCondLst>
                        <p:cond delay="indefinite"/>
                      </p:stCondLst>
                      <p:childTnLst>
                        <p:par>
                          <p:cTn id="213" fill="hold">
                            <p:stCondLst>
                              <p:cond delay="0"/>
                            </p:stCondLst>
                            <p:childTnLst>
                              <p:par>
                                <p:cTn id="214" presetID="12" presetClass="entr" presetSubtype="2" fill="hold" grpId="0" nodeType="clickEffect">
                                  <p:stCondLst>
                                    <p:cond delay="0"/>
                                  </p:stCondLst>
                                  <p:childTnLst>
                                    <p:set>
                                      <p:cBhvr>
                                        <p:cTn id="215" dur="1" fill="hold">
                                          <p:stCondLst>
                                            <p:cond delay="0"/>
                                          </p:stCondLst>
                                        </p:cTn>
                                        <p:tgtEl>
                                          <p:spTgt spid="136"/>
                                        </p:tgtEl>
                                        <p:attrNameLst>
                                          <p:attrName>style.visibility</p:attrName>
                                        </p:attrNameLst>
                                      </p:cBhvr>
                                      <p:to>
                                        <p:strVal val="visible"/>
                                      </p:to>
                                    </p:set>
                                    <p:anim calcmode="lin" valueType="num">
                                      <p:cBhvr additive="base">
                                        <p:cTn id="216" dur="500"/>
                                        <p:tgtEl>
                                          <p:spTgt spid="136"/>
                                        </p:tgtEl>
                                        <p:attrNameLst>
                                          <p:attrName>ppt_x</p:attrName>
                                        </p:attrNameLst>
                                      </p:cBhvr>
                                      <p:tavLst>
                                        <p:tav tm="0">
                                          <p:val>
                                            <p:strVal val="#ppt_x+#ppt_w*1.125000"/>
                                          </p:val>
                                        </p:tav>
                                        <p:tav tm="100000">
                                          <p:val>
                                            <p:strVal val="#ppt_x"/>
                                          </p:val>
                                        </p:tav>
                                      </p:tavLst>
                                    </p:anim>
                                    <p:animEffect transition="in" filter="wipe(left)">
                                      <p:cBhvr>
                                        <p:cTn id="217" dur="500"/>
                                        <p:tgtEl>
                                          <p:spTgt spid="136"/>
                                        </p:tgtEl>
                                      </p:cBhvr>
                                    </p:animEffect>
                                  </p:childTnLst>
                                </p:cTn>
                              </p:par>
                            </p:childTnLst>
                          </p:cTn>
                        </p:par>
                        <p:par>
                          <p:cTn id="218" fill="hold">
                            <p:stCondLst>
                              <p:cond delay="500"/>
                            </p:stCondLst>
                            <p:childTnLst>
                              <p:par>
                                <p:cTn id="219" presetID="10" presetClass="entr" presetSubtype="0" fill="hold" grpId="0" nodeType="afterEffect">
                                  <p:stCondLst>
                                    <p:cond delay="0"/>
                                  </p:stCondLst>
                                  <p:childTnLst>
                                    <p:set>
                                      <p:cBhvr>
                                        <p:cTn id="220" dur="1" fill="hold">
                                          <p:stCondLst>
                                            <p:cond delay="0"/>
                                          </p:stCondLst>
                                        </p:cTn>
                                        <p:tgtEl>
                                          <p:spTgt spid="121"/>
                                        </p:tgtEl>
                                        <p:attrNameLst>
                                          <p:attrName>style.visibility</p:attrName>
                                        </p:attrNameLst>
                                      </p:cBhvr>
                                      <p:to>
                                        <p:strVal val="visible"/>
                                      </p:to>
                                    </p:set>
                                    <p:animEffect transition="in" filter="fade">
                                      <p:cBhvr>
                                        <p:cTn id="221" dur="100"/>
                                        <p:tgtEl>
                                          <p:spTgt spid="121"/>
                                        </p:tgtEl>
                                      </p:cBhvr>
                                    </p:animEffect>
                                  </p:childTnLst>
                                </p:cTn>
                              </p:par>
                            </p:childTnLst>
                          </p:cTn>
                        </p:par>
                        <p:par>
                          <p:cTn id="222" fill="hold">
                            <p:stCondLst>
                              <p:cond delay="600"/>
                            </p:stCondLst>
                            <p:childTnLst>
                              <p:par>
                                <p:cTn id="223" presetID="10" presetClass="entr" presetSubtype="0" fill="hold" grpId="0" nodeType="afterEffect">
                                  <p:stCondLst>
                                    <p:cond delay="0"/>
                                  </p:stCondLst>
                                  <p:childTnLst>
                                    <p:set>
                                      <p:cBhvr>
                                        <p:cTn id="224" dur="1" fill="hold">
                                          <p:stCondLst>
                                            <p:cond delay="0"/>
                                          </p:stCondLst>
                                        </p:cTn>
                                        <p:tgtEl>
                                          <p:spTgt spid="122"/>
                                        </p:tgtEl>
                                        <p:attrNameLst>
                                          <p:attrName>style.visibility</p:attrName>
                                        </p:attrNameLst>
                                      </p:cBhvr>
                                      <p:to>
                                        <p:strVal val="visible"/>
                                      </p:to>
                                    </p:set>
                                    <p:animEffect transition="in" filter="fade">
                                      <p:cBhvr>
                                        <p:cTn id="225" dur="100"/>
                                        <p:tgtEl>
                                          <p:spTgt spid="122"/>
                                        </p:tgtEl>
                                      </p:cBhvr>
                                    </p:animEffect>
                                  </p:childTnLst>
                                </p:cTn>
                              </p:par>
                            </p:childTnLst>
                          </p:cTn>
                        </p:par>
                        <p:par>
                          <p:cTn id="226" fill="hold">
                            <p:stCondLst>
                              <p:cond delay="700"/>
                            </p:stCondLst>
                            <p:childTnLst>
                              <p:par>
                                <p:cTn id="227" presetID="10" presetClass="entr" presetSubtype="0" fill="hold" grpId="0" nodeType="afterEffect">
                                  <p:stCondLst>
                                    <p:cond delay="0"/>
                                  </p:stCondLst>
                                  <p:childTnLst>
                                    <p:set>
                                      <p:cBhvr>
                                        <p:cTn id="228" dur="1" fill="hold">
                                          <p:stCondLst>
                                            <p:cond delay="0"/>
                                          </p:stCondLst>
                                        </p:cTn>
                                        <p:tgtEl>
                                          <p:spTgt spid="123"/>
                                        </p:tgtEl>
                                        <p:attrNameLst>
                                          <p:attrName>style.visibility</p:attrName>
                                        </p:attrNameLst>
                                      </p:cBhvr>
                                      <p:to>
                                        <p:strVal val="visible"/>
                                      </p:to>
                                    </p:set>
                                    <p:animEffect transition="in" filter="fade">
                                      <p:cBhvr>
                                        <p:cTn id="229" dur="100"/>
                                        <p:tgtEl>
                                          <p:spTgt spid="123"/>
                                        </p:tgtEl>
                                      </p:cBhvr>
                                    </p:animEffect>
                                  </p:childTnLst>
                                </p:cTn>
                              </p:par>
                            </p:childTnLst>
                          </p:cTn>
                        </p:par>
                        <p:par>
                          <p:cTn id="230" fill="hold">
                            <p:stCondLst>
                              <p:cond delay="800"/>
                            </p:stCondLst>
                            <p:childTnLst>
                              <p:par>
                                <p:cTn id="231" presetID="10" presetClass="entr" presetSubtype="0" fill="hold" grpId="0" nodeType="afterEffect">
                                  <p:stCondLst>
                                    <p:cond delay="0"/>
                                  </p:stCondLst>
                                  <p:childTnLst>
                                    <p:set>
                                      <p:cBhvr>
                                        <p:cTn id="232" dur="1" fill="hold">
                                          <p:stCondLst>
                                            <p:cond delay="0"/>
                                          </p:stCondLst>
                                        </p:cTn>
                                        <p:tgtEl>
                                          <p:spTgt spid="124"/>
                                        </p:tgtEl>
                                        <p:attrNameLst>
                                          <p:attrName>style.visibility</p:attrName>
                                        </p:attrNameLst>
                                      </p:cBhvr>
                                      <p:to>
                                        <p:strVal val="visible"/>
                                      </p:to>
                                    </p:set>
                                    <p:animEffect transition="in" filter="fade">
                                      <p:cBhvr>
                                        <p:cTn id="233" dur="100"/>
                                        <p:tgtEl>
                                          <p:spTgt spid="124"/>
                                        </p:tgtEl>
                                      </p:cBhvr>
                                    </p:animEffect>
                                  </p:childTnLst>
                                </p:cTn>
                              </p:par>
                            </p:childTnLst>
                          </p:cTn>
                        </p:par>
                        <p:par>
                          <p:cTn id="234" fill="hold">
                            <p:stCondLst>
                              <p:cond delay="900"/>
                            </p:stCondLst>
                            <p:childTnLst>
                              <p:par>
                                <p:cTn id="235" presetID="10" presetClass="entr" presetSubtype="0" fill="hold" grpId="0" nodeType="afterEffect">
                                  <p:stCondLst>
                                    <p:cond delay="0"/>
                                  </p:stCondLst>
                                  <p:childTnLst>
                                    <p:set>
                                      <p:cBhvr>
                                        <p:cTn id="236" dur="1" fill="hold">
                                          <p:stCondLst>
                                            <p:cond delay="0"/>
                                          </p:stCondLst>
                                        </p:cTn>
                                        <p:tgtEl>
                                          <p:spTgt spid="125"/>
                                        </p:tgtEl>
                                        <p:attrNameLst>
                                          <p:attrName>style.visibility</p:attrName>
                                        </p:attrNameLst>
                                      </p:cBhvr>
                                      <p:to>
                                        <p:strVal val="visible"/>
                                      </p:to>
                                    </p:set>
                                    <p:animEffect transition="in" filter="fade">
                                      <p:cBhvr>
                                        <p:cTn id="237" dur="100"/>
                                        <p:tgtEl>
                                          <p:spTgt spid="125"/>
                                        </p:tgtEl>
                                      </p:cBhvr>
                                    </p:animEffect>
                                  </p:childTnLst>
                                </p:cTn>
                              </p:par>
                            </p:childTnLst>
                          </p:cTn>
                        </p:par>
                        <p:par>
                          <p:cTn id="238" fill="hold">
                            <p:stCondLst>
                              <p:cond delay="1000"/>
                            </p:stCondLst>
                            <p:childTnLst>
                              <p:par>
                                <p:cTn id="239" presetID="10" presetClass="entr" presetSubtype="0" fill="hold" grpId="0" nodeType="afterEffect">
                                  <p:stCondLst>
                                    <p:cond delay="0"/>
                                  </p:stCondLst>
                                  <p:childTnLst>
                                    <p:set>
                                      <p:cBhvr>
                                        <p:cTn id="240" dur="1" fill="hold">
                                          <p:stCondLst>
                                            <p:cond delay="0"/>
                                          </p:stCondLst>
                                        </p:cTn>
                                        <p:tgtEl>
                                          <p:spTgt spid="126"/>
                                        </p:tgtEl>
                                        <p:attrNameLst>
                                          <p:attrName>style.visibility</p:attrName>
                                        </p:attrNameLst>
                                      </p:cBhvr>
                                      <p:to>
                                        <p:strVal val="visible"/>
                                      </p:to>
                                    </p:set>
                                    <p:animEffect transition="in" filter="fade">
                                      <p:cBhvr>
                                        <p:cTn id="241" dur="100"/>
                                        <p:tgtEl>
                                          <p:spTgt spid="126"/>
                                        </p:tgtEl>
                                      </p:cBhvr>
                                    </p:animEffect>
                                  </p:childTnLst>
                                </p:cTn>
                              </p:par>
                            </p:childTnLst>
                          </p:cTn>
                        </p:par>
                        <p:par>
                          <p:cTn id="242" fill="hold">
                            <p:stCondLst>
                              <p:cond delay="1100"/>
                            </p:stCondLst>
                            <p:childTnLst>
                              <p:par>
                                <p:cTn id="243" presetID="10" presetClass="entr" presetSubtype="0" fill="hold" grpId="0" nodeType="afterEffect">
                                  <p:stCondLst>
                                    <p:cond delay="0"/>
                                  </p:stCondLst>
                                  <p:childTnLst>
                                    <p:set>
                                      <p:cBhvr>
                                        <p:cTn id="244" dur="1" fill="hold">
                                          <p:stCondLst>
                                            <p:cond delay="0"/>
                                          </p:stCondLst>
                                        </p:cTn>
                                        <p:tgtEl>
                                          <p:spTgt spid="127"/>
                                        </p:tgtEl>
                                        <p:attrNameLst>
                                          <p:attrName>style.visibility</p:attrName>
                                        </p:attrNameLst>
                                      </p:cBhvr>
                                      <p:to>
                                        <p:strVal val="visible"/>
                                      </p:to>
                                    </p:set>
                                    <p:animEffect transition="in" filter="fade">
                                      <p:cBhvr>
                                        <p:cTn id="245" dur="100"/>
                                        <p:tgtEl>
                                          <p:spTgt spid="127"/>
                                        </p:tgtEl>
                                      </p:cBhvr>
                                    </p:animEffect>
                                  </p:childTnLst>
                                </p:cTn>
                              </p:par>
                            </p:childTnLst>
                          </p:cTn>
                        </p:par>
                        <p:par>
                          <p:cTn id="246" fill="hold">
                            <p:stCondLst>
                              <p:cond delay="1200"/>
                            </p:stCondLst>
                            <p:childTnLst>
                              <p:par>
                                <p:cTn id="247" presetID="10" presetClass="entr" presetSubtype="0" fill="hold" grpId="0" nodeType="afterEffect">
                                  <p:stCondLst>
                                    <p:cond delay="0"/>
                                  </p:stCondLst>
                                  <p:childTnLst>
                                    <p:set>
                                      <p:cBhvr>
                                        <p:cTn id="248" dur="1" fill="hold">
                                          <p:stCondLst>
                                            <p:cond delay="0"/>
                                          </p:stCondLst>
                                        </p:cTn>
                                        <p:tgtEl>
                                          <p:spTgt spid="128"/>
                                        </p:tgtEl>
                                        <p:attrNameLst>
                                          <p:attrName>style.visibility</p:attrName>
                                        </p:attrNameLst>
                                      </p:cBhvr>
                                      <p:to>
                                        <p:strVal val="visible"/>
                                      </p:to>
                                    </p:set>
                                    <p:animEffect transition="in" filter="fade">
                                      <p:cBhvr>
                                        <p:cTn id="249" dur="100"/>
                                        <p:tgtEl>
                                          <p:spTgt spid="128"/>
                                        </p:tgtEl>
                                      </p:cBhvr>
                                    </p:animEffect>
                                  </p:childTnLst>
                                </p:cTn>
                              </p:par>
                            </p:childTnLst>
                          </p:cTn>
                        </p:par>
                        <p:par>
                          <p:cTn id="250" fill="hold">
                            <p:stCondLst>
                              <p:cond delay="1300"/>
                            </p:stCondLst>
                            <p:childTnLst>
                              <p:par>
                                <p:cTn id="251" presetID="10" presetClass="entr" presetSubtype="0" fill="hold" grpId="0" nodeType="afterEffect">
                                  <p:stCondLst>
                                    <p:cond delay="0"/>
                                  </p:stCondLst>
                                  <p:childTnLst>
                                    <p:set>
                                      <p:cBhvr>
                                        <p:cTn id="252" dur="1" fill="hold">
                                          <p:stCondLst>
                                            <p:cond delay="0"/>
                                          </p:stCondLst>
                                        </p:cTn>
                                        <p:tgtEl>
                                          <p:spTgt spid="129"/>
                                        </p:tgtEl>
                                        <p:attrNameLst>
                                          <p:attrName>style.visibility</p:attrName>
                                        </p:attrNameLst>
                                      </p:cBhvr>
                                      <p:to>
                                        <p:strVal val="visible"/>
                                      </p:to>
                                    </p:set>
                                    <p:animEffect transition="in" filter="fade">
                                      <p:cBhvr>
                                        <p:cTn id="253" dur="100"/>
                                        <p:tgtEl>
                                          <p:spTgt spid="129"/>
                                        </p:tgtEl>
                                      </p:cBhvr>
                                    </p:animEffect>
                                  </p:childTnLst>
                                </p:cTn>
                              </p:par>
                            </p:childTnLst>
                          </p:cTn>
                        </p:par>
                        <p:par>
                          <p:cTn id="254" fill="hold">
                            <p:stCondLst>
                              <p:cond delay="1400"/>
                            </p:stCondLst>
                            <p:childTnLst>
                              <p:par>
                                <p:cTn id="255" presetID="10" presetClass="entr" presetSubtype="0" fill="hold" grpId="0" nodeType="afterEffect">
                                  <p:stCondLst>
                                    <p:cond delay="0"/>
                                  </p:stCondLst>
                                  <p:childTnLst>
                                    <p:set>
                                      <p:cBhvr>
                                        <p:cTn id="256" dur="1" fill="hold">
                                          <p:stCondLst>
                                            <p:cond delay="0"/>
                                          </p:stCondLst>
                                        </p:cTn>
                                        <p:tgtEl>
                                          <p:spTgt spid="130"/>
                                        </p:tgtEl>
                                        <p:attrNameLst>
                                          <p:attrName>style.visibility</p:attrName>
                                        </p:attrNameLst>
                                      </p:cBhvr>
                                      <p:to>
                                        <p:strVal val="visible"/>
                                      </p:to>
                                    </p:set>
                                    <p:animEffect transition="in" filter="fade">
                                      <p:cBhvr>
                                        <p:cTn id="257" dur="100"/>
                                        <p:tgtEl>
                                          <p:spTgt spid="130"/>
                                        </p:tgtEl>
                                      </p:cBhvr>
                                    </p:animEffect>
                                  </p:childTnLst>
                                </p:cTn>
                              </p:par>
                            </p:childTnLst>
                          </p:cTn>
                        </p:par>
                        <p:par>
                          <p:cTn id="258" fill="hold">
                            <p:stCondLst>
                              <p:cond delay="1500"/>
                            </p:stCondLst>
                            <p:childTnLst>
                              <p:par>
                                <p:cTn id="259" presetID="10" presetClass="entr" presetSubtype="0" fill="hold" grpId="0" nodeType="afterEffect">
                                  <p:stCondLst>
                                    <p:cond delay="0"/>
                                  </p:stCondLst>
                                  <p:childTnLst>
                                    <p:set>
                                      <p:cBhvr>
                                        <p:cTn id="260" dur="1" fill="hold">
                                          <p:stCondLst>
                                            <p:cond delay="0"/>
                                          </p:stCondLst>
                                        </p:cTn>
                                        <p:tgtEl>
                                          <p:spTgt spid="131"/>
                                        </p:tgtEl>
                                        <p:attrNameLst>
                                          <p:attrName>style.visibility</p:attrName>
                                        </p:attrNameLst>
                                      </p:cBhvr>
                                      <p:to>
                                        <p:strVal val="visible"/>
                                      </p:to>
                                    </p:set>
                                    <p:animEffect transition="in" filter="fade">
                                      <p:cBhvr>
                                        <p:cTn id="261" dur="100"/>
                                        <p:tgtEl>
                                          <p:spTgt spid="131"/>
                                        </p:tgtEl>
                                      </p:cBhvr>
                                    </p:animEffect>
                                  </p:childTnLst>
                                </p:cTn>
                              </p:par>
                            </p:childTnLst>
                          </p:cTn>
                        </p:par>
                        <p:par>
                          <p:cTn id="262" fill="hold">
                            <p:stCondLst>
                              <p:cond delay="1600"/>
                            </p:stCondLst>
                            <p:childTnLst>
                              <p:par>
                                <p:cTn id="263" presetID="10" presetClass="entr" presetSubtype="0" fill="hold" grpId="0" nodeType="afterEffect">
                                  <p:stCondLst>
                                    <p:cond delay="0"/>
                                  </p:stCondLst>
                                  <p:childTnLst>
                                    <p:set>
                                      <p:cBhvr>
                                        <p:cTn id="264" dur="1" fill="hold">
                                          <p:stCondLst>
                                            <p:cond delay="0"/>
                                          </p:stCondLst>
                                        </p:cTn>
                                        <p:tgtEl>
                                          <p:spTgt spid="132"/>
                                        </p:tgtEl>
                                        <p:attrNameLst>
                                          <p:attrName>style.visibility</p:attrName>
                                        </p:attrNameLst>
                                      </p:cBhvr>
                                      <p:to>
                                        <p:strVal val="visible"/>
                                      </p:to>
                                    </p:set>
                                    <p:animEffect transition="in" filter="fade">
                                      <p:cBhvr>
                                        <p:cTn id="265" dur="100"/>
                                        <p:tgtEl>
                                          <p:spTgt spid="132"/>
                                        </p:tgtEl>
                                      </p:cBhvr>
                                    </p:animEffect>
                                  </p:childTnLst>
                                </p:cTn>
                              </p:par>
                            </p:childTnLst>
                          </p:cTn>
                        </p:par>
                        <p:par>
                          <p:cTn id="266" fill="hold">
                            <p:stCondLst>
                              <p:cond delay="1700"/>
                            </p:stCondLst>
                            <p:childTnLst>
                              <p:par>
                                <p:cTn id="267" presetID="10" presetClass="entr" presetSubtype="0" fill="hold" grpId="0" nodeType="afterEffect">
                                  <p:stCondLst>
                                    <p:cond delay="0"/>
                                  </p:stCondLst>
                                  <p:childTnLst>
                                    <p:set>
                                      <p:cBhvr>
                                        <p:cTn id="268" dur="1" fill="hold">
                                          <p:stCondLst>
                                            <p:cond delay="0"/>
                                          </p:stCondLst>
                                        </p:cTn>
                                        <p:tgtEl>
                                          <p:spTgt spid="133"/>
                                        </p:tgtEl>
                                        <p:attrNameLst>
                                          <p:attrName>style.visibility</p:attrName>
                                        </p:attrNameLst>
                                      </p:cBhvr>
                                      <p:to>
                                        <p:strVal val="visible"/>
                                      </p:to>
                                    </p:set>
                                    <p:animEffect transition="in" filter="fade">
                                      <p:cBhvr>
                                        <p:cTn id="269" dur="100"/>
                                        <p:tgtEl>
                                          <p:spTgt spid="133"/>
                                        </p:tgtEl>
                                      </p:cBhvr>
                                    </p:animEffect>
                                  </p:childTnLst>
                                </p:cTn>
                              </p:par>
                            </p:childTnLst>
                          </p:cTn>
                        </p:par>
                        <p:par>
                          <p:cTn id="270" fill="hold">
                            <p:stCondLst>
                              <p:cond delay="1800"/>
                            </p:stCondLst>
                            <p:childTnLst>
                              <p:par>
                                <p:cTn id="271" presetID="10" presetClass="entr" presetSubtype="0" fill="hold" grpId="0" nodeType="afterEffect">
                                  <p:stCondLst>
                                    <p:cond delay="0"/>
                                  </p:stCondLst>
                                  <p:childTnLst>
                                    <p:set>
                                      <p:cBhvr>
                                        <p:cTn id="272" dur="1" fill="hold">
                                          <p:stCondLst>
                                            <p:cond delay="0"/>
                                          </p:stCondLst>
                                        </p:cTn>
                                        <p:tgtEl>
                                          <p:spTgt spid="134"/>
                                        </p:tgtEl>
                                        <p:attrNameLst>
                                          <p:attrName>style.visibility</p:attrName>
                                        </p:attrNameLst>
                                      </p:cBhvr>
                                      <p:to>
                                        <p:strVal val="visible"/>
                                      </p:to>
                                    </p:set>
                                    <p:animEffect transition="in" filter="fade">
                                      <p:cBhvr>
                                        <p:cTn id="273" dur="100"/>
                                        <p:tgtEl>
                                          <p:spTgt spid="134"/>
                                        </p:tgtEl>
                                      </p:cBhvr>
                                    </p:animEffect>
                                  </p:childTnLst>
                                </p:cTn>
                              </p:par>
                            </p:childTnLst>
                          </p:cTn>
                        </p:par>
                        <p:par>
                          <p:cTn id="274" fill="hold">
                            <p:stCondLst>
                              <p:cond delay="1900"/>
                            </p:stCondLst>
                            <p:childTnLst>
                              <p:par>
                                <p:cTn id="275" presetID="10" presetClass="entr" presetSubtype="0" fill="hold" grpId="0" nodeType="afterEffect">
                                  <p:stCondLst>
                                    <p:cond delay="0"/>
                                  </p:stCondLst>
                                  <p:childTnLst>
                                    <p:set>
                                      <p:cBhvr>
                                        <p:cTn id="276" dur="1" fill="hold">
                                          <p:stCondLst>
                                            <p:cond delay="0"/>
                                          </p:stCondLst>
                                        </p:cTn>
                                        <p:tgtEl>
                                          <p:spTgt spid="135"/>
                                        </p:tgtEl>
                                        <p:attrNameLst>
                                          <p:attrName>style.visibility</p:attrName>
                                        </p:attrNameLst>
                                      </p:cBhvr>
                                      <p:to>
                                        <p:strVal val="visible"/>
                                      </p:to>
                                    </p:set>
                                    <p:animEffect transition="in" filter="fade">
                                      <p:cBhvr>
                                        <p:cTn id="277" dur="1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66" grpId="0"/>
      <p:bldP spid="75" grpId="0" animBg="1"/>
      <p:bldP spid="77" grpId="0" animBg="1"/>
      <p:bldP spid="78" grpId="0" animBg="1"/>
      <p:bldP spid="79" grpId="0" animBg="1"/>
      <p:bldP spid="100" grpId="0" animBg="1"/>
      <p:bldP spid="101" grpId="0" animBg="1"/>
      <p:bldP spid="102" grpId="0" animBg="1"/>
      <p:bldP spid="119" grpId="0"/>
      <p:bldP spid="120" grpId="0" uiExpand="1" build="p" bldLvl="2"/>
      <p:bldP spid="121" grpId="0"/>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FF4F-0C02-B746-72C7-6C49141F3F9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2DF1326-3031-F74E-5587-F50E5028DC26}"/>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13" name="Straight Connector 12">
            <a:extLst>
              <a:ext uri="{FF2B5EF4-FFF2-40B4-BE49-F238E27FC236}">
                <a16:creationId xmlns:a16="http://schemas.microsoft.com/office/drawing/2014/main" id="{A8EB5937-76EE-D76C-1E0D-1746CD1D7AB1}"/>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D9B06B10-AE97-182B-8226-A2DA28C2B5AA}"/>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34D7A0CD-CA5D-51DC-9172-9738E038BD9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A5886BC3-194E-B31E-7E41-4E7F2E46AE21}"/>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7" name="Oval 16">
            <a:extLst>
              <a:ext uri="{FF2B5EF4-FFF2-40B4-BE49-F238E27FC236}">
                <a16:creationId xmlns:a16="http://schemas.microsoft.com/office/drawing/2014/main" id="{D20F53E3-F30C-7CBE-2189-4D947DFA28C5}"/>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9" name="Oval 18">
            <a:extLst>
              <a:ext uri="{FF2B5EF4-FFF2-40B4-BE49-F238E27FC236}">
                <a16:creationId xmlns:a16="http://schemas.microsoft.com/office/drawing/2014/main" id="{9138D75A-5E40-A021-6A89-C066646148D0}"/>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0" name="Oval 19">
            <a:extLst>
              <a:ext uri="{FF2B5EF4-FFF2-40B4-BE49-F238E27FC236}">
                <a16:creationId xmlns:a16="http://schemas.microsoft.com/office/drawing/2014/main" id="{E3C2ED1E-679D-4895-AA48-BFB430EC13AE}"/>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1" name="Oval 20">
            <a:extLst>
              <a:ext uri="{FF2B5EF4-FFF2-40B4-BE49-F238E27FC236}">
                <a16:creationId xmlns:a16="http://schemas.microsoft.com/office/drawing/2014/main" id="{A777602F-B8CC-3A16-52D8-CBC5A62CAF1A}"/>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2" name="TextBox 21">
            <a:extLst>
              <a:ext uri="{FF2B5EF4-FFF2-40B4-BE49-F238E27FC236}">
                <a16:creationId xmlns:a16="http://schemas.microsoft.com/office/drawing/2014/main" id="{2415A375-BE89-6800-FC3F-2587FF3E2BFC}"/>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24" name="TextBox 23">
            <a:extLst>
              <a:ext uri="{FF2B5EF4-FFF2-40B4-BE49-F238E27FC236}">
                <a16:creationId xmlns:a16="http://schemas.microsoft.com/office/drawing/2014/main" id="{9497BCE7-C825-90EA-96EF-763137CF00C6}"/>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25" name="TextBox 24">
            <a:extLst>
              <a:ext uri="{FF2B5EF4-FFF2-40B4-BE49-F238E27FC236}">
                <a16:creationId xmlns:a16="http://schemas.microsoft.com/office/drawing/2014/main" id="{FCD32417-9A41-D5CE-3F75-8297E6C2CAAA}"/>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solidFill>
                <a:latin typeface="+mj-lt"/>
              </a:rPr>
              <a:t>Coûts</a:t>
            </a:r>
          </a:p>
        </p:txBody>
      </p:sp>
      <p:sp>
        <p:nvSpPr>
          <p:cNvPr id="26" name="TextBox 25">
            <a:extLst>
              <a:ext uri="{FF2B5EF4-FFF2-40B4-BE49-F238E27FC236}">
                <a16:creationId xmlns:a16="http://schemas.microsoft.com/office/drawing/2014/main" id="{B94F7009-808F-8FE4-54CA-8B8E2CB53A6B}"/>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Processus</a:t>
            </a:r>
          </a:p>
        </p:txBody>
      </p:sp>
      <p:sp>
        <p:nvSpPr>
          <p:cNvPr id="27" name="Oval 26">
            <a:extLst>
              <a:ext uri="{FF2B5EF4-FFF2-40B4-BE49-F238E27FC236}">
                <a16:creationId xmlns:a16="http://schemas.microsoft.com/office/drawing/2014/main" id="{45363E5F-2E1D-5D3A-7E65-6C6F99A39E33}"/>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9" name="Title 1">
            <a:extLst>
              <a:ext uri="{FF2B5EF4-FFF2-40B4-BE49-F238E27FC236}">
                <a16:creationId xmlns:a16="http://schemas.microsoft.com/office/drawing/2014/main" id="{03A1E8C7-3662-29C9-3804-21734D748845}"/>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Coût de migration:</a:t>
            </a:r>
          </a:p>
        </p:txBody>
      </p:sp>
      <p:graphicFrame>
        <p:nvGraphicFramePr>
          <p:cNvPr id="2" name="Table 1">
            <a:extLst>
              <a:ext uri="{FF2B5EF4-FFF2-40B4-BE49-F238E27FC236}">
                <a16:creationId xmlns:a16="http://schemas.microsoft.com/office/drawing/2014/main" id="{6DC6DA2F-E804-0F93-0CA3-98206AB8BB8C}"/>
              </a:ext>
            </a:extLst>
          </p:cNvPr>
          <p:cNvGraphicFramePr>
            <a:graphicFrameLocks noGrp="1"/>
          </p:cNvGraphicFramePr>
          <p:nvPr>
            <p:extLst>
              <p:ext uri="{D42A27DB-BD31-4B8C-83A1-F6EECF244321}">
                <p14:modId xmlns:p14="http://schemas.microsoft.com/office/powerpoint/2010/main" val="2522108456"/>
              </p:ext>
            </p:extLst>
          </p:nvPr>
        </p:nvGraphicFramePr>
        <p:xfrm>
          <a:off x="353165" y="2307441"/>
          <a:ext cx="11483235" cy="2480095"/>
        </p:xfrm>
        <a:graphic>
          <a:graphicData uri="http://schemas.openxmlformats.org/drawingml/2006/table">
            <a:tbl>
              <a:tblPr firstRow="1" firstCol="1" bandRow="1">
                <a:tableStyleId>{5C22544A-7EE6-4342-B048-85BDC9FD1C3A}</a:tableStyleId>
              </a:tblPr>
              <a:tblGrid>
                <a:gridCol w="8626218">
                  <a:extLst>
                    <a:ext uri="{9D8B030D-6E8A-4147-A177-3AD203B41FA5}">
                      <a16:colId xmlns:a16="http://schemas.microsoft.com/office/drawing/2014/main" val="1325577778"/>
                    </a:ext>
                  </a:extLst>
                </a:gridCol>
                <a:gridCol w="2857017">
                  <a:extLst>
                    <a:ext uri="{9D8B030D-6E8A-4147-A177-3AD203B41FA5}">
                      <a16:colId xmlns:a16="http://schemas.microsoft.com/office/drawing/2014/main" val="111934625"/>
                    </a:ext>
                  </a:extLst>
                </a:gridCol>
              </a:tblGrid>
              <a:tr h="248928">
                <a:tc>
                  <a:txBody>
                    <a:bodyPr/>
                    <a:lstStyle/>
                    <a:p>
                      <a:pPr marL="0" marR="0" algn="r">
                        <a:buNone/>
                      </a:pPr>
                      <a:r>
                        <a:rPr lang="en-CA" sz="1400" kern="100" dirty="0">
                          <a:effectLst/>
                          <a:latin typeface="Aptos" panose="020B0004020202020204" pitchFamily="34" charset="0"/>
                          <a:ea typeface="Aptos" panose="020B0004020202020204" pitchFamily="34" charset="0"/>
                          <a:cs typeface="Times New Roman" panose="02020603050405020304" pitchFamily="18" charset="0"/>
                        </a:rPr>
                        <a:t>Nombre de </a:t>
                      </a:r>
                      <a:r>
                        <a:rPr lang="en-CA" sz="1400" kern="100" dirty="0" err="1">
                          <a:effectLst/>
                          <a:latin typeface="Aptos" panose="020B0004020202020204" pitchFamily="34" charset="0"/>
                          <a:ea typeface="Aptos" panose="020B0004020202020204" pitchFamily="34" charset="0"/>
                          <a:cs typeface="Times New Roman" panose="02020603050405020304" pitchFamily="18" charset="0"/>
                        </a:rPr>
                        <a:t>citoyens</a:t>
                      </a:r>
                      <a:r>
                        <a:rPr lang="en-CA" sz="1400" kern="100" dirty="0">
                          <a:effectLst/>
                          <a:latin typeface="Aptos" panose="020B0004020202020204" pitchFamily="34" charset="0"/>
                          <a:ea typeface="Aptos" panose="020B0004020202020204" pitchFamily="34" charset="0"/>
                          <a:cs typeface="Times New Roman" panose="02020603050405020304" pitchFamily="18" charset="0"/>
                        </a:rPr>
                        <a:t> de </a:t>
                      </a:r>
                      <a:r>
                        <a:rPr lang="en-CA" sz="1400" kern="100" dirty="0" err="1">
                          <a:effectLst/>
                          <a:latin typeface="Aptos" panose="020B0004020202020204" pitchFamily="34" charset="0"/>
                          <a:ea typeface="Aptos" panose="020B0004020202020204" pitchFamily="34" charset="0"/>
                          <a:cs typeface="Times New Roman" panose="02020603050405020304" pitchFamily="18" charset="0"/>
                        </a:rPr>
                        <a:t>chaque</a:t>
                      </a:r>
                      <a:r>
                        <a:rPr lang="en-CA" sz="1400" kern="100" dirty="0">
                          <a:effectLst/>
                          <a:latin typeface="Aptos" panose="020B0004020202020204" pitchFamily="34" charset="0"/>
                          <a:ea typeface="Aptos" panose="020B0004020202020204" pitchFamily="34" charset="0"/>
                          <a:cs typeface="Times New Roman" panose="02020603050405020304" pitchFamily="18" charset="0"/>
                        </a:rPr>
                        <a:t> </a:t>
                      </a:r>
                      <a:r>
                        <a:rPr lang="en-CA" sz="1400" kern="100" dirty="0" err="1">
                          <a:effectLst/>
                          <a:latin typeface="Aptos" panose="020B0004020202020204" pitchFamily="34" charset="0"/>
                          <a:ea typeface="Aptos" panose="020B0004020202020204" pitchFamily="34" charset="0"/>
                          <a:cs typeface="Times New Roman" panose="02020603050405020304" pitchFamily="18" charset="0"/>
                        </a:rPr>
                        <a:t>municipalité</a:t>
                      </a:r>
                      <a:r>
                        <a:rPr lang="en-CA" sz="1400" kern="100" dirty="0">
                          <a:effectLst/>
                          <a:latin typeface="Aptos" panose="020B0004020202020204" pitchFamily="34" charset="0"/>
                          <a:ea typeface="Aptos" panose="020B0004020202020204" pitchFamily="34" charset="0"/>
                          <a:cs typeface="Times New Roman" panose="02020603050405020304" pitchFamily="18" charset="0"/>
                        </a:rPr>
                        <a:t>, </a:t>
                      </a:r>
                      <a:r>
                        <a:rPr lang="en-CA" sz="1400" kern="100" dirty="0" err="1">
                          <a:effectLst/>
                          <a:latin typeface="Aptos" panose="020B0004020202020204" pitchFamily="34" charset="0"/>
                          <a:ea typeface="Aptos" panose="020B0004020202020204" pitchFamily="34" charset="0"/>
                          <a:cs typeface="Times New Roman" panose="02020603050405020304" pitchFamily="18" charset="0"/>
                        </a:rPr>
                        <a:t>selon</a:t>
                      </a:r>
                      <a:r>
                        <a:rPr lang="en-CA" sz="1400" kern="100" dirty="0">
                          <a:effectLst/>
                          <a:latin typeface="Aptos" panose="020B0004020202020204" pitchFamily="34" charset="0"/>
                          <a:ea typeface="Aptos" panose="020B0004020202020204" pitchFamily="34" charset="0"/>
                          <a:cs typeface="Times New Roman" panose="02020603050405020304" pitchFamily="18" charset="0"/>
                        </a:rPr>
                        <a:t> le </a:t>
                      </a:r>
                      <a:r>
                        <a:rPr lang="en-CA" sz="1400" kern="100" dirty="0" err="1">
                          <a:effectLst/>
                          <a:latin typeface="Aptos" panose="020B0004020202020204" pitchFamily="34" charset="0"/>
                          <a:ea typeface="Aptos" panose="020B0004020202020204" pitchFamily="34" charset="0"/>
                          <a:cs typeface="Times New Roman" panose="02020603050405020304" pitchFamily="18" charset="0"/>
                        </a:rPr>
                        <a:t>Décrêt</a:t>
                      </a:r>
                      <a:r>
                        <a:rPr lang="en-CA" sz="1400" kern="100" dirty="0">
                          <a:effectLst/>
                          <a:latin typeface="Aptos" panose="020B0004020202020204" pitchFamily="34" charset="0"/>
                          <a:ea typeface="Aptos" panose="020B0004020202020204" pitchFamily="34" charset="0"/>
                          <a:cs typeface="Times New Roman" panose="02020603050405020304" pitchFamily="18" charset="0"/>
                        </a:rPr>
                        <a:t> 2026 du </a:t>
                      </a:r>
                      <a:r>
                        <a:rPr lang="en-CA" sz="1400" kern="100" dirty="0" err="1">
                          <a:effectLst/>
                          <a:latin typeface="Aptos" panose="020B0004020202020204" pitchFamily="34" charset="0"/>
                          <a:ea typeface="Aptos" panose="020B0004020202020204" pitchFamily="34" charset="0"/>
                          <a:cs typeface="Times New Roman" panose="02020603050405020304" pitchFamily="18" charset="0"/>
                        </a:rPr>
                        <a:t>Gouvernement</a:t>
                      </a:r>
                      <a:r>
                        <a:rPr lang="en-CA" sz="1400" kern="100" dirty="0">
                          <a:effectLst/>
                          <a:latin typeface="Aptos" panose="020B0004020202020204" pitchFamily="34" charset="0"/>
                          <a:ea typeface="Aptos" panose="020B0004020202020204" pitchFamily="34" charset="0"/>
                          <a:cs typeface="Times New Roman" panose="02020603050405020304" pitchFamily="18" charset="0"/>
                        </a:rPr>
                        <a:t> du Québec</a:t>
                      </a:r>
                    </a:p>
                  </a:txBody>
                  <a:tcPr marL="72000" marR="72000" marT="36000" marB="36000">
                    <a:solidFill>
                      <a:srgbClr val="0063C1"/>
                    </a:solidFill>
                  </a:tcPr>
                </a:tc>
                <a:tc>
                  <a:txBody>
                    <a:bodyPr/>
                    <a:lstStyle/>
                    <a:p>
                      <a:pPr marL="0" marR="0" algn="r">
                        <a:buNone/>
                      </a:pPr>
                      <a:r>
                        <a:rPr lang="en-CA" sz="1400" kern="100" dirty="0">
                          <a:effectLst/>
                          <a:latin typeface="Aptos" panose="020B0004020202020204" pitchFamily="34" charset="0"/>
                          <a:ea typeface="Aptos" panose="020B0004020202020204" pitchFamily="34" charset="0"/>
                          <a:cs typeface="Times New Roman" panose="02020603050405020304" pitchFamily="18" charset="0"/>
                        </a:rPr>
                        <a:t>Prix par </a:t>
                      </a:r>
                      <a:r>
                        <a:rPr lang="en-CA" sz="1400" kern="100" dirty="0" err="1">
                          <a:effectLst/>
                          <a:latin typeface="Aptos" panose="020B0004020202020204" pitchFamily="34" charset="0"/>
                          <a:ea typeface="Aptos" panose="020B0004020202020204" pitchFamily="34" charset="0"/>
                          <a:cs typeface="Times New Roman" panose="02020603050405020304" pitchFamily="18" charset="0"/>
                        </a:rPr>
                        <a:t>municipalité</a:t>
                      </a:r>
                      <a:r>
                        <a:rPr lang="en-CA" sz="1400" kern="100" dirty="0">
                          <a:effectLst/>
                          <a:latin typeface="Aptos" panose="020B0004020202020204" pitchFamily="34" charset="0"/>
                          <a:ea typeface="Aptos" panose="020B0004020202020204" pitchFamily="34" charset="0"/>
                          <a:cs typeface="Times New Roman" panose="02020603050405020304" pitchFamily="18" charset="0"/>
                        </a:rPr>
                        <a:t> </a:t>
                      </a:r>
                      <a:r>
                        <a:rPr lang="en-CA" sz="1400" b="0" kern="100" dirty="0">
                          <a:effectLst/>
                          <a:latin typeface="Aptos" panose="020B0004020202020204" pitchFamily="34" charset="0"/>
                          <a:ea typeface="Aptos" panose="020B0004020202020204" pitchFamily="34" charset="0"/>
                          <a:cs typeface="Times New Roman" panose="02020603050405020304" pitchFamily="18" charset="0"/>
                        </a:rPr>
                        <a:t>(+</a:t>
                      </a:r>
                      <a:r>
                        <a:rPr lang="en-CA" sz="1400" b="0" kern="100" dirty="0" err="1">
                          <a:effectLst/>
                          <a:latin typeface="Aptos" panose="020B0004020202020204" pitchFamily="34" charset="0"/>
                          <a:ea typeface="Aptos" panose="020B0004020202020204" pitchFamily="34" charset="0"/>
                          <a:cs typeface="Times New Roman" panose="02020603050405020304" pitchFamily="18" charset="0"/>
                        </a:rPr>
                        <a:t>tx</a:t>
                      </a:r>
                      <a:r>
                        <a:rPr lang="en-CA" sz="1400" b="0" kern="100" dirty="0">
                          <a:effectLst/>
                          <a:latin typeface="Aptos" panose="020B0004020202020204" pitchFamily="34" charset="0"/>
                          <a:ea typeface="Aptos" panose="020B0004020202020204" pitchFamily="34" charset="0"/>
                          <a:cs typeface="Times New Roman" panose="02020603050405020304" pitchFamily="18" charset="0"/>
                        </a:rPr>
                        <a:t>)</a:t>
                      </a:r>
                    </a:p>
                  </a:txBody>
                  <a:tcPr marL="72000" marR="72000" marT="36000" marB="36000">
                    <a:solidFill>
                      <a:srgbClr val="0063C1"/>
                    </a:solidFill>
                  </a:tcPr>
                </a:tc>
                <a:extLst>
                  <a:ext uri="{0D108BD9-81ED-4DB2-BD59-A6C34878D82A}">
                    <a16:rowId xmlns:a16="http://schemas.microsoft.com/office/drawing/2014/main" val="1740431198"/>
                  </a:ext>
                </a:extLst>
              </a:tr>
              <a:tr h="438947">
                <a:tc>
                  <a:txBody>
                    <a:bodyPr/>
                    <a:lstStyle/>
                    <a:p>
                      <a:pPr marL="0" marR="0" algn="r">
                        <a:buNone/>
                      </a:pPr>
                      <a:r>
                        <a:rPr lang="en-CA" sz="2400" b="1" kern="100" dirty="0" err="1">
                          <a:solidFill>
                            <a:srgbClr val="008F00"/>
                          </a:solidFill>
                          <a:effectLst/>
                          <a:latin typeface="+mn-lt"/>
                          <a:ea typeface="Aptos" panose="020B0004020202020204" pitchFamily="34" charset="0"/>
                          <a:cs typeface="Times New Roman" panose="02020603050405020304" pitchFamily="18" charset="0"/>
                        </a:rPr>
                        <a:t>Jusqu’à</a:t>
                      </a:r>
                      <a:r>
                        <a:rPr lang="en-CA" sz="2400" b="1" kern="100" dirty="0">
                          <a:solidFill>
                            <a:srgbClr val="008F00"/>
                          </a:solidFill>
                          <a:effectLst/>
                          <a:latin typeface="+mn-lt"/>
                          <a:ea typeface="Aptos" panose="020B0004020202020204" pitchFamily="34" charset="0"/>
                          <a:cs typeface="Times New Roman" panose="02020603050405020304" pitchFamily="18" charset="0"/>
                        </a:rPr>
                        <a:t> 4,000 </a:t>
                      </a:r>
                      <a:r>
                        <a:rPr lang="en-CA" sz="2400" b="0" kern="100" dirty="0" err="1">
                          <a:solidFill>
                            <a:srgbClr val="008F00"/>
                          </a:solidFill>
                          <a:effectLst/>
                          <a:latin typeface="+mn-lt"/>
                          <a:ea typeface="Aptos" panose="020B0004020202020204" pitchFamily="34" charset="0"/>
                          <a:cs typeface="Times New Roman" panose="02020603050405020304" pitchFamily="18" charset="0"/>
                        </a:rPr>
                        <a:t>citoyens</a:t>
                      </a:r>
                      <a:endParaRPr lang="en-CA" sz="2400" b="0" kern="100" dirty="0">
                        <a:solidFill>
                          <a:srgbClr val="008F00"/>
                        </a:solidFill>
                        <a:effectLst/>
                        <a:latin typeface="+mn-lt"/>
                        <a:ea typeface="Aptos" panose="020B0004020202020204" pitchFamily="34" charset="0"/>
                        <a:cs typeface="Times New Roman" panose="02020603050405020304" pitchFamily="18" charset="0"/>
                      </a:endParaRPr>
                    </a:p>
                  </a:txBody>
                  <a:tcPr marL="67990" marR="67990" marT="0" marB="0" anchor="ctr">
                    <a:solidFill>
                      <a:schemeClr val="tx2">
                        <a:lumMod val="10000"/>
                        <a:lumOff val="90000"/>
                      </a:schemeClr>
                    </a:solidFill>
                  </a:tcPr>
                </a:tc>
                <a:tc>
                  <a:txBody>
                    <a:bodyPr/>
                    <a:lstStyle/>
                    <a:p>
                      <a:pPr marL="0" marR="0" algn="r">
                        <a:buNone/>
                      </a:pPr>
                      <a:r>
                        <a:rPr lang="en-CA" sz="2400" b="1" kern="100" dirty="0">
                          <a:solidFill>
                            <a:srgbClr val="008F00"/>
                          </a:solidFill>
                          <a:effectLst/>
                          <a:latin typeface="+mj-lt"/>
                          <a:ea typeface="Aptos" panose="020B0004020202020204" pitchFamily="34" charset="0"/>
                          <a:cs typeface="Times New Roman" panose="02020603050405020304" pitchFamily="18" charset="0"/>
                        </a:rPr>
                        <a:t>3000</a:t>
                      </a:r>
                      <a:r>
                        <a:rPr lang="en-CA" sz="2400" b="0" kern="100" dirty="0">
                          <a:solidFill>
                            <a:srgbClr val="008F00"/>
                          </a:solidFill>
                          <a:effectLst/>
                          <a:latin typeface="+mj-lt"/>
                          <a:ea typeface="Aptos" panose="020B0004020202020204" pitchFamily="34" charset="0"/>
                          <a:cs typeface="Times New Roman" panose="02020603050405020304" pitchFamily="18" charset="0"/>
                        </a:rPr>
                        <a:t> $</a:t>
                      </a:r>
                    </a:p>
                  </a:txBody>
                  <a:tcPr marL="67990" marR="67990" marT="0" marB="0" anchor="ctr">
                    <a:solidFill>
                      <a:schemeClr val="tx2">
                        <a:lumMod val="10000"/>
                        <a:lumOff val="90000"/>
                      </a:schemeClr>
                    </a:solidFill>
                  </a:tcPr>
                </a:tc>
                <a:extLst>
                  <a:ext uri="{0D108BD9-81ED-4DB2-BD59-A6C34878D82A}">
                    <a16:rowId xmlns:a16="http://schemas.microsoft.com/office/drawing/2014/main" val="2219666333"/>
                  </a:ext>
                </a:extLst>
              </a:tr>
              <a:tr h="43894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CA" sz="2400" b="0" kern="100">
                          <a:solidFill>
                            <a:schemeClr val="tx1"/>
                          </a:solidFill>
                          <a:effectLst/>
                          <a:latin typeface="+mn-lt"/>
                          <a:ea typeface="Aptos" panose="020B0004020202020204" pitchFamily="34" charset="0"/>
                          <a:cs typeface="Times New Roman" panose="02020603050405020304" pitchFamily="18" charset="0"/>
                        </a:rPr>
                        <a:t>Tranche</a:t>
                      </a:r>
                      <a:r>
                        <a:rPr lang="en-CA" sz="2400" b="1" kern="100">
                          <a:solidFill>
                            <a:schemeClr val="tx1"/>
                          </a:solidFill>
                          <a:effectLst/>
                          <a:latin typeface="+mn-lt"/>
                          <a:ea typeface="Aptos" panose="020B0004020202020204" pitchFamily="34" charset="0"/>
                          <a:cs typeface="Times New Roman" panose="02020603050405020304" pitchFamily="18" charset="0"/>
                        </a:rPr>
                        <a:t> 4,001 </a:t>
                      </a:r>
                      <a:r>
                        <a:rPr lang="en-CA" sz="2400" b="0" kern="100">
                          <a:solidFill>
                            <a:schemeClr val="tx1"/>
                          </a:solidFill>
                          <a:effectLst/>
                          <a:latin typeface="+mn-lt"/>
                          <a:ea typeface="Aptos" panose="020B0004020202020204" pitchFamily="34" charset="0"/>
                          <a:cs typeface="Times New Roman" panose="02020603050405020304" pitchFamily="18" charset="0"/>
                        </a:rPr>
                        <a:t>à</a:t>
                      </a:r>
                      <a:r>
                        <a:rPr lang="en-CA" sz="2400" b="1" kern="100">
                          <a:solidFill>
                            <a:schemeClr val="tx1"/>
                          </a:solidFill>
                          <a:effectLst/>
                          <a:latin typeface="+mn-lt"/>
                          <a:ea typeface="Aptos" panose="020B0004020202020204" pitchFamily="34" charset="0"/>
                          <a:cs typeface="Times New Roman" panose="02020603050405020304" pitchFamily="18" charset="0"/>
                        </a:rPr>
                        <a:t> 7,000 </a:t>
                      </a:r>
                      <a:r>
                        <a:rPr lang="en-CA" sz="2400" b="0" kern="100" err="1">
                          <a:solidFill>
                            <a:schemeClr val="tx1"/>
                          </a:solidFill>
                          <a:effectLst/>
                          <a:latin typeface="+mn-lt"/>
                          <a:ea typeface="Aptos" panose="020B0004020202020204" pitchFamily="34" charset="0"/>
                          <a:cs typeface="Times New Roman" panose="02020603050405020304" pitchFamily="18" charset="0"/>
                        </a:rPr>
                        <a:t>citoyens</a:t>
                      </a:r>
                      <a:endParaRPr lang="en-CA" sz="2400" b="0" kern="100">
                        <a:solidFill>
                          <a:schemeClr val="tx1"/>
                        </a:solidFill>
                        <a:effectLst/>
                        <a:latin typeface="+mn-lt"/>
                        <a:ea typeface="Aptos" panose="020B0004020202020204" pitchFamily="34" charset="0"/>
                        <a:cs typeface="Times New Roman" panose="02020603050405020304" pitchFamily="18" charset="0"/>
                      </a:endParaRPr>
                    </a:p>
                  </a:txBody>
                  <a:tcPr marL="67990" marR="67990" marT="0" marB="0" anchor="c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CA" sz="2400" b="1" kern="100">
                          <a:solidFill>
                            <a:schemeClr val="tx1"/>
                          </a:solidFill>
                          <a:effectLst/>
                          <a:latin typeface="+mn-lt"/>
                          <a:ea typeface="Aptos" panose="020B0004020202020204" pitchFamily="34" charset="0"/>
                          <a:cs typeface="Times New Roman" panose="02020603050405020304" pitchFamily="18" charset="0"/>
                        </a:rPr>
                        <a:t>4000</a:t>
                      </a:r>
                      <a:r>
                        <a:rPr lang="en-CA" sz="2400" b="0" kern="100">
                          <a:solidFill>
                            <a:schemeClr val="tx1"/>
                          </a:solidFill>
                          <a:effectLst/>
                          <a:latin typeface="+mn-lt"/>
                          <a:ea typeface="Aptos" panose="020B0004020202020204" pitchFamily="34" charset="0"/>
                          <a:cs typeface="Times New Roman" panose="02020603050405020304" pitchFamily="18" charset="0"/>
                        </a:rPr>
                        <a:t> $</a:t>
                      </a:r>
                    </a:p>
                  </a:txBody>
                  <a:tcPr marL="67990" marR="67990" marT="0" marB="0" anchor="ctr">
                    <a:noFill/>
                  </a:tcPr>
                </a:tc>
                <a:extLst>
                  <a:ext uri="{0D108BD9-81ED-4DB2-BD59-A6C34878D82A}">
                    <a16:rowId xmlns:a16="http://schemas.microsoft.com/office/drawing/2014/main" val="1270063139"/>
                  </a:ext>
                </a:extLst>
              </a:tr>
              <a:tr h="43894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CA" sz="2400" b="0" kern="100">
                          <a:solidFill>
                            <a:schemeClr val="tx1"/>
                          </a:solidFill>
                          <a:effectLst/>
                          <a:latin typeface="+mn-lt"/>
                          <a:ea typeface="Aptos" panose="020B0004020202020204" pitchFamily="34" charset="0"/>
                          <a:cs typeface="Times New Roman" panose="02020603050405020304" pitchFamily="18" charset="0"/>
                        </a:rPr>
                        <a:t>Tranche</a:t>
                      </a:r>
                      <a:r>
                        <a:rPr lang="en-CA" sz="2400" b="1" kern="100">
                          <a:solidFill>
                            <a:schemeClr val="tx1"/>
                          </a:solidFill>
                          <a:effectLst/>
                          <a:latin typeface="+mn-lt"/>
                          <a:ea typeface="Aptos" panose="020B0004020202020204" pitchFamily="34" charset="0"/>
                          <a:cs typeface="Times New Roman" panose="02020603050405020304" pitchFamily="18" charset="0"/>
                        </a:rPr>
                        <a:t> 7,001 </a:t>
                      </a:r>
                      <a:r>
                        <a:rPr lang="en-CA" sz="2400" b="0" kern="100">
                          <a:solidFill>
                            <a:schemeClr val="tx1"/>
                          </a:solidFill>
                          <a:effectLst/>
                          <a:latin typeface="+mn-lt"/>
                          <a:ea typeface="Aptos" panose="020B0004020202020204" pitchFamily="34" charset="0"/>
                          <a:cs typeface="Times New Roman" panose="02020603050405020304" pitchFamily="18" charset="0"/>
                        </a:rPr>
                        <a:t>à</a:t>
                      </a:r>
                      <a:r>
                        <a:rPr lang="en-CA" sz="2400" b="1" kern="100">
                          <a:solidFill>
                            <a:schemeClr val="tx1"/>
                          </a:solidFill>
                          <a:effectLst/>
                          <a:latin typeface="+mn-lt"/>
                          <a:ea typeface="Aptos" panose="020B0004020202020204" pitchFamily="34" charset="0"/>
                          <a:cs typeface="Times New Roman" panose="02020603050405020304" pitchFamily="18" charset="0"/>
                        </a:rPr>
                        <a:t> 12,000 </a:t>
                      </a:r>
                      <a:r>
                        <a:rPr lang="en-CA" sz="2400" b="0" kern="100" err="1">
                          <a:solidFill>
                            <a:schemeClr val="tx1"/>
                          </a:solidFill>
                          <a:effectLst/>
                          <a:latin typeface="+mn-lt"/>
                          <a:ea typeface="Aptos" panose="020B0004020202020204" pitchFamily="34" charset="0"/>
                          <a:cs typeface="Times New Roman" panose="02020603050405020304" pitchFamily="18" charset="0"/>
                        </a:rPr>
                        <a:t>citoyens</a:t>
                      </a:r>
                      <a:endParaRPr lang="en-CA" sz="2400" b="0" kern="100">
                        <a:solidFill>
                          <a:schemeClr val="tx1"/>
                        </a:solidFill>
                        <a:effectLst/>
                        <a:latin typeface="+mn-lt"/>
                        <a:ea typeface="Aptos" panose="020B0004020202020204" pitchFamily="34" charset="0"/>
                        <a:cs typeface="Times New Roman" panose="02020603050405020304" pitchFamily="18" charset="0"/>
                      </a:endParaRPr>
                    </a:p>
                  </a:txBody>
                  <a:tcPr marL="67990" marR="67990" marT="0" marB="0" anchor="ctr">
                    <a:solidFill>
                      <a:schemeClr val="tx2">
                        <a:lumMod val="10000"/>
                        <a:lumOff val="9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CA" sz="2400" b="1" kern="100">
                          <a:solidFill>
                            <a:schemeClr val="tx1"/>
                          </a:solidFill>
                          <a:effectLst/>
                          <a:latin typeface="+mn-lt"/>
                          <a:ea typeface="Aptos" panose="020B0004020202020204" pitchFamily="34" charset="0"/>
                          <a:cs typeface="Times New Roman" panose="02020603050405020304" pitchFamily="18" charset="0"/>
                        </a:rPr>
                        <a:t>6000</a:t>
                      </a:r>
                      <a:r>
                        <a:rPr lang="en-CA" sz="2400" b="0" kern="100">
                          <a:solidFill>
                            <a:schemeClr val="tx1"/>
                          </a:solidFill>
                          <a:effectLst/>
                          <a:latin typeface="+mn-lt"/>
                          <a:ea typeface="Aptos" panose="020B0004020202020204" pitchFamily="34" charset="0"/>
                          <a:cs typeface="Times New Roman" panose="02020603050405020304" pitchFamily="18" charset="0"/>
                        </a:rPr>
                        <a:t> $</a:t>
                      </a:r>
                    </a:p>
                  </a:txBody>
                  <a:tcPr marL="67990" marR="67990" marT="0" marB="0" anchor="ctr">
                    <a:solidFill>
                      <a:schemeClr val="tx2">
                        <a:lumMod val="10000"/>
                        <a:lumOff val="90000"/>
                      </a:schemeClr>
                    </a:solidFill>
                  </a:tcPr>
                </a:tc>
                <a:extLst>
                  <a:ext uri="{0D108BD9-81ED-4DB2-BD59-A6C34878D82A}">
                    <a16:rowId xmlns:a16="http://schemas.microsoft.com/office/drawing/2014/main" val="1755151281"/>
                  </a:ext>
                </a:extLst>
              </a:tr>
              <a:tr h="43894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CA" sz="2400" b="0" kern="100" dirty="0">
                          <a:solidFill>
                            <a:schemeClr val="tx1"/>
                          </a:solidFill>
                          <a:effectLst/>
                          <a:latin typeface="+mn-lt"/>
                          <a:ea typeface="Aptos" panose="020B0004020202020204" pitchFamily="34" charset="0"/>
                          <a:cs typeface="Times New Roman" panose="02020603050405020304" pitchFamily="18" charset="0"/>
                        </a:rPr>
                        <a:t>Tranche</a:t>
                      </a:r>
                      <a:r>
                        <a:rPr lang="en-CA" sz="2400" b="1" kern="100" dirty="0">
                          <a:solidFill>
                            <a:schemeClr val="tx1"/>
                          </a:solidFill>
                          <a:effectLst/>
                          <a:latin typeface="+mn-lt"/>
                          <a:ea typeface="Aptos" panose="020B0004020202020204" pitchFamily="34" charset="0"/>
                          <a:cs typeface="Times New Roman" panose="02020603050405020304" pitchFamily="18" charset="0"/>
                        </a:rPr>
                        <a:t> 12,001 </a:t>
                      </a:r>
                      <a:r>
                        <a:rPr lang="en-CA" sz="2400" b="0" kern="100" dirty="0">
                          <a:solidFill>
                            <a:schemeClr val="tx1"/>
                          </a:solidFill>
                          <a:effectLst/>
                          <a:latin typeface="+mn-lt"/>
                          <a:ea typeface="Aptos" panose="020B0004020202020204" pitchFamily="34" charset="0"/>
                          <a:cs typeface="Times New Roman" panose="02020603050405020304" pitchFamily="18" charset="0"/>
                        </a:rPr>
                        <a:t>à</a:t>
                      </a:r>
                      <a:r>
                        <a:rPr lang="en-CA" sz="2400" b="1" kern="100" dirty="0">
                          <a:solidFill>
                            <a:schemeClr val="tx1"/>
                          </a:solidFill>
                          <a:effectLst/>
                          <a:latin typeface="+mn-lt"/>
                          <a:ea typeface="Aptos" panose="020B0004020202020204" pitchFamily="34" charset="0"/>
                          <a:cs typeface="Times New Roman" panose="02020603050405020304" pitchFamily="18" charset="0"/>
                        </a:rPr>
                        <a:t> 25,000 </a:t>
                      </a:r>
                      <a:r>
                        <a:rPr lang="en-CA" sz="2400" b="0" kern="100" dirty="0" err="1">
                          <a:solidFill>
                            <a:schemeClr val="tx1"/>
                          </a:solidFill>
                          <a:effectLst/>
                          <a:latin typeface="+mn-lt"/>
                          <a:ea typeface="Aptos" panose="020B0004020202020204" pitchFamily="34" charset="0"/>
                          <a:cs typeface="Times New Roman" panose="02020603050405020304" pitchFamily="18" charset="0"/>
                        </a:rPr>
                        <a:t>citoyens</a:t>
                      </a:r>
                      <a:endParaRPr lang="en-CA" sz="2400" b="0" kern="100" dirty="0">
                        <a:solidFill>
                          <a:schemeClr val="tx1"/>
                        </a:solidFill>
                        <a:effectLst/>
                        <a:latin typeface="+mn-lt"/>
                        <a:ea typeface="Aptos" panose="020B0004020202020204" pitchFamily="34" charset="0"/>
                        <a:cs typeface="Times New Roman" panose="02020603050405020304" pitchFamily="18" charset="0"/>
                      </a:endParaRPr>
                    </a:p>
                  </a:txBody>
                  <a:tcPr marL="67990" marR="67990" marT="0" marB="0" anchor="c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CA" sz="2400" b="1" kern="100">
                          <a:solidFill>
                            <a:schemeClr val="tx1"/>
                          </a:solidFill>
                          <a:effectLst/>
                          <a:latin typeface="+mn-lt"/>
                          <a:ea typeface="Aptos" panose="020B0004020202020204" pitchFamily="34" charset="0"/>
                          <a:cs typeface="Times New Roman" panose="02020603050405020304" pitchFamily="18" charset="0"/>
                        </a:rPr>
                        <a:t>7500</a:t>
                      </a:r>
                      <a:r>
                        <a:rPr lang="en-CA" sz="2400" b="0" kern="100">
                          <a:solidFill>
                            <a:schemeClr val="tx1"/>
                          </a:solidFill>
                          <a:effectLst/>
                          <a:latin typeface="+mn-lt"/>
                          <a:ea typeface="Aptos" panose="020B0004020202020204" pitchFamily="34" charset="0"/>
                          <a:cs typeface="Times New Roman" panose="02020603050405020304" pitchFamily="18" charset="0"/>
                        </a:rPr>
                        <a:t> $</a:t>
                      </a:r>
                    </a:p>
                  </a:txBody>
                  <a:tcPr marL="67990" marR="67990" marT="0" marB="0" anchor="ctr">
                    <a:noFill/>
                  </a:tcPr>
                </a:tc>
                <a:extLst>
                  <a:ext uri="{0D108BD9-81ED-4DB2-BD59-A6C34878D82A}">
                    <a16:rowId xmlns:a16="http://schemas.microsoft.com/office/drawing/2014/main" val="2861744014"/>
                  </a:ext>
                </a:extLst>
              </a:tr>
              <a:tr h="43894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CA" sz="2400" b="0" kern="100">
                          <a:solidFill>
                            <a:schemeClr val="tx1"/>
                          </a:solidFill>
                          <a:effectLst/>
                          <a:latin typeface="+mn-lt"/>
                          <a:ea typeface="Aptos" panose="020B0004020202020204" pitchFamily="34" charset="0"/>
                          <a:cs typeface="Times New Roman" panose="02020603050405020304" pitchFamily="18" charset="0"/>
                        </a:rPr>
                        <a:t>Plus de </a:t>
                      </a:r>
                      <a:r>
                        <a:rPr lang="en-CA" sz="2400" b="1" kern="100">
                          <a:solidFill>
                            <a:schemeClr val="tx1"/>
                          </a:solidFill>
                          <a:effectLst/>
                          <a:latin typeface="+mn-lt"/>
                          <a:ea typeface="Aptos" panose="020B0004020202020204" pitchFamily="34" charset="0"/>
                          <a:cs typeface="Times New Roman" panose="02020603050405020304" pitchFamily="18" charset="0"/>
                        </a:rPr>
                        <a:t>25,000 </a:t>
                      </a:r>
                      <a:r>
                        <a:rPr lang="en-CA" sz="2400" b="0" kern="100" err="1">
                          <a:solidFill>
                            <a:schemeClr val="tx1"/>
                          </a:solidFill>
                          <a:effectLst/>
                          <a:latin typeface="+mn-lt"/>
                          <a:ea typeface="Aptos" panose="020B0004020202020204" pitchFamily="34" charset="0"/>
                          <a:cs typeface="Times New Roman" panose="02020603050405020304" pitchFamily="18" charset="0"/>
                        </a:rPr>
                        <a:t>citoyens</a:t>
                      </a:r>
                      <a:endParaRPr lang="en-CA" sz="2400" b="0" kern="100">
                        <a:solidFill>
                          <a:schemeClr val="tx1"/>
                        </a:solidFill>
                        <a:effectLst/>
                        <a:latin typeface="+mn-lt"/>
                        <a:ea typeface="Aptos" panose="020B0004020202020204" pitchFamily="34" charset="0"/>
                        <a:cs typeface="Times New Roman" panose="02020603050405020304" pitchFamily="18" charset="0"/>
                      </a:endParaRPr>
                    </a:p>
                  </a:txBody>
                  <a:tcPr marL="67990" marR="67990" marT="0" marB="0" anchor="ctr">
                    <a:solidFill>
                      <a:schemeClr val="tx2">
                        <a:lumMod val="10000"/>
                        <a:lumOff val="9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CA" sz="1600" b="0" kern="100" dirty="0" err="1">
                          <a:solidFill>
                            <a:schemeClr val="tx1"/>
                          </a:solidFill>
                          <a:effectLst/>
                          <a:latin typeface="+mn-lt"/>
                          <a:ea typeface="Aptos" panose="020B0004020202020204" pitchFamily="34" charset="0"/>
                          <a:cs typeface="Times New Roman" panose="02020603050405020304" pitchFamily="18" charset="0"/>
                        </a:rPr>
                        <a:t>Contactez</a:t>
                      </a:r>
                      <a:r>
                        <a:rPr lang="en-CA" sz="1600" b="0" kern="100" dirty="0">
                          <a:solidFill>
                            <a:schemeClr val="tx1"/>
                          </a:solidFill>
                          <a:effectLst/>
                          <a:latin typeface="+mn-lt"/>
                          <a:ea typeface="Aptos" panose="020B0004020202020204" pitchFamily="34" charset="0"/>
                          <a:cs typeface="Times New Roman" panose="02020603050405020304" pitchFamily="18" charset="0"/>
                        </a:rPr>
                        <a:t>-nous</a:t>
                      </a:r>
                      <a:endParaRPr lang="en-CA" sz="2400" b="0" kern="100" dirty="0">
                        <a:solidFill>
                          <a:schemeClr val="tx1"/>
                        </a:solidFill>
                        <a:effectLst/>
                        <a:latin typeface="+mn-lt"/>
                        <a:ea typeface="Aptos" panose="020B0004020202020204" pitchFamily="34" charset="0"/>
                        <a:cs typeface="Times New Roman" panose="02020603050405020304" pitchFamily="18" charset="0"/>
                      </a:endParaRPr>
                    </a:p>
                  </a:txBody>
                  <a:tcPr marL="67990" marR="67990" marT="0" marB="0" anchor="ctr">
                    <a:solidFill>
                      <a:schemeClr val="tx2">
                        <a:lumMod val="10000"/>
                        <a:lumOff val="90000"/>
                      </a:schemeClr>
                    </a:solidFill>
                  </a:tcPr>
                </a:tc>
                <a:extLst>
                  <a:ext uri="{0D108BD9-81ED-4DB2-BD59-A6C34878D82A}">
                    <a16:rowId xmlns:a16="http://schemas.microsoft.com/office/drawing/2014/main" val="1911911936"/>
                  </a:ext>
                </a:extLst>
              </a:tr>
            </a:tbl>
          </a:graphicData>
        </a:graphic>
      </p:graphicFrame>
      <p:sp>
        <p:nvSpPr>
          <p:cNvPr id="7" name="Oval 6">
            <a:extLst>
              <a:ext uri="{FF2B5EF4-FFF2-40B4-BE49-F238E27FC236}">
                <a16:creationId xmlns:a16="http://schemas.microsoft.com/office/drawing/2014/main" id="{A68F2AC3-F3AA-109C-E08F-654C7AD50873}"/>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5" name="Oval 34">
            <a:extLst>
              <a:ext uri="{FF2B5EF4-FFF2-40B4-BE49-F238E27FC236}">
                <a16:creationId xmlns:a16="http://schemas.microsoft.com/office/drawing/2014/main" id="{B655736F-3A85-8A72-74D0-A5E8D9022266}"/>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6" name="TextBox 35">
            <a:extLst>
              <a:ext uri="{FF2B5EF4-FFF2-40B4-BE49-F238E27FC236}">
                <a16:creationId xmlns:a16="http://schemas.microsoft.com/office/drawing/2014/main" id="{96D5ACB3-5005-84F7-481D-103B7E144547}"/>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38" name="Oval 37">
            <a:extLst>
              <a:ext uri="{FF2B5EF4-FFF2-40B4-BE49-F238E27FC236}">
                <a16:creationId xmlns:a16="http://schemas.microsoft.com/office/drawing/2014/main" id="{9EDC27E1-5035-AC63-A606-EC1A96541F00}"/>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9" name="Oval 38">
            <a:extLst>
              <a:ext uri="{FF2B5EF4-FFF2-40B4-BE49-F238E27FC236}">
                <a16:creationId xmlns:a16="http://schemas.microsoft.com/office/drawing/2014/main" id="{A9F4ECA1-182D-72F1-7DF3-A5C1725D2B0C}"/>
              </a:ext>
            </a:extLst>
          </p:cNvPr>
          <p:cNvSpPr/>
          <p:nvPr/>
        </p:nvSpPr>
        <p:spPr>
          <a:xfrm>
            <a:off x="9302204"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 name="TextBox 4">
            <a:extLst>
              <a:ext uri="{FF2B5EF4-FFF2-40B4-BE49-F238E27FC236}">
                <a16:creationId xmlns:a16="http://schemas.microsoft.com/office/drawing/2014/main" id="{980DCB2D-15F1-D451-6CB9-930E694953E8}"/>
              </a:ext>
            </a:extLst>
          </p:cNvPr>
          <p:cNvSpPr txBox="1"/>
          <p:nvPr/>
        </p:nvSpPr>
        <p:spPr>
          <a:xfrm>
            <a:off x="345101" y="5014986"/>
            <a:ext cx="11540067" cy="1821011"/>
          </a:xfrm>
          <a:prstGeom prst="rect">
            <a:avLst/>
          </a:prstGeom>
          <a:noFill/>
        </p:spPr>
        <p:txBody>
          <a:bodyPr wrap="square" lIns="0" rIns="0" rtlCol="0">
            <a:spAutoFit/>
          </a:bodyPr>
          <a:lstStyle/>
          <a:p>
            <a:pPr>
              <a:spcBef>
                <a:spcPts val="600"/>
              </a:spcBef>
            </a:pPr>
            <a:r>
              <a:rPr lang="fr-CA" sz="2400" b="1" dirty="0">
                <a:solidFill>
                  <a:srgbClr val="C00000"/>
                </a:solidFill>
                <a:latin typeface="+mj-lt"/>
              </a:rPr>
              <a:t>Calcul pour les serveurs Multi-services</a:t>
            </a:r>
            <a:r>
              <a:rPr lang="fr-CA" sz="2400" dirty="0">
                <a:latin typeface="+mj-lt"/>
              </a:rPr>
              <a:t>: Additionner le coût individuel de </a:t>
            </a:r>
            <a:r>
              <a:rPr lang="fr-CA" sz="2400" u="sng" dirty="0">
                <a:latin typeface="+mj-lt"/>
              </a:rPr>
              <a:t>toutes</a:t>
            </a:r>
            <a:r>
              <a:rPr lang="fr-CA" sz="2400" dirty="0">
                <a:latin typeface="+mj-lt"/>
              </a:rPr>
              <a:t> les municipalités, </a:t>
            </a:r>
            <a:r>
              <a:rPr lang="fr-CA" sz="2400" b="1" dirty="0">
                <a:solidFill>
                  <a:srgbClr val="008F00"/>
                </a:solidFill>
                <a:latin typeface="+mj-lt"/>
              </a:rPr>
              <a:t>moins 10% (économie de groupe)</a:t>
            </a:r>
            <a:r>
              <a:rPr lang="fr-CA" sz="2400" dirty="0">
                <a:latin typeface="+mj-lt"/>
              </a:rPr>
              <a:t>. Le coût peut être facturé au regroupement en totalité, ou à chaque municipalité au prorata de sa population.</a:t>
            </a:r>
          </a:p>
          <a:p>
            <a:pPr>
              <a:spcBef>
                <a:spcPts val="1000"/>
              </a:spcBef>
              <a:tabLst>
                <a:tab pos="906463" algn="l"/>
              </a:tabLst>
            </a:pPr>
            <a:r>
              <a:rPr lang="fr-CA" sz="1600" b="1" dirty="0">
                <a:solidFill>
                  <a:schemeClr val="tx1">
                    <a:lumMod val="50000"/>
                    <a:lumOff val="50000"/>
                  </a:schemeClr>
                </a:solidFill>
                <a:latin typeface="+mj-lt"/>
              </a:rPr>
              <a:t>Exemple</a:t>
            </a:r>
            <a:r>
              <a:rPr lang="fr-CA" sz="1600" dirty="0">
                <a:solidFill>
                  <a:schemeClr val="tx1">
                    <a:lumMod val="50000"/>
                    <a:lumOff val="50000"/>
                  </a:schemeClr>
                </a:solidFill>
                <a:latin typeface="+mj-lt"/>
              </a:rPr>
              <a:t>: 	Municipalité A de </a:t>
            </a:r>
            <a:r>
              <a:rPr lang="fr-CA" sz="1600" b="1" dirty="0">
                <a:solidFill>
                  <a:schemeClr val="tx1">
                    <a:lumMod val="50000"/>
                    <a:lumOff val="50000"/>
                  </a:schemeClr>
                </a:solidFill>
                <a:latin typeface="+mj-lt"/>
              </a:rPr>
              <a:t>3612</a:t>
            </a:r>
            <a:r>
              <a:rPr lang="fr-CA" sz="1600" dirty="0">
                <a:solidFill>
                  <a:schemeClr val="tx1">
                    <a:lumMod val="50000"/>
                    <a:lumOff val="50000"/>
                  </a:schemeClr>
                </a:solidFill>
                <a:latin typeface="+mj-lt"/>
              </a:rPr>
              <a:t> citoyens, Municipalité B de </a:t>
            </a:r>
            <a:r>
              <a:rPr lang="fr-CA" sz="1600" b="1" dirty="0">
                <a:solidFill>
                  <a:schemeClr val="tx1">
                    <a:lumMod val="50000"/>
                    <a:lumOff val="50000"/>
                  </a:schemeClr>
                </a:solidFill>
                <a:latin typeface="+mj-lt"/>
              </a:rPr>
              <a:t>4425</a:t>
            </a:r>
            <a:r>
              <a:rPr lang="fr-CA" sz="1600" dirty="0">
                <a:solidFill>
                  <a:schemeClr val="tx1">
                    <a:lumMod val="50000"/>
                    <a:lumOff val="50000"/>
                  </a:schemeClr>
                </a:solidFill>
                <a:latin typeface="+mj-lt"/>
              </a:rPr>
              <a:t> citoyens = </a:t>
            </a:r>
            <a:r>
              <a:rPr lang="fr-CA" sz="1600" b="1" dirty="0">
                <a:solidFill>
                  <a:schemeClr val="tx1">
                    <a:lumMod val="50000"/>
                    <a:lumOff val="50000"/>
                  </a:schemeClr>
                </a:solidFill>
                <a:latin typeface="+mj-lt"/>
              </a:rPr>
              <a:t>3000$ + 4000$ - 10% = 6300$</a:t>
            </a:r>
            <a:br>
              <a:rPr lang="fr-CA" sz="1600" b="1" dirty="0">
                <a:solidFill>
                  <a:schemeClr val="tx1">
                    <a:lumMod val="50000"/>
                    <a:lumOff val="50000"/>
                  </a:schemeClr>
                </a:solidFill>
                <a:latin typeface="+mj-lt"/>
              </a:rPr>
            </a:br>
            <a:r>
              <a:rPr lang="fr-CA" sz="1600" b="1" dirty="0">
                <a:solidFill>
                  <a:schemeClr val="tx1">
                    <a:lumMod val="50000"/>
                    <a:lumOff val="50000"/>
                  </a:schemeClr>
                </a:solidFill>
                <a:latin typeface="+mj-lt"/>
              </a:rPr>
              <a:t>	</a:t>
            </a:r>
            <a:r>
              <a:rPr lang="fr-CA" sz="1600" dirty="0">
                <a:solidFill>
                  <a:schemeClr val="tx1">
                    <a:lumMod val="50000"/>
                    <a:lumOff val="50000"/>
                  </a:schemeClr>
                </a:solidFill>
                <a:latin typeface="+mj-lt"/>
              </a:rPr>
              <a:t>Si facturé au prorata: Municipalité A = 2831$, Municipalité B = 3469$</a:t>
            </a:r>
          </a:p>
        </p:txBody>
      </p:sp>
      <p:grpSp>
        <p:nvGrpSpPr>
          <p:cNvPr id="10" name="Group 9">
            <a:extLst>
              <a:ext uri="{FF2B5EF4-FFF2-40B4-BE49-F238E27FC236}">
                <a16:creationId xmlns:a16="http://schemas.microsoft.com/office/drawing/2014/main" id="{8414598E-0C16-59F6-F653-02E699EAE012}"/>
              </a:ext>
            </a:extLst>
          </p:cNvPr>
          <p:cNvGrpSpPr/>
          <p:nvPr/>
        </p:nvGrpSpPr>
        <p:grpSpPr>
          <a:xfrm>
            <a:off x="4201209" y="1127614"/>
            <a:ext cx="7714115" cy="1032933"/>
            <a:chOff x="4201209" y="1127614"/>
            <a:chExt cx="7714115" cy="1032933"/>
          </a:xfrm>
        </p:grpSpPr>
        <p:sp>
          <p:nvSpPr>
            <p:cNvPr id="4" name="TextBox 3">
              <a:extLst>
                <a:ext uri="{FF2B5EF4-FFF2-40B4-BE49-F238E27FC236}">
                  <a16:creationId xmlns:a16="http://schemas.microsoft.com/office/drawing/2014/main" id="{05EFA734-79EE-7805-F258-B71A3ACEEDA6}"/>
                </a:ext>
              </a:extLst>
            </p:cNvPr>
            <p:cNvSpPr txBox="1"/>
            <p:nvPr/>
          </p:nvSpPr>
          <p:spPr>
            <a:xfrm>
              <a:off x="5132761" y="1275894"/>
              <a:ext cx="6782563" cy="830997"/>
            </a:xfrm>
            <a:prstGeom prst="rect">
              <a:avLst/>
            </a:prstGeom>
            <a:noFill/>
          </p:spPr>
          <p:txBody>
            <a:bodyPr wrap="square" rtlCol="0">
              <a:spAutoFit/>
            </a:bodyPr>
            <a:lstStyle/>
            <a:p>
              <a:r>
                <a:rPr lang="fr-CA" sz="2400" dirty="0">
                  <a:latin typeface="+mj-lt"/>
                </a:rPr>
                <a:t>Coût basé sur la population de la municipalité inscrite au </a:t>
              </a:r>
              <a:r>
                <a:rPr lang="fr-CA" sz="2400" b="1" dirty="0">
                  <a:latin typeface="+mj-lt"/>
                </a:rPr>
                <a:t>Décret 2026 </a:t>
              </a:r>
              <a:r>
                <a:rPr lang="fr-CA" sz="2400" dirty="0">
                  <a:latin typeface="+mj-lt"/>
                </a:rPr>
                <a:t>du Gouvernement du Québec</a:t>
              </a:r>
            </a:p>
          </p:txBody>
        </p:sp>
        <p:pic>
          <p:nvPicPr>
            <p:cNvPr id="1028" name="Picture 4">
              <a:extLst>
                <a:ext uri="{FF2B5EF4-FFF2-40B4-BE49-F238E27FC236}">
                  <a16:creationId xmlns:a16="http://schemas.microsoft.com/office/drawing/2014/main" id="{A39E2E5C-D0E2-0375-C977-409F29786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1209" y="1127614"/>
              <a:ext cx="1032933" cy="103293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cxnSp>
        <p:nvCxnSpPr>
          <p:cNvPr id="8" name="Straight Connector 7">
            <a:extLst>
              <a:ext uri="{FF2B5EF4-FFF2-40B4-BE49-F238E27FC236}">
                <a16:creationId xmlns:a16="http://schemas.microsoft.com/office/drawing/2014/main" id="{DF70D967-86A3-F73D-76EE-195DC49270A8}"/>
              </a:ext>
            </a:extLst>
          </p:cNvPr>
          <p:cNvCxnSpPr>
            <a:cxnSpLocks/>
          </p:cNvCxnSpPr>
          <p:nvPr/>
        </p:nvCxnSpPr>
        <p:spPr>
          <a:xfrm>
            <a:off x="353165" y="4978410"/>
            <a:ext cx="11483235"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9857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1000"/>
                                        <p:tgtEl>
                                          <p:spTgt spid="5">
                                            <p:txEl>
                                              <p:pRg st="0" end="0"/>
                                            </p:txEl>
                                          </p:spTgt>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63C1"/>
        </a:solidFill>
        <a:effectLst/>
      </p:bgPr>
    </p:bg>
    <p:spTree>
      <p:nvGrpSpPr>
        <p:cNvPr id="1" name="">
          <a:extLst>
            <a:ext uri="{FF2B5EF4-FFF2-40B4-BE49-F238E27FC236}">
              <a16:creationId xmlns:a16="http://schemas.microsoft.com/office/drawing/2014/main" id="{9A63FF4F-0C02-B746-72C7-6C49141F3F9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2DF1326-3031-F74E-5587-F50E5028DC26}"/>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13" name="Straight Connector 12">
            <a:extLst>
              <a:ext uri="{FF2B5EF4-FFF2-40B4-BE49-F238E27FC236}">
                <a16:creationId xmlns:a16="http://schemas.microsoft.com/office/drawing/2014/main" id="{A8EB5937-76EE-D76C-1E0D-1746CD1D7AB1}"/>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D9B06B10-AE97-182B-8226-A2DA28C2B5AA}"/>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34D7A0CD-CA5D-51DC-9172-9738E038BD9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A5886BC3-194E-B31E-7E41-4E7F2E46AE21}"/>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17" name="Oval 16">
            <a:extLst>
              <a:ext uri="{FF2B5EF4-FFF2-40B4-BE49-F238E27FC236}">
                <a16:creationId xmlns:a16="http://schemas.microsoft.com/office/drawing/2014/main" id="{D20F53E3-F30C-7CBE-2189-4D947DFA28C5}"/>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9" name="Oval 18">
            <a:extLst>
              <a:ext uri="{FF2B5EF4-FFF2-40B4-BE49-F238E27FC236}">
                <a16:creationId xmlns:a16="http://schemas.microsoft.com/office/drawing/2014/main" id="{9138D75A-5E40-A021-6A89-C066646148D0}"/>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0" name="Oval 19">
            <a:extLst>
              <a:ext uri="{FF2B5EF4-FFF2-40B4-BE49-F238E27FC236}">
                <a16:creationId xmlns:a16="http://schemas.microsoft.com/office/drawing/2014/main" id="{E3C2ED1E-679D-4895-AA48-BFB430EC13AE}"/>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1" name="Oval 20">
            <a:extLst>
              <a:ext uri="{FF2B5EF4-FFF2-40B4-BE49-F238E27FC236}">
                <a16:creationId xmlns:a16="http://schemas.microsoft.com/office/drawing/2014/main" id="{A777602F-B8CC-3A16-52D8-CBC5A62CAF1A}"/>
              </a:ext>
            </a:extLst>
          </p:cNvPr>
          <p:cNvSpPr/>
          <p:nvPr/>
        </p:nvSpPr>
        <p:spPr>
          <a:xfrm>
            <a:off x="11025174" y="158995"/>
            <a:ext cx="414867" cy="414867"/>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22" name="TextBox 21">
            <a:extLst>
              <a:ext uri="{FF2B5EF4-FFF2-40B4-BE49-F238E27FC236}">
                <a16:creationId xmlns:a16="http://schemas.microsoft.com/office/drawing/2014/main" id="{2415A375-BE89-6800-FC3F-2587FF3E2BFC}"/>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24" name="TextBox 23">
            <a:extLst>
              <a:ext uri="{FF2B5EF4-FFF2-40B4-BE49-F238E27FC236}">
                <a16:creationId xmlns:a16="http://schemas.microsoft.com/office/drawing/2014/main" id="{9497BCE7-C825-90EA-96EF-763137CF00C6}"/>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25" name="TextBox 24">
            <a:extLst>
              <a:ext uri="{FF2B5EF4-FFF2-40B4-BE49-F238E27FC236}">
                <a16:creationId xmlns:a16="http://schemas.microsoft.com/office/drawing/2014/main" id="{FCD32417-9A41-D5CE-3F75-8297E6C2CAAA}"/>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solidFill>
                <a:latin typeface="+mj-lt"/>
              </a:rPr>
              <a:t>Coûts</a:t>
            </a:r>
          </a:p>
        </p:txBody>
      </p:sp>
      <p:sp>
        <p:nvSpPr>
          <p:cNvPr id="26" name="TextBox 25">
            <a:extLst>
              <a:ext uri="{FF2B5EF4-FFF2-40B4-BE49-F238E27FC236}">
                <a16:creationId xmlns:a16="http://schemas.microsoft.com/office/drawing/2014/main" id="{B94F7009-808F-8FE4-54CA-8B8E2CB53A6B}"/>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Processus</a:t>
            </a:r>
          </a:p>
        </p:txBody>
      </p:sp>
      <p:sp>
        <p:nvSpPr>
          <p:cNvPr id="27" name="Oval 26">
            <a:extLst>
              <a:ext uri="{FF2B5EF4-FFF2-40B4-BE49-F238E27FC236}">
                <a16:creationId xmlns:a16="http://schemas.microsoft.com/office/drawing/2014/main" id="{45363E5F-2E1D-5D3A-7E65-6C6F99A39E33}"/>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7" name="Oval 6">
            <a:extLst>
              <a:ext uri="{FF2B5EF4-FFF2-40B4-BE49-F238E27FC236}">
                <a16:creationId xmlns:a16="http://schemas.microsoft.com/office/drawing/2014/main" id="{A68F2AC3-F3AA-109C-E08F-654C7AD50873}"/>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5" name="Oval 34">
            <a:extLst>
              <a:ext uri="{FF2B5EF4-FFF2-40B4-BE49-F238E27FC236}">
                <a16:creationId xmlns:a16="http://schemas.microsoft.com/office/drawing/2014/main" id="{B655736F-3A85-8A72-74D0-A5E8D9022266}"/>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6" name="TextBox 35">
            <a:extLst>
              <a:ext uri="{FF2B5EF4-FFF2-40B4-BE49-F238E27FC236}">
                <a16:creationId xmlns:a16="http://schemas.microsoft.com/office/drawing/2014/main" id="{96D5ACB3-5005-84F7-481D-103B7E144547}"/>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38" name="Oval 37">
            <a:extLst>
              <a:ext uri="{FF2B5EF4-FFF2-40B4-BE49-F238E27FC236}">
                <a16:creationId xmlns:a16="http://schemas.microsoft.com/office/drawing/2014/main" id="{9EDC27E1-5035-AC63-A606-EC1A96541F00}"/>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9" name="Oval 38">
            <a:extLst>
              <a:ext uri="{FF2B5EF4-FFF2-40B4-BE49-F238E27FC236}">
                <a16:creationId xmlns:a16="http://schemas.microsoft.com/office/drawing/2014/main" id="{A9F4ECA1-182D-72F1-7DF3-A5C1725D2B0C}"/>
              </a:ext>
            </a:extLst>
          </p:cNvPr>
          <p:cNvSpPr/>
          <p:nvPr/>
        </p:nvSpPr>
        <p:spPr>
          <a:xfrm>
            <a:off x="9302204"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aphicFrame>
        <p:nvGraphicFramePr>
          <p:cNvPr id="3" name="Table 2">
            <a:extLst>
              <a:ext uri="{FF2B5EF4-FFF2-40B4-BE49-F238E27FC236}">
                <a16:creationId xmlns:a16="http://schemas.microsoft.com/office/drawing/2014/main" id="{B0E4FDE6-90A9-2127-38F5-63E8FA2A65E2}"/>
              </a:ext>
            </a:extLst>
          </p:cNvPr>
          <p:cNvGraphicFramePr>
            <a:graphicFrameLocks noGrp="1"/>
          </p:cNvGraphicFramePr>
          <p:nvPr>
            <p:extLst>
              <p:ext uri="{D42A27DB-BD31-4B8C-83A1-F6EECF244321}">
                <p14:modId xmlns:p14="http://schemas.microsoft.com/office/powerpoint/2010/main" val="1788077144"/>
              </p:ext>
            </p:extLst>
          </p:nvPr>
        </p:nvGraphicFramePr>
        <p:xfrm>
          <a:off x="416440" y="1253732"/>
          <a:ext cx="11507336" cy="2743200"/>
        </p:xfrm>
        <a:graphic>
          <a:graphicData uri="http://schemas.openxmlformats.org/drawingml/2006/table">
            <a:tbl>
              <a:tblPr firstRow="1" bandRow="1">
                <a:tableStyleId>{5C22544A-7EE6-4342-B048-85BDC9FD1C3A}</a:tableStyleId>
              </a:tblPr>
              <a:tblGrid>
                <a:gridCol w="4038602">
                  <a:extLst>
                    <a:ext uri="{9D8B030D-6E8A-4147-A177-3AD203B41FA5}">
                      <a16:colId xmlns:a16="http://schemas.microsoft.com/office/drawing/2014/main" val="3006600247"/>
                    </a:ext>
                  </a:extLst>
                </a:gridCol>
                <a:gridCol w="1743739">
                  <a:extLst>
                    <a:ext uri="{9D8B030D-6E8A-4147-A177-3AD203B41FA5}">
                      <a16:colId xmlns:a16="http://schemas.microsoft.com/office/drawing/2014/main" val="302911357"/>
                    </a:ext>
                  </a:extLst>
                </a:gridCol>
                <a:gridCol w="1446028">
                  <a:extLst>
                    <a:ext uri="{9D8B030D-6E8A-4147-A177-3AD203B41FA5}">
                      <a16:colId xmlns:a16="http://schemas.microsoft.com/office/drawing/2014/main" val="2405068401"/>
                    </a:ext>
                  </a:extLst>
                </a:gridCol>
                <a:gridCol w="1765005">
                  <a:extLst>
                    <a:ext uri="{9D8B030D-6E8A-4147-A177-3AD203B41FA5}">
                      <a16:colId xmlns:a16="http://schemas.microsoft.com/office/drawing/2014/main" val="2009067634"/>
                    </a:ext>
                  </a:extLst>
                </a:gridCol>
                <a:gridCol w="2513962">
                  <a:extLst>
                    <a:ext uri="{9D8B030D-6E8A-4147-A177-3AD203B41FA5}">
                      <a16:colId xmlns:a16="http://schemas.microsoft.com/office/drawing/2014/main" val="3727410766"/>
                    </a:ext>
                  </a:extLst>
                </a:gridCol>
              </a:tblGrid>
              <a:tr h="399345">
                <a:tc>
                  <a:txBody>
                    <a:bodyPr/>
                    <a:lstStyle/>
                    <a:p>
                      <a:r>
                        <a:rPr lang="fr-CA" sz="2400" b="1" kern="1200" dirty="0">
                          <a:solidFill>
                            <a:schemeClr val="bg1"/>
                          </a:solidFill>
                          <a:latin typeface="+mj-lt"/>
                          <a:ea typeface="+mn-ea"/>
                          <a:cs typeface="+mn-cs"/>
                        </a:rPr>
                        <a:t>Serveur MRC de Rouville</a:t>
                      </a:r>
                      <a:endParaRPr lang="fr-CA" sz="2400" b="1" dirty="0">
                        <a:solidFill>
                          <a:schemeClr val="bg1"/>
                        </a:solidFill>
                        <a:latin typeface="+mj-lt"/>
                      </a:endParaRP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dirty="0">
                          <a:solidFill>
                            <a:schemeClr val="tx2">
                              <a:lumMod val="25000"/>
                              <a:lumOff val="75000"/>
                            </a:schemeClr>
                          </a:solidFill>
                          <a:latin typeface="+mj-lt"/>
                        </a:rPr>
                        <a:t>Population</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dirty="0">
                          <a:solidFill>
                            <a:schemeClr val="bg1"/>
                          </a:solidFill>
                          <a:latin typeface="+mj-lt"/>
                        </a:rPr>
                        <a:t>Prix</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dirty="0">
                          <a:solidFill>
                            <a:schemeClr val="bg1"/>
                          </a:solidFill>
                          <a:latin typeface="+mj-lt"/>
                        </a:rPr>
                        <a:t>Total</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dirty="0">
                          <a:solidFill>
                            <a:schemeClr val="bg1"/>
                          </a:solidFill>
                          <a:latin typeface="+mj-lt"/>
                        </a:rPr>
                        <a:t>Coût réparti</a:t>
                      </a:r>
                      <a:r>
                        <a:rPr lang="fr-CA" sz="2400" b="0" dirty="0">
                          <a:solidFill>
                            <a:schemeClr val="bg1"/>
                          </a:solidFill>
                          <a:latin typeface="+mj-lt"/>
                        </a:rPr>
                        <a:t> </a:t>
                      </a:r>
                      <a:r>
                        <a:rPr lang="fr-CA" sz="1800" b="0" dirty="0">
                          <a:solidFill>
                            <a:schemeClr val="bg1"/>
                          </a:solidFill>
                          <a:latin typeface="+mj-lt"/>
                        </a:rPr>
                        <a:t>(+</a:t>
                      </a:r>
                      <a:r>
                        <a:rPr lang="fr-CA" sz="1800" b="0" dirty="0" err="1">
                          <a:solidFill>
                            <a:schemeClr val="bg1"/>
                          </a:solidFill>
                          <a:latin typeface="+mj-lt"/>
                        </a:rPr>
                        <a:t>tx</a:t>
                      </a:r>
                      <a:r>
                        <a:rPr lang="fr-CA" sz="1800" b="0" dirty="0">
                          <a:solidFill>
                            <a:schemeClr val="bg1"/>
                          </a:solidFill>
                          <a:latin typeface="+mj-lt"/>
                        </a:rPr>
                        <a:t>)</a:t>
                      </a:r>
                      <a:endParaRPr lang="fr-CA" sz="2400" b="0" dirty="0">
                        <a:solidFill>
                          <a:schemeClr val="bg1"/>
                        </a:solidFill>
                        <a:latin typeface="+mj-lt"/>
                      </a:endParaRP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656040305"/>
                  </a:ext>
                </a:extLst>
              </a:tr>
              <a:tr h="399345">
                <a:tc>
                  <a:txBody>
                    <a:bodyPr/>
                    <a:lstStyle/>
                    <a:p>
                      <a:r>
                        <a:rPr lang="fr-CA" sz="2400" b="1" dirty="0">
                          <a:solidFill>
                            <a:schemeClr val="bg1"/>
                          </a:solidFill>
                          <a:latin typeface="+mj-lt"/>
                        </a:rPr>
                        <a:t>Ange-Gardien</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tx2">
                              <a:lumMod val="25000"/>
                              <a:lumOff val="75000"/>
                            </a:schemeClr>
                          </a:solidFill>
                          <a:latin typeface="+mj-lt"/>
                        </a:rPr>
                        <a:t>3068</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bg1"/>
                          </a:solidFill>
                          <a:latin typeface="+mj-lt"/>
                        </a:rPr>
                        <a:t>3000 $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ctr"/>
                      <a:r>
                        <a:rPr lang="fr-CA" sz="2400" b="1" dirty="0">
                          <a:solidFill>
                            <a:schemeClr val="bg1"/>
                          </a:solidFill>
                          <a:latin typeface="+mj-lt"/>
                        </a:rPr>
                        <a:t>15,300 </a:t>
                      </a:r>
                      <a:r>
                        <a:rPr lang="fr-CA" sz="2400" dirty="0">
                          <a:solidFill>
                            <a:schemeClr val="bg1"/>
                          </a:solidFill>
                          <a:latin typeface="+mj-lt"/>
                        </a:rPr>
                        <a:t>$</a:t>
                      </a:r>
                    </a:p>
                    <a:p>
                      <a:pPr algn="ctr"/>
                      <a:endParaRPr lang="fr-CA" sz="2400" dirty="0">
                        <a:solidFill>
                          <a:schemeClr val="bg1"/>
                        </a:solidFill>
                        <a:latin typeface="+mj-lt"/>
                      </a:endParaRPr>
                    </a:p>
                    <a:p>
                      <a:pPr algn="ctr"/>
                      <a:r>
                        <a:rPr lang="fr-CA" sz="1400" dirty="0">
                          <a:solidFill>
                            <a:schemeClr val="bg1"/>
                          </a:solidFill>
                          <a:latin typeface="+mj-lt"/>
                        </a:rPr>
                        <a:t>incluant 10% d’économie de groupe</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0488C"/>
                    </a:solidFill>
                  </a:tcPr>
                </a:tc>
                <a:tc>
                  <a:txBody>
                    <a:bodyPr/>
                    <a:lstStyle/>
                    <a:p>
                      <a:pPr algn="ctr"/>
                      <a:r>
                        <a:rPr lang="fr-CA" sz="2400" b="1" dirty="0">
                          <a:solidFill>
                            <a:schemeClr val="bg1"/>
                          </a:solidFill>
                          <a:latin typeface="+mj-lt"/>
                        </a:rPr>
                        <a:t>2413</a:t>
                      </a:r>
                      <a:r>
                        <a:rPr lang="fr-CA" sz="240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08F00"/>
                    </a:solidFill>
                  </a:tcPr>
                </a:tc>
                <a:extLst>
                  <a:ext uri="{0D108BD9-81ED-4DB2-BD59-A6C34878D82A}">
                    <a16:rowId xmlns:a16="http://schemas.microsoft.com/office/drawing/2014/main" val="4094267454"/>
                  </a:ext>
                </a:extLst>
              </a:tr>
              <a:tr h="399345">
                <a:tc>
                  <a:txBody>
                    <a:bodyPr/>
                    <a:lstStyle/>
                    <a:p>
                      <a:r>
                        <a:rPr lang="fr-CA" sz="2400" b="1" dirty="0">
                          <a:solidFill>
                            <a:schemeClr val="bg1"/>
                          </a:solidFill>
                          <a:latin typeface="+mj-lt"/>
                        </a:rPr>
                        <a:t>Richelieu</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tx2">
                              <a:lumMod val="25000"/>
                              <a:lumOff val="75000"/>
                            </a:schemeClr>
                          </a:solidFill>
                          <a:latin typeface="+mj-lt"/>
                        </a:rPr>
                        <a:t>6070</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bg1"/>
                          </a:solidFill>
                          <a:latin typeface="+mj-lt"/>
                        </a:rPr>
                        <a:t>4000 $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fr-CA" sz="2400" dirty="0">
                        <a:solidFill>
                          <a:schemeClr val="bg1"/>
                        </a:solidFill>
                        <a:latin typeface="+mj-lt"/>
                      </a:endParaRP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4773</a:t>
                      </a:r>
                      <a:r>
                        <a:rPr lang="fr-CA" sz="240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08F00"/>
                    </a:solidFill>
                  </a:tcPr>
                </a:tc>
                <a:extLst>
                  <a:ext uri="{0D108BD9-81ED-4DB2-BD59-A6C34878D82A}">
                    <a16:rowId xmlns:a16="http://schemas.microsoft.com/office/drawing/2014/main" val="3778733942"/>
                  </a:ext>
                </a:extLst>
              </a:tr>
              <a:tr h="399345">
                <a:tc>
                  <a:txBody>
                    <a:bodyPr/>
                    <a:lstStyle/>
                    <a:p>
                      <a:r>
                        <a:rPr lang="fr-CA" sz="2400" b="1" dirty="0">
                          <a:solidFill>
                            <a:schemeClr val="bg1"/>
                          </a:solidFill>
                          <a:latin typeface="+mj-lt"/>
                        </a:rPr>
                        <a:t>Rougemont</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tx2">
                              <a:lumMod val="25000"/>
                              <a:lumOff val="75000"/>
                            </a:schemeClr>
                          </a:solidFill>
                          <a:latin typeface="+mj-lt"/>
                        </a:rPr>
                        <a:t>2821</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bg1"/>
                          </a:solidFill>
                          <a:latin typeface="+mj-lt"/>
                        </a:rPr>
                        <a:t>3000 $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fr-CA" sz="2400" dirty="0">
                        <a:solidFill>
                          <a:schemeClr val="bg1"/>
                        </a:solidFill>
                        <a:latin typeface="+mj-lt"/>
                      </a:endParaRP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2218</a:t>
                      </a:r>
                      <a:r>
                        <a:rPr lang="fr-CA" sz="240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08F00"/>
                    </a:solidFill>
                  </a:tcPr>
                </a:tc>
                <a:extLst>
                  <a:ext uri="{0D108BD9-81ED-4DB2-BD59-A6C34878D82A}">
                    <a16:rowId xmlns:a16="http://schemas.microsoft.com/office/drawing/2014/main" val="2873493459"/>
                  </a:ext>
                </a:extLst>
              </a:tr>
              <a:tr h="399345">
                <a:tc>
                  <a:txBody>
                    <a:bodyPr/>
                    <a:lstStyle/>
                    <a:p>
                      <a:r>
                        <a:rPr lang="fr-CA" sz="2400" b="1" dirty="0">
                          <a:solidFill>
                            <a:schemeClr val="bg1"/>
                          </a:solidFill>
                          <a:latin typeface="+mj-lt"/>
                        </a:rPr>
                        <a:t>Saint-Mathias-sur-Richelieu</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tx2">
                              <a:lumMod val="25000"/>
                              <a:lumOff val="75000"/>
                            </a:schemeClr>
                          </a:solidFill>
                          <a:latin typeface="+mj-lt"/>
                        </a:rPr>
                        <a:t>4626</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bg1"/>
                          </a:solidFill>
                          <a:latin typeface="+mj-lt"/>
                        </a:rPr>
                        <a:t>4000 $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fr-CA" sz="2400" dirty="0">
                        <a:solidFill>
                          <a:schemeClr val="bg1"/>
                        </a:solidFill>
                        <a:latin typeface="+mj-lt"/>
                      </a:endParaRP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3638</a:t>
                      </a:r>
                      <a:r>
                        <a:rPr lang="fr-CA" sz="240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08F00"/>
                    </a:solidFill>
                  </a:tcPr>
                </a:tc>
                <a:extLst>
                  <a:ext uri="{0D108BD9-81ED-4DB2-BD59-A6C34878D82A}">
                    <a16:rowId xmlns:a16="http://schemas.microsoft.com/office/drawing/2014/main" val="2469195192"/>
                  </a:ext>
                </a:extLst>
              </a:tr>
              <a:tr h="399345">
                <a:tc>
                  <a:txBody>
                    <a:bodyPr/>
                    <a:lstStyle/>
                    <a:p>
                      <a:r>
                        <a:rPr lang="fr-CA" sz="2400" b="1" dirty="0">
                          <a:solidFill>
                            <a:schemeClr val="bg1"/>
                          </a:solidFill>
                          <a:latin typeface="+mj-lt"/>
                        </a:rPr>
                        <a:t>Saint-Paul-</a:t>
                      </a:r>
                      <a:r>
                        <a:rPr lang="fr-CA" sz="2400" b="1" dirty="0" err="1">
                          <a:solidFill>
                            <a:schemeClr val="bg1"/>
                          </a:solidFill>
                          <a:latin typeface="+mj-lt"/>
                        </a:rPr>
                        <a:t>d’Abbotsford</a:t>
                      </a:r>
                      <a:endParaRPr lang="fr-CA" sz="2400" b="1" dirty="0">
                        <a:solidFill>
                          <a:schemeClr val="bg1"/>
                        </a:solidFill>
                        <a:latin typeface="+mj-lt"/>
                      </a:endParaRP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tx2">
                              <a:lumMod val="25000"/>
                              <a:lumOff val="75000"/>
                            </a:schemeClr>
                          </a:solidFill>
                          <a:latin typeface="+mj-lt"/>
                        </a:rPr>
                        <a:t>2872</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bg1"/>
                          </a:solidFill>
                          <a:latin typeface="+mj-lt"/>
                        </a:rPr>
                        <a:t>3000 $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fr-CA" sz="2400" dirty="0">
                        <a:solidFill>
                          <a:schemeClr val="bg1"/>
                        </a:solidFill>
                        <a:latin typeface="+mj-lt"/>
                      </a:endParaRP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2400" b="1" kern="1200" dirty="0">
                          <a:solidFill>
                            <a:schemeClr val="bg1"/>
                          </a:solidFill>
                          <a:latin typeface="+mn-lt"/>
                          <a:ea typeface="+mn-ea"/>
                          <a:cs typeface="+mn-cs"/>
                        </a:rPr>
                        <a:t>2258</a:t>
                      </a:r>
                      <a:r>
                        <a:rPr lang="fr-CA" sz="2400" kern="1200" dirty="0">
                          <a:solidFill>
                            <a:schemeClr val="bg1"/>
                          </a:solidFill>
                          <a:latin typeface="+mn-lt"/>
                          <a:ea typeface="+mn-ea"/>
                          <a:cs typeface="+mn-cs"/>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08F00"/>
                    </a:solidFill>
                  </a:tcPr>
                </a:tc>
                <a:extLst>
                  <a:ext uri="{0D108BD9-81ED-4DB2-BD59-A6C34878D82A}">
                    <a16:rowId xmlns:a16="http://schemas.microsoft.com/office/drawing/2014/main" val="1392673793"/>
                  </a:ext>
                </a:extLst>
              </a:tr>
            </a:tbl>
          </a:graphicData>
        </a:graphic>
      </p:graphicFrame>
      <p:graphicFrame>
        <p:nvGraphicFramePr>
          <p:cNvPr id="6" name="Table 5">
            <a:extLst>
              <a:ext uri="{FF2B5EF4-FFF2-40B4-BE49-F238E27FC236}">
                <a16:creationId xmlns:a16="http://schemas.microsoft.com/office/drawing/2014/main" id="{BEAA2F51-30E1-9CDE-020A-66CD1EF3ACCF}"/>
              </a:ext>
            </a:extLst>
          </p:cNvPr>
          <p:cNvGraphicFramePr>
            <a:graphicFrameLocks noGrp="1"/>
          </p:cNvGraphicFramePr>
          <p:nvPr>
            <p:extLst>
              <p:ext uri="{D42A27DB-BD31-4B8C-83A1-F6EECF244321}">
                <p14:modId xmlns:p14="http://schemas.microsoft.com/office/powerpoint/2010/main" val="1123559086"/>
              </p:ext>
            </p:extLst>
          </p:nvPr>
        </p:nvGraphicFramePr>
        <p:xfrm>
          <a:off x="416440" y="4689868"/>
          <a:ext cx="11507336" cy="1828800"/>
        </p:xfrm>
        <a:graphic>
          <a:graphicData uri="http://schemas.openxmlformats.org/drawingml/2006/table">
            <a:tbl>
              <a:tblPr firstRow="1" bandRow="1">
                <a:tableStyleId>{5C22544A-7EE6-4342-B048-85BDC9FD1C3A}</a:tableStyleId>
              </a:tblPr>
              <a:tblGrid>
                <a:gridCol w="4027969">
                  <a:extLst>
                    <a:ext uri="{9D8B030D-6E8A-4147-A177-3AD203B41FA5}">
                      <a16:colId xmlns:a16="http://schemas.microsoft.com/office/drawing/2014/main" val="3006600247"/>
                    </a:ext>
                  </a:extLst>
                </a:gridCol>
                <a:gridCol w="1754372">
                  <a:extLst>
                    <a:ext uri="{9D8B030D-6E8A-4147-A177-3AD203B41FA5}">
                      <a16:colId xmlns:a16="http://schemas.microsoft.com/office/drawing/2014/main" val="302911357"/>
                    </a:ext>
                  </a:extLst>
                </a:gridCol>
                <a:gridCol w="2615610">
                  <a:extLst>
                    <a:ext uri="{9D8B030D-6E8A-4147-A177-3AD203B41FA5}">
                      <a16:colId xmlns:a16="http://schemas.microsoft.com/office/drawing/2014/main" val="2405068401"/>
                    </a:ext>
                  </a:extLst>
                </a:gridCol>
                <a:gridCol w="3109385">
                  <a:extLst>
                    <a:ext uri="{9D8B030D-6E8A-4147-A177-3AD203B41FA5}">
                      <a16:colId xmlns:a16="http://schemas.microsoft.com/office/drawing/2014/main" val="3727410766"/>
                    </a:ext>
                  </a:extLst>
                </a:gridCol>
              </a:tblGrid>
              <a:tr h="445294">
                <a:tc>
                  <a:txBody>
                    <a:bodyPr/>
                    <a:lstStyle/>
                    <a:p>
                      <a:endParaRPr lang="fr-CA" sz="2400" b="1" dirty="0">
                        <a:solidFill>
                          <a:schemeClr val="bg1"/>
                        </a:solidFill>
                        <a:latin typeface="+mj-lt"/>
                      </a:endParaRPr>
                    </a:p>
                  </a:txBody>
                  <a:tcPr>
                    <a:lnL w="6350" cap="flat" cmpd="sng" algn="ctr">
                      <a:no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dirty="0">
                          <a:solidFill>
                            <a:schemeClr val="tx2">
                              <a:lumMod val="25000"/>
                              <a:lumOff val="75000"/>
                            </a:schemeClr>
                          </a:solidFill>
                          <a:latin typeface="+mj-lt"/>
                        </a:rPr>
                        <a:t>Population</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dirty="0">
                          <a:solidFill>
                            <a:schemeClr val="bg1"/>
                          </a:solidFill>
                          <a:latin typeface="+mj-lt"/>
                        </a:rPr>
                        <a:t>Coût individuel</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b="0" dirty="0">
                          <a:solidFill>
                            <a:schemeClr val="bg1"/>
                          </a:solidFill>
                          <a:latin typeface="+mj-lt"/>
                        </a:rPr>
                        <a:t>ou</a:t>
                      </a:r>
                      <a:r>
                        <a:rPr lang="fr-CA" sz="2400" dirty="0">
                          <a:solidFill>
                            <a:schemeClr val="bg1"/>
                          </a:solidFill>
                          <a:latin typeface="+mj-lt"/>
                        </a:rPr>
                        <a:t> achat avec la MRC</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extLst>
                  <a:ext uri="{0D108BD9-81ED-4DB2-BD59-A6C34878D82A}">
                    <a16:rowId xmlns:a16="http://schemas.microsoft.com/office/drawing/2014/main" val="656040305"/>
                  </a:ext>
                </a:extLst>
              </a:tr>
              <a:tr h="445294">
                <a:tc>
                  <a:txBody>
                    <a:bodyPr/>
                    <a:lstStyle/>
                    <a:p>
                      <a:r>
                        <a:rPr lang="fr-CA" sz="2400" dirty="0">
                          <a:solidFill>
                            <a:schemeClr val="bg1"/>
                          </a:solidFill>
                          <a:latin typeface="+mj-lt"/>
                        </a:rPr>
                        <a:t>Marieville</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dirty="0">
                          <a:solidFill>
                            <a:schemeClr val="tx2">
                              <a:lumMod val="25000"/>
                              <a:lumOff val="75000"/>
                            </a:schemeClr>
                          </a:solidFill>
                          <a:latin typeface="+mj-lt"/>
                        </a:rPr>
                        <a:t>11947</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6000</a:t>
                      </a:r>
                      <a:r>
                        <a:rPr lang="fr-CA" sz="2400" b="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5400</a:t>
                      </a:r>
                      <a:r>
                        <a:rPr lang="fr-CA" sz="240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267454"/>
                  </a:ext>
                </a:extLst>
              </a:tr>
              <a:tr h="445294">
                <a:tc>
                  <a:txBody>
                    <a:bodyPr/>
                    <a:lstStyle/>
                    <a:p>
                      <a:r>
                        <a:rPr lang="fr-CA" sz="2400" dirty="0">
                          <a:solidFill>
                            <a:schemeClr val="bg1"/>
                          </a:solidFill>
                          <a:latin typeface="+mj-lt"/>
                        </a:rPr>
                        <a:t>Saint-Césaire</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dirty="0">
                          <a:solidFill>
                            <a:schemeClr val="tx2">
                              <a:lumMod val="25000"/>
                              <a:lumOff val="75000"/>
                            </a:schemeClr>
                          </a:solidFill>
                          <a:latin typeface="+mj-lt"/>
                        </a:rPr>
                        <a:t>6157</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4000</a:t>
                      </a:r>
                      <a:r>
                        <a:rPr lang="fr-CA" sz="2400" b="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3600</a:t>
                      </a:r>
                      <a:r>
                        <a:rPr lang="fr-CA" sz="240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8733942"/>
                  </a:ext>
                </a:extLst>
              </a:tr>
              <a:tr h="445294">
                <a:tc>
                  <a:txBody>
                    <a:bodyPr/>
                    <a:lstStyle/>
                    <a:p>
                      <a:r>
                        <a:rPr lang="fr-CA" sz="2400" dirty="0">
                          <a:solidFill>
                            <a:schemeClr val="bg1"/>
                          </a:solidFill>
                          <a:latin typeface="+mj-lt"/>
                        </a:rPr>
                        <a:t>Sainte-Angèle-de-</a:t>
                      </a:r>
                      <a:r>
                        <a:rPr lang="fr-CA" sz="2400" dirty="0" err="1">
                          <a:solidFill>
                            <a:schemeClr val="bg1"/>
                          </a:solidFill>
                          <a:latin typeface="+mj-lt"/>
                        </a:rPr>
                        <a:t>Monnoir</a:t>
                      </a:r>
                      <a:endParaRPr lang="fr-CA" sz="2400" dirty="0">
                        <a:solidFill>
                          <a:schemeClr val="bg1"/>
                        </a:solidFill>
                        <a:latin typeface="+mj-lt"/>
                      </a:endParaRP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fr-CA" sz="2400" dirty="0">
                          <a:solidFill>
                            <a:schemeClr val="tx2">
                              <a:lumMod val="25000"/>
                              <a:lumOff val="75000"/>
                            </a:schemeClr>
                          </a:solidFill>
                          <a:latin typeface="+mj-lt"/>
                        </a:rPr>
                        <a:t>1873</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3000</a:t>
                      </a:r>
                      <a:r>
                        <a:rPr lang="fr-CA" sz="2400" b="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2400" b="1" dirty="0">
                          <a:solidFill>
                            <a:schemeClr val="bg1"/>
                          </a:solidFill>
                          <a:latin typeface="+mj-lt"/>
                        </a:rPr>
                        <a:t>2700</a:t>
                      </a:r>
                      <a:r>
                        <a:rPr lang="fr-CA" sz="2400" dirty="0">
                          <a:solidFill>
                            <a:schemeClr val="bg1"/>
                          </a:solidFill>
                          <a:latin typeface="+mj-lt"/>
                        </a:rPr>
                        <a:t> $</a:t>
                      </a:r>
                    </a:p>
                  </a:txBody>
                  <a:tcP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3493459"/>
                  </a:ext>
                </a:extLst>
              </a:tr>
            </a:tbl>
          </a:graphicData>
        </a:graphic>
      </p:graphicFrame>
    </p:spTree>
    <p:extLst>
      <p:ext uri="{BB962C8B-B14F-4D97-AF65-F5344CB8AC3E}">
        <p14:creationId xmlns:p14="http://schemas.microsoft.com/office/powerpoint/2010/main" val="4216192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63FF4F-0C02-B746-72C7-6C49141F3F9D}"/>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EDC3B2E3-1201-D134-0CA4-A8BD5A454A4F}"/>
              </a:ext>
            </a:extLst>
          </p:cNvPr>
          <p:cNvGrpSpPr/>
          <p:nvPr/>
        </p:nvGrpSpPr>
        <p:grpSpPr>
          <a:xfrm>
            <a:off x="403841" y="2097937"/>
            <a:ext cx="6283206" cy="4338031"/>
            <a:chOff x="403841" y="2097937"/>
            <a:chExt cx="6283206" cy="4338031"/>
          </a:xfrm>
        </p:grpSpPr>
        <p:sp>
          <p:nvSpPr>
            <p:cNvPr id="8" name="Rounded Rectangle 7">
              <a:extLst>
                <a:ext uri="{FF2B5EF4-FFF2-40B4-BE49-F238E27FC236}">
                  <a16:creationId xmlns:a16="http://schemas.microsoft.com/office/drawing/2014/main" id="{569D3CF5-61D1-C2F1-54BA-5A69636491A1}"/>
                </a:ext>
              </a:extLst>
            </p:cNvPr>
            <p:cNvSpPr/>
            <p:nvPr/>
          </p:nvSpPr>
          <p:spPr>
            <a:xfrm>
              <a:off x="403841" y="2097937"/>
              <a:ext cx="6283206" cy="4338031"/>
            </a:xfrm>
            <a:prstGeom prst="roundRect">
              <a:avLst>
                <a:gd name="adj" fmla="val 4888"/>
              </a:avLst>
            </a:prstGeom>
            <a:gradFill flip="none" rotWithShape="1">
              <a:gsLst>
                <a:gs pos="0">
                  <a:schemeClr val="accent2">
                    <a:lumMod val="67000"/>
                  </a:schemeClr>
                </a:gs>
                <a:gs pos="48000">
                  <a:srgbClr val="F35A00"/>
                </a:gs>
                <a:gs pos="100000">
                  <a:srgbClr val="FF6C01"/>
                </a:gs>
              </a:gsLst>
              <a:lin ang="16200000" scaled="1"/>
              <a:tileRect/>
            </a:gradFill>
            <a:ln>
              <a:noFill/>
            </a:ln>
            <a:effectLst>
              <a:outerShdw blurRad="50800" dist="38100" dir="2700000" algn="tl" rotWithShape="0">
                <a:prstClr val="black">
                  <a:alpha val="40000"/>
                </a:prst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lang="fr-CA" sz="4000" b="1" noProof="0"/>
                <a:t>PL</a:t>
              </a:r>
            </a:p>
          </p:txBody>
        </p:sp>
        <p:sp>
          <p:nvSpPr>
            <p:cNvPr id="38" name="Rounded Rectangle 37">
              <a:extLst>
                <a:ext uri="{FF2B5EF4-FFF2-40B4-BE49-F238E27FC236}">
                  <a16:creationId xmlns:a16="http://schemas.microsoft.com/office/drawing/2014/main" id="{9AAD51A9-D6F7-786A-C0AC-2A23B7D51CE4}"/>
                </a:ext>
              </a:extLst>
            </p:cNvPr>
            <p:cNvSpPr/>
            <p:nvPr/>
          </p:nvSpPr>
          <p:spPr>
            <a:xfrm>
              <a:off x="652007" y="2986003"/>
              <a:ext cx="5780598" cy="3216014"/>
            </a:xfrm>
            <a:prstGeom prst="roundRect">
              <a:avLst>
                <a:gd name="adj" fmla="val 3737"/>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9" name="Round Same Side Corner Rectangle 38">
              <a:extLst>
                <a:ext uri="{FF2B5EF4-FFF2-40B4-BE49-F238E27FC236}">
                  <a16:creationId xmlns:a16="http://schemas.microsoft.com/office/drawing/2014/main" id="{B084A06A-019A-50DE-490D-75DE58B605A2}"/>
                </a:ext>
              </a:extLst>
            </p:cNvPr>
            <p:cNvSpPr/>
            <p:nvPr/>
          </p:nvSpPr>
          <p:spPr>
            <a:xfrm>
              <a:off x="652006" y="2986003"/>
              <a:ext cx="5780597" cy="380986"/>
            </a:xfrm>
            <a:prstGeom prst="round2SameRect">
              <a:avLst>
                <a:gd name="adj1" fmla="val 27891"/>
                <a:gd name="adj2" fmla="val 0"/>
              </a:avLst>
            </a:prstGeom>
            <a:solidFill>
              <a:schemeClr val="bg1">
                <a:lumMod val="8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0" name="TextBox 39">
              <a:extLst>
                <a:ext uri="{FF2B5EF4-FFF2-40B4-BE49-F238E27FC236}">
                  <a16:creationId xmlns:a16="http://schemas.microsoft.com/office/drawing/2014/main" id="{470B403F-D6A2-FF09-6153-2513000EB558}"/>
                </a:ext>
              </a:extLst>
            </p:cNvPr>
            <p:cNvSpPr txBox="1"/>
            <p:nvPr/>
          </p:nvSpPr>
          <p:spPr>
            <a:xfrm>
              <a:off x="639096" y="2986003"/>
              <a:ext cx="935262" cy="369332"/>
            </a:xfrm>
            <a:prstGeom prst="rect">
              <a:avLst/>
            </a:prstGeom>
            <a:noFill/>
          </p:spPr>
          <p:txBody>
            <a:bodyPr wrap="square" rtlCol="0">
              <a:spAutoFit/>
            </a:bodyPr>
            <a:lstStyle/>
            <a:p>
              <a:pPr algn="ctr"/>
              <a:r>
                <a:rPr lang="fr-CA" b="1">
                  <a:latin typeface="+mj-lt"/>
                </a:rPr>
                <a:t>Fichier</a:t>
              </a:r>
            </a:p>
          </p:txBody>
        </p:sp>
        <p:sp>
          <p:nvSpPr>
            <p:cNvPr id="41" name="TextBox 40">
              <a:extLst>
                <a:ext uri="{FF2B5EF4-FFF2-40B4-BE49-F238E27FC236}">
                  <a16:creationId xmlns:a16="http://schemas.microsoft.com/office/drawing/2014/main" id="{FFC2E70A-DE51-5CA4-7A8E-08154B5A18C4}"/>
                </a:ext>
              </a:extLst>
            </p:cNvPr>
            <p:cNvSpPr txBox="1"/>
            <p:nvPr/>
          </p:nvSpPr>
          <p:spPr>
            <a:xfrm>
              <a:off x="1496949" y="3001905"/>
              <a:ext cx="935262" cy="396000"/>
            </a:xfrm>
            <a:prstGeom prst="rect">
              <a:avLst/>
            </a:prstGeom>
            <a:noFill/>
          </p:spPr>
          <p:txBody>
            <a:bodyPr wrap="square" rtlCol="0">
              <a:spAutoFit/>
            </a:bodyPr>
            <a:lstStyle/>
            <a:p>
              <a:pPr algn="ctr"/>
              <a:r>
                <a:rPr lang="fr-CA">
                  <a:latin typeface="+mj-lt"/>
                </a:rPr>
                <a:t>Options</a:t>
              </a:r>
            </a:p>
          </p:txBody>
        </p:sp>
      </p:grpSp>
      <p:sp>
        <p:nvSpPr>
          <p:cNvPr id="29" name="Title 1">
            <a:extLst>
              <a:ext uri="{FF2B5EF4-FFF2-40B4-BE49-F238E27FC236}">
                <a16:creationId xmlns:a16="http://schemas.microsoft.com/office/drawing/2014/main" id="{03A1E8C7-3662-29C9-3804-21734D748845}"/>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a:t>Processus de migration:</a:t>
            </a:r>
          </a:p>
        </p:txBody>
      </p:sp>
      <p:sp>
        <p:nvSpPr>
          <p:cNvPr id="6" name="Right Arrow 5">
            <a:extLst>
              <a:ext uri="{FF2B5EF4-FFF2-40B4-BE49-F238E27FC236}">
                <a16:creationId xmlns:a16="http://schemas.microsoft.com/office/drawing/2014/main" id="{AC918785-C578-BD7A-AF73-82F6A00AEE5A}"/>
              </a:ext>
            </a:extLst>
          </p:cNvPr>
          <p:cNvSpPr/>
          <p:nvPr/>
        </p:nvSpPr>
        <p:spPr>
          <a:xfrm>
            <a:off x="7815165" y="3822752"/>
            <a:ext cx="572212" cy="600322"/>
          </a:xfrm>
          <a:prstGeom prst="rightArrow">
            <a:avLst>
              <a:gd name="adj1" fmla="val 37689"/>
              <a:gd name="adj2" fmla="val 50000"/>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nvGrpSpPr>
          <p:cNvPr id="32" name="Group 31">
            <a:extLst>
              <a:ext uri="{FF2B5EF4-FFF2-40B4-BE49-F238E27FC236}">
                <a16:creationId xmlns:a16="http://schemas.microsoft.com/office/drawing/2014/main" id="{5B6C172F-C7CA-263C-1339-718D099C48F8}"/>
              </a:ext>
            </a:extLst>
          </p:cNvPr>
          <p:cNvGrpSpPr/>
          <p:nvPr/>
        </p:nvGrpSpPr>
        <p:grpSpPr>
          <a:xfrm>
            <a:off x="8545541" y="2612720"/>
            <a:ext cx="2799778" cy="3020386"/>
            <a:chOff x="4103673" y="2260395"/>
            <a:chExt cx="2799778" cy="3020386"/>
          </a:xfrm>
        </p:grpSpPr>
        <p:grpSp>
          <p:nvGrpSpPr>
            <p:cNvPr id="10" name="Group 9">
              <a:extLst>
                <a:ext uri="{FF2B5EF4-FFF2-40B4-BE49-F238E27FC236}">
                  <a16:creationId xmlns:a16="http://schemas.microsoft.com/office/drawing/2014/main" id="{3C62E37E-2363-660B-811E-E7650394BE53}"/>
                </a:ext>
              </a:extLst>
            </p:cNvPr>
            <p:cNvGrpSpPr/>
            <p:nvPr/>
          </p:nvGrpSpPr>
          <p:grpSpPr>
            <a:xfrm>
              <a:off x="4103673" y="2260395"/>
              <a:ext cx="2799778" cy="2799778"/>
              <a:chOff x="1780879" y="3651581"/>
              <a:chExt cx="2799778" cy="2799778"/>
            </a:xfrm>
          </p:grpSpPr>
          <p:pic>
            <p:nvPicPr>
              <p:cNvPr id="9" name="Picture 8">
                <a:extLst>
                  <a:ext uri="{FF2B5EF4-FFF2-40B4-BE49-F238E27FC236}">
                    <a16:creationId xmlns:a16="http://schemas.microsoft.com/office/drawing/2014/main" id="{BA276526-EFBB-112D-7998-4C11CBD17151}"/>
                  </a:ext>
                </a:extLst>
              </p:cNvPr>
              <p:cNvPicPr>
                <a:picLocks noChangeAspect="1"/>
              </p:cNvPicPr>
              <p:nvPr/>
            </p:nvPicPr>
            <p:blipFill>
              <a:blip r:embed="rId2"/>
              <a:stretch>
                <a:fillRect/>
              </a:stretch>
            </p:blipFill>
            <p:spPr>
              <a:xfrm>
                <a:off x="1780879" y="3651581"/>
                <a:ext cx="2799778" cy="2799778"/>
              </a:xfrm>
              <a:prstGeom prst="rect">
                <a:avLst/>
              </a:prstGeom>
            </p:spPr>
          </p:pic>
          <p:pic>
            <p:nvPicPr>
              <p:cNvPr id="5" name="Picture 4">
                <a:extLst>
                  <a:ext uri="{FF2B5EF4-FFF2-40B4-BE49-F238E27FC236}">
                    <a16:creationId xmlns:a16="http://schemas.microsoft.com/office/drawing/2014/main" id="{C20CE907-86B1-E940-6365-A0997B841F84}"/>
                  </a:ext>
                </a:extLst>
              </p:cNvPr>
              <p:cNvPicPr>
                <a:picLocks/>
              </p:cNvPicPr>
              <p:nvPr/>
            </p:nvPicPr>
            <p:blipFill>
              <a:blip r:embed="rId3">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Lst>
              </a:blip>
              <a:stretch>
                <a:fillRect/>
              </a:stretch>
            </p:blipFill>
            <p:spPr>
              <a:xfrm>
                <a:off x="2454920" y="4308230"/>
                <a:ext cx="1451695" cy="1703989"/>
              </a:xfrm>
              <a:prstGeom prst="rect">
                <a:avLst/>
              </a:prstGeom>
            </p:spPr>
          </p:pic>
        </p:grpSp>
        <p:sp>
          <p:nvSpPr>
            <p:cNvPr id="31" name="TextBox 30">
              <a:extLst>
                <a:ext uri="{FF2B5EF4-FFF2-40B4-BE49-F238E27FC236}">
                  <a16:creationId xmlns:a16="http://schemas.microsoft.com/office/drawing/2014/main" id="{123C3808-3B74-6ECC-DDC4-F542DA783AAD}"/>
                </a:ext>
              </a:extLst>
            </p:cNvPr>
            <p:cNvSpPr txBox="1"/>
            <p:nvPr/>
          </p:nvSpPr>
          <p:spPr>
            <a:xfrm>
              <a:off x="4417711" y="4911449"/>
              <a:ext cx="2171700" cy="369332"/>
            </a:xfrm>
            <a:prstGeom prst="rect">
              <a:avLst/>
            </a:prstGeom>
            <a:noFill/>
          </p:spPr>
          <p:txBody>
            <a:bodyPr wrap="square" rtlCol="0">
              <a:spAutoFit/>
            </a:bodyPr>
            <a:lstStyle/>
            <a:p>
              <a:pPr algn="ctr"/>
              <a:r>
                <a:rPr lang="fr-CA" b="1" err="1">
                  <a:latin typeface="+mj-lt"/>
                </a:rPr>
                <a:t>BackupManuel.zip</a:t>
              </a:r>
              <a:endParaRPr lang="fr-CA" b="1">
                <a:latin typeface="+mj-lt"/>
              </a:endParaRPr>
            </a:p>
          </p:txBody>
        </p:sp>
      </p:grpSp>
      <p:grpSp>
        <p:nvGrpSpPr>
          <p:cNvPr id="12" name="Group 11">
            <a:extLst>
              <a:ext uri="{FF2B5EF4-FFF2-40B4-BE49-F238E27FC236}">
                <a16:creationId xmlns:a16="http://schemas.microsoft.com/office/drawing/2014/main" id="{D410D7D4-16CA-FEE2-4308-7297CE5CB6DE}"/>
              </a:ext>
            </a:extLst>
          </p:cNvPr>
          <p:cNvGrpSpPr/>
          <p:nvPr/>
        </p:nvGrpSpPr>
        <p:grpSpPr>
          <a:xfrm>
            <a:off x="1040639" y="3365161"/>
            <a:ext cx="1733385" cy="411902"/>
            <a:chOff x="1040639" y="3365161"/>
            <a:chExt cx="1733385" cy="411902"/>
          </a:xfrm>
        </p:grpSpPr>
        <p:sp>
          <p:nvSpPr>
            <p:cNvPr id="42" name="Rectangle 41">
              <a:extLst>
                <a:ext uri="{FF2B5EF4-FFF2-40B4-BE49-F238E27FC236}">
                  <a16:creationId xmlns:a16="http://schemas.microsoft.com/office/drawing/2014/main" id="{7A01FCE6-C862-C4F8-CAE5-AF77292C4F03}"/>
                </a:ext>
              </a:extLst>
            </p:cNvPr>
            <p:cNvSpPr/>
            <p:nvPr/>
          </p:nvSpPr>
          <p:spPr>
            <a:xfrm>
              <a:off x="1040639" y="3365161"/>
              <a:ext cx="1733385" cy="411902"/>
            </a:xfrm>
            <a:prstGeom prst="rect">
              <a:avLst/>
            </a:prstGeom>
            <a:solidFill>
              <a:schemeClr val="bg1"/>
            </a:solidFill>
            <a:ln w="9525"/>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3" name="TextBox 42">
              <a:extLst>
                <a:ext uri="{FF2B5EF4-FFF2-40B4-BE49-F238E27FC236}">
                  <a16:creationId xmlns:a16="http://schemas.microsoft.com/office/drawing/2014/main" id="{7D5834D7-E04E-3A32-544E-C2467F9476E0}"/>
                </a:ext>
              </a:extLst>
            </p:cNvPr>
            <p:cNvSpPr txBox="1"/>
            <p:nvPr/>
          </p:nvSpPr>
          <p:spPr>
            <a:xfrm>
              <a:off x="1040639" y="3399779"/>
              <a:ext cx="1733385" cy="369332"/>
            </a:xfrm>
            <a:prstGeom prst="rect">
              <a:avLst/>
            </a:prstGeom>
            <a:noFill/>
          </p:spPr>
          <p:txBody>
            <a:bodyPr wrap="square" rtlCol="0">
              <a:spAutoFit/>
            </a:bodyPr>
            <a:lstStyle/>
            <a:p>
              <a:r>
                <a:rPr lang="fr-CA">
                  <a:latin typeface="+mj-lt"/>
                </a:rPr>
                <a:t>Configuration</a:t>
              </a:r>
            </a:p>
          </p:txBody>
        </p:sp>
      </p:grpSp>
      <p:grpSp>
        <p:nvGrpSpPr>
          <p:cNvPr id="13" name="Group 12">
            <a:extLst>
              <a:ext uri="{FF2B5EF4-FFF2-40B4-BE49-F238E27FC236}">
                <a16:creationId xmlns:a16="http://schemas.microsoft.com/office/drawing/2014/main" id="{8CF99C83-AEE8-7A72-D5B8-C2EDD2A3AC5C}"/>
              </a:ext>
            </a:extLst>
          </p:cNvPr>
          <p:cNvGrpSpPr/>
          <p:nvPr/>
        </p:nvGrpSpPr>
        <p:grpSpPr>
          <a:xfrm>
            <a:off x="801468" y="3961693"/>
            <a:ext cx="5464160" cy="2081298"/>
            <a:chOff x="801468" y="3961693"/>
            <a:chExt cx="5464160" cy="2081298"/>
          </a:xfrm>
        </p:grpSpPr>
        <p:sp>
          <p:nvSpPr>
            <p:cNvPr id="44" name="Rounded Rectangle 43">
              <a:extLst>
                <a:ext uri="{FF2B5EF4-FFF2-40B4-BE49-F238E27FC236}">
                  <a16:creationId xmlns:a16="http://schemas.microsoft.com/office/drawing/2014/main" id="{0F6E35F4-6B21-EC09-2CD4-DBD4B858D3C3}"/>
                </a:ext>
              </a:extLst>
            </p:cNvPr>
            <p:cNvSpPr/>
            <p:nvPr/>
          </p:nvSpPr>
          <p:spPr>
            <a:xfrm>
              <a:off x="801468" y="3961693"/>
              <a:ext cx="5464160" cy="2081298"/>
            </a:xfrm>
            <a:prstGeom prst="roundRect">
              <a:avLst>
                <a:gd name="adj" fmla="val 3737"/>
              </a:avLst>
            </a:prstGeom>
            <a:solidFill>
              <a:schemeClr val="bg1"/>
            </a:solidFill>
            <a:ln w="9525"/>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5" name="Round Same Side Corner Rectangle 44">
              <a:extLst>
                <a:ext uri="{FF2B5EF4-FFF2-40B4-BE49-F238E27FC236}">
                  <a16:creationId xmlns:a16="http://schemas.microsoft.com/office/drawing/2014/main" id="{9386FDB5-30AD-8450-1C20-07658D194A03}"/>
                </a:ext>
              </a:extLst>
            </p:cNvPr>
            <p:cNvSpPr/>
            <p:nvPr/>
          </p:nvSpPr>
          <p:spPr>
            <a:xfrm rot="16200000">
              <a:off x="668077" y="4095085"/>
              <a:ext cx="2081298" cy="1814513"/>
            </a:xfrm>
            <a:prstGeom prst="round2SameRect">
              <a:avLst>
                <a:gd name="adj1" fmla="val 3903"/>
                <a:gd name="adj2" fmla="val 0"/>
              </a:avLst>
            </a:prstGeom>
            <a:solidFill>
              <a:schemeClr val="accent2">
                <a:lumMod val="40000"/>
                <a:lumOff val="6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46" name="Rectangle 45">
            <a:extLst>
              <a:ext uri="{FF2B5EF4-FFF2-40B4-BE49-F238E27FC236}">
                <a16:creationId xmlns:a16="http://schemas.microsoft.com/office/drawing/2014/main" id="{23644D58-665D-5112-8446-AAF5776176B8}"/>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cxnSp>
        <p:nvCxnSpPr>
          <p:cNvPr id="47" name="Straight Connector 46">
            <a:extLst>
              <a:ext uri="{FF2B5EF4-FFF2-40B4-BE49-F238E27FC236}">
                <a16:creationId xmlns:a16="http://schemas.microsoft.com/office/drawing/2014/main" id="{89304CBD-8F51-16FD-CEE6-29B6678AE28C}"/>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48" name="Group 47">
            <a:extLst>
              <a:ext uri="{FF2B5EF4-FFF2-40B4-BE49-F238E27FC236}">
                <a16:creationId xmlns:a16="http://schemas.microsoft.com/office/drawing/2014/main" id="{46F23CE5-E66E-E7E1-1725-9FA704E2577F}"/>
              </a:ext>
            </a:extLst>
          </p:cNvPr>
          <p:cNvGrpSpPr/>
          <p:nvPr/>
        </p:nvGrpSpPr>
        <p:grpSpPr>
          <a:xfrm>
            <a:off x="118534" y="101604"/>
            <a:ext cx="2870199" cy="736959"/>
            <a:chOff x="0" y="0"/>
            <a:chExt cx="2870199" cy="736959"/>
          </a:xfrm>
        </p:grpSpPr>
        <p:sp>
          <p:nvSpPr>
            <p:cNvPr id="49" name="TextBox 48">
              <a:extLst>
                <a:ext uri="{FF2B5EF4-FFF2-40B4-BE49-F238E27FC236}">
                  <a16:creationId xmlns:a16="http://schemas.microsoft.com/office/drawing/2014/main" id="{88423676-E151-175B-B3A2-ECF82E359B40}"/>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50" name="TextBox 49">
              <a:extLst>
                <a:ext uri="{FF2B5EF4-FFF2-40B4-BE49-F238E27FC236}">
                  <a16:creationId xmlns:a16="http://schemas.microsoft.com/office/drawing/2014/main" id="{86FEB54E-27A1-E66B-842D-DF862A892320}"/>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51" name="Oval 50">
            <a:extLst>
              <a:ext uri="{FF2B5EF4-FFF2-40B4-BE49-F238E27FC236}">
                <a16:creationId xmlns:a16="http://schemas.microsoft.com/office/drawing/2014/main" id="{B49BA3BF-5674-E01A-C23D-D083E228ABE4}"/>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2" name="Oval 51">
            <a:extLst>
              <a:ext uri="{FF2B5EF4-FFF2-40B4-BE49-F238E27FC236}">
                <a16:creationId xmlns:a16="http://schemas.microsoft.com/office/drawing/2014/main" id="{CA12DA65-5990-D6F7-4890-95DFAF4DDCB8}"/>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3" name="Oval 52">
            <a:extLst>
              <a:ext uri="{FF2B5EF4-FFF2-40B4-BE49-F238E27FC236}">
                <a16:creationId xmlns:a16="http://schemas.microsoft.com/office/drawing/2014/main" id="{593E5BDB-669E-4EE0-1649-9462B7A8FB54}"/>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4" name="Oval 53">
            <a:extLst>
              <a:ext uri="{FF2B5EF4-FFF2-40B4-BE49-F238E27FC236}">
                <a16:creationId xmlns:a16="http://schemas.microsoft.com/office/drawing/2014/main" id="{B0954E2E-47F6-FD38-7133-A3A98DA139FA}"/>
              </a:ext>
            </a:extLst>
          </p:cNvPr>
          <p:cNvSpPr/>
          <p:nvPr/>
        </p:nvSpPr>
        <p:spPr>
          <a:xfrm>
            <a:off x="11025174"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5" name="TextBox 54">
            <a:extLst>
              <a:ext uri="{FF2B5EF4-FFF2-40B4-BE49-F238E27FC236}">
                <a16:creationId xmlns:a16="http://schemas.microsoft.com/office/drawing/2014/main" id="{A11CC220-50BD-0657-1BA2-0CA87AEB344C}"/>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56" name="TextBox 55">
            <a:extLst>
              <a:ext uri="{FF2B5EF4-FFF2-40B4-BE49-F238E27FC236}">
                <a16:creationId xmlns:a16="http://schemas.microsoft.com/office/drawing/2014/main" id="{5C4EB9FF-FF67-286D-CF09-8C185FB1DBF4}"/>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57" name="TextBox 56">
            <a:extLst>
              <a:ext uri="{FF2B5EF4-FFF2-40B4-BE49-F238E27FC236}">
                <a16:creationId xmlns:a16="http://schemas.microsoft.com/office/drawing/2014/main" id="{63400175-5616-C6B7-67CA-49FE50C5068F}"/>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58" name="TextBox 57">
            <a:extLst>
              <a:ext uri="{FF2B5EF4-FFF2-40B4-BE49-F238E27FC236}">
                <a16:creationId xmlns:a16="http://schemas.microsoft.com/office/drawing/2014/main" id="{7010B4CF-80D8-04FB-A29E-45D35CAE8F75}"/>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solidFill>
                <a:latin typeface="+mj-lt"/>
              </a:rPr>
              <a:t>Processus</a:t>
            </a:r>
          </a:p>
        </p:txBody>
      </p:sp>
      <p:sp>
        <p:nvSpPr>
          <p:cNvPr id="59" name="Oval 58">
            <a:extLst>
              <a:ext uri="{FF2B5EF4-FFF2-40B4-BE49-F238E27FC236}">
                <a16:creationId xmlns:a16="http://schemas.microsoft.com/office/drawing/2014/main" id="{60985217-4C6F-DCC3-CC68-2281149C3E76}"/>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60" name="Oval 59">
            <a:extLst>
              <a:ext uri="{FF2B5EF4-FFF2-40B4-BE49-F238E27FC236}">
                <a16:creationId xmlns:a16="http://schemas.microsoft.com/office/drawing/2014/main" id="{9BF904A7-346B-7652-B0CC-A602CAA62B16}"/>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61" name="Oval 60">
            <a:extLst>
              <a:ext uri="{FF2B5EF4-FFF2-40B4-BE49-F238E27FC236}">
                <a16:creationId xmlns:a16="http://schemas.microsoft.com/office/drawing/2014/main" id="{9140C89B-7B42-2779-1CB6-23618668AA7A}"/>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62" name="TextBox 61">
            <a:extLst>
              <a:ext uri="{FF2B5EF4-FFF2-40B4-BE49-F238E27FC236}">
                <a16:creationId xmlns:a16="http://schemas.microsoft.com/office/drawing/2014/main" id="{1376CB7B-7174-0CAB-5109-23C1A221DBA2}"/>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63" name="Oval 62">
            <a:extLst>
              <a:ext uri="{FF2B5EF4-FFF2-40B4-BE49-F238E27FC236}">
                <a16:creationId xmlns:a16="http://schemas.microsoft.com/office/drawing/2014/main" id="{92D42634-E23A-9909-656C-2717D2FA2202}"/>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64" name="Oval 63">
            <a:extLst>
              <a:ext uri="{FF2B5EF4-FFF2-40B4-BE49-F238E27FC236}">
                <a16:creationId xmlns:a16="http://schemas.microsoft.com/office/drawing/2014/main" id="{7C9ED9F0-AD94-9E76-4A1A-E05C0278CAC2}"/>
              </a:ext>
            </a:extLst>
          </p:cNvPr>
          <p:cNvSpPr/>
          <p:nvPr/>
        </p:nvSpPr>
        <p:spPr>
          <a:xfrm>
            <a:off x="9302204"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65" name="Oval 64">
            <a:extLst>
              <a:ext uri="{FF2B5EF4-FFF2-40B4-BE49-F238E27FC236}">
                <a16:creationId xmlns:a16="http://schemas.microsoft.com/office/drawing/2014/main" id="{F2B3A019-A34E-D4BF-21D2-F366479CA209}"/>
              </a:ext>
            </a:extLst>
          </p:cNvPr>
          <p:cNvSpPr/>
          <p:nvPr/>
        </p:nvSpPr>
        <p:spPr>
          <a:xfrm>
            <a:off x="11083296"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66" name="TextBox 65">
            <a:extLst>
              <a:ext uri="{FF2B5EF4-FFF2-40B4-BE49-F238E27FC236}">
                <a16:creationId xmlns:a16="http://schemas.microsoft.com/office/drawing/2014/main" id="{9D43D3B8-60B9-6AF0-4BBC-A98304BAFC31}"/>
              </a:ext>
            </a:extLst>
          </p:cNvPr>
          <p:cNvSpPr txBox="1"/>
          <p:nvPr/>
        </p:nvSpPr>
        <p:spPr>
          <a:xfrm>
            <a:off x="825954" y="3969645"/>
            <a:ext cx="1733385" cy="646331"/>
          </a:xfrm>
          <a:prstGeom prst="rect">
            <a:avLst/>
          </a:prstGeom>
          <a:noFill/>
        </p:spPr>
        <p:txBody>
          <a:bodyPr wrap="square" rtlCol="0">
            <a:spAutoFit/>
          </a:bodyPr>
          <a:lstStyle/>
          <a:p>
            <a:r>
              <a:rPr lang="fr-CA" b="1">
                <a:latin typeface="+mj-lt"/>
              </a:rPr>
              <a:t>Administration du système</a:t>
            </a:r>
          </a:p>
        </p:txBody>
      </p:sp>
      <p:sp>
        <p:nvSpPr>
          <p:cNvPr id="67" name="TextBox 66">
            <a:extLst>
              <a:ext uri="{FF2B5EF4-FFF2-40B4-BE49-F238E27FC236}">
                <a16:creationId xmlns:a16="http://schemas.microsoft.com/office/drawing/2014/main" id="{1AC9CA94-39FD-877D-1504-D029826DCBDC}"/>
              </a:ext>
            </a:extLst>
          </p:cNvPr>
          <p:cNvSpPr txBox="1"/>
          <p:nvPr/>
        </p:nvSpPr>
        <p:spPr>
          <a:xfrm>
            <a:off x="1160721" y="4621652"/>
            <a:ext cx="1470180" cy="646331"/>
          </a:xfrm>
          <a:prstGeom prst="rect">
            <a:avLst/>
          </a:prstGeom>
          <a:noFill/>
        </p:spPr>
        <p:txBody>
          <a:bodyPr wrap="square" rtlCol="0">
            <a:spAutoFit/>
          </a:bodyPr>
          <a:lstStyle/>
          <a:p>
            <a:r>
              <a:rPr lang="fr-CA">
                <a:latin typeface="+mj-lt"/>
              </a:rPr>
              <a:t>Paramètres de base</a:t>
            </a:r>
          </a:p>
        </p:txBody>
      </p:sp>
      <p:cxnSp>
        <p:nvCxnSpPr>
          <p:cNvPr id="69" name="Straight Connector 68">
            <a:extLst>
              <a:ext uri="{FF2B5EF4-FFF2-40B4-BE49-F238E27FC236}">
                <a16:creationId xmlns:a16="http://schemas.microsoft.com/office/drawing/2014/main" id="{B674B9AE-B0D6-D984-A09B-CD5094B0BA9B}"/>
              </a:ext>
            </a:extLst>
          </p:cNvPr>
          <p:cNvCxnSpPr/>
          <p:nvPr/>
        </p:nvCxnSpPr>
        <p:spPr>
          <a:xfrm>
            <a:off x="1040639" y="4615976"/>
            <a:ext cx="0" cy="647798"/>
          </a:xfrm>
          <a:prstGeom prst="line">
            <a:avLst/>
          </a:prstGeom>
        </p:spPr>
        <p:style>
          <a:lnRef idx="2">
            <a:schemeClr val="accent2"/>
          </a:lnRef>
          <a:fillRef idx="0">
            <a:schemeClr val="accent2"/>
          </a:fillRef>
          <a:effectRef idx="1">
            <a:schemeClr val="accent2"/>
          </a:effectRef>
          <a:fontRef idx="minor">
            <a:schemeClr val="tx1"/>
          </a:fontRef>
        </p:style>
      </p:cxnSp>
      <p:grpSp>
        <p:nvGrpSpPr>
          <p:cNvPr id="14" name="Group 13">
            <a:extLst>
              <a:ext uri="{FF2B5EF4-FFF2-40B4-BE49-F238E27FC236}">
                <a16:creationId xmlns:a16="http://schemas.microsoft.com/office/drawing/2014/main" id="{C57490A2-B119-5A55-E8B7-9608229DD9BA}"/>
              </a:ext>
            </a:extLst>
          </p:cNvPr>
          <p:cNvGrpSpPr/>
          <p:nvPr/>
        </p:nvGrpSpPr>
        <p:grpSpPr>
          <a:xfrm>
            <a:off x="2774024" y="4125514"/>
            <a:ext cx="3319316" cy="1728646"/>
            <a:chOff x="2774024" y="4125514"/>
            <a:chExt cx="3319316" cy="1728646"/>
          </a:xfrm>
        </p:grpSpPr>
        <p:sp>
          <p:nvSpPr>
            <p:cNvPr id="71" name="Rounded Rectangle 70">
              <a:extLst>
                <a:ext uri="{FF2B5EF4-FFF2-40B4-BE49-F238E27FC236}">
                  <a16:creationId xmlns:a16="http://schemas.microsoft.com/office/drawing/2014/main" id="{C1AC613F-B28A-E2B7-AD7A-2778216379B8}"/>
                </a:ext>
              </a:extLst>
            </p:cNvPr>
            <p:cNvSpPr/>
            <p:nvPr/>
          </p:nvSpPr>
          <p:spPr>
            <a:xfrm>
              <a:off x="2821731" y="4125514"/>
              <a:ext cx="1917246" cy="382875"/>
            </a:xfrm>
            <a:prstGeom prst="roundRect">
              <a:avLst>
                <a:gd name="adj" fmla="val 28248"/>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tIns="0" rtlCol="0" anchor="t" anchorCtr="0">
              <a:noAutofit/>
            </a:bodyPr>
            <a:lstStyle/>
            <a:p>
              <a:pPr algn="ctr"/>
              <a:r>
                <a:rPr lang="fr-CA" sz="1600" b="1">
                  <a:solidFill>
                    <a:schemeClr val="tx1"/>
                  </a:solidFill>
                </a:rPr>
                <a:t>Copie de sûreté</a:t>
              </a:r>
            </a:p>
          </p:txBody>
        </p:sp>
        <p:sp>
          <p:nvSpPr>
            <p:cNvPr id="70" name="Rounded Rectangle 69">
              <a:extLst>
                <a:ext uri="{FF2B5EF4-FFF2-40B4-BE49-F238E27FC236}">
                  <a16:creationId xmlns:a16="http://schemas.microsoft.com/office/drawing/2014/main" id="{84CC055C-956E-243D-CD0B-B806866B9616}"/>
                </a:ext>
              </a:extLst>
            </p:cNvPr>
            <p:cNvSpPr/>
            <p:nvPr/>
          </p:nvSpPr>
          <p:spPr>
            <a:xfrm>
              <a:off x="2774024" y="4423074"/>
              <a:ext cx="3319316" cy="1431086"/>
            </a:xfrm>
            <a:prstGeom prst="roundRect">
              <a:avLst>
                <a:gd name="adj" fmla="val 3332"/>
              </a:avLst>
            </a:prstGeom>
            <a:solidFill>
              <a:schemeClr val="accent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4" name="Rounded Rectangle 3">
            <a:extLst>
              <a:ext uri="{FF2B5EF4-FFF2-40B4-BE49-F238E27FC236}">
                <a16:creationId xmlns:a16="http://schemas.microsoft.com/office/drawing/2014/main" id="{7BEBAE8B-E021-9C98-9F2D-3BD9D47234FF}"/>
              </a:ext>
            </a:extLst>
          </p:cNvPr>
          <p:cNvSpPr/>
          <p:nvPr/>
        </p:nvSpPr>
        <p:spPr>
          <a:xfrm>
            <a:off x="4242217" y="5121934"/>
            <a:ext cx="1692372" cy="627295"/>
          </a:xfrm>
          <a:prstGeom prst="roundRect">
            <a:avLst/>
          </a:prstGeom>
          <a:solidFill>
            <a:schemeClr val="bg1"/>
          </a:solidFill>
          <a:ln w="63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CA" b="1">
                <a:solidFill>
                  <a:schemeClr val="tx1"/>
                </a:solidFill>
                <a:latin typeface="+mj-lt"/>
              </a:rPr>
              <a:t>Faire une copie MAINTENANT</a:t>
            </a:r>
          </a:p>
        </p:txBody>
      </p:sp>
      <p:grpSp>
        <p:nvGrpSpPr>
          <p:cNvPr id="15" name="Group 14">
            <a:extLst>
              <a:ext uri="{FF2B5EF4-FFF2-40B4-BE49-F238E27FC236}">
                <a16:creationId xmlns:a16="http://schemas.microsoft.com/office/drawing/2014/main" id="{7FBA9DBC-9B6E-9C2C-BD07-780CA4858919}"/>
              </a:ext>
            </a:extLst>
          </p:cNvPr>
          <p:cNvGrpSpPr/>
          <p:nvPr/>
        </p:nvGrpSpPr>
        <p:grpSpPr>
          <a:xfrm>
            <a:off x="2790908" y="4617691"/>
            <a:ext cx="3143681" cy="369332"/>
            <a:chOff x="2790908" y="4617691"/>
            <a:chExt cx="3143681" cy="369332"/>
          </a:xfrm>
        </p:grpSpPr>
        <p:sp>
          <p:nvSpPr>
            <p:cNvPr id="3" name="Rounded Rectangle 2">
              <a:extLst>
                <a:ext uri="{FF2B5EF4-FFF2-40B4-BE49-F238E27FC236}">
                  <a16:creationId xmlns:a16="http://schemas.microsoft.com/office/drawing/2014/main" id="{182307F2-D45A-701D-5F86-F783CE20E3E7}"/>
                </a:ext>
              </a:extLst>
            </p:cNvPr>
            <p:cNvSpPr/>
            <p:nvPr/>
          </p:nvSpPr>
          <p:spPr>
            <a:xfrm>
              <a:off x="3987384" y="4627258"/>
              <a:ext cx="1947205" cy="349476"/>
            </a:xfrm>
            <a:prstGeom prst="roundRect">
              <a:avLst/>
            </a:prstGeom>
            <a:solidFill>
              <a:schemeClr val="bg1"/>
            </a:solidFill>
            <a:ln w="63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CA">
                  <a:solidFill>
                    <a:schemeClr val="tx1"/>
                  </a:solidFill>
                </a:rPr>
                <a:t>C:\PL\Backup\</a:t>
              </a:r>
            </a:p>
          </p:txBody>
        </p:sp>
        <p:sp>
          <p:nvSpPr>
            <p:cNvPr id="7" name="TextBox 6">
              <a:extLst>
                <a:ext uri="{FF2B5EF4-FFF2-40B4-BE49-F238E27FC236}">
                  <a16:creationId xmlns:a16="http://schemas.microsoft.com/office/drawing/2014/main" id="{734172AD-5401-6A0D-F49A-AFB9DA50EF11}"/>
                </a:ext>
              </a:extLst>
            </p:cNvPr>
            <p:cNvSpPr txBox="1"/>
            <p:nvPr/>
          </p:nvSpPr>
          <p:spPr>
            <a:xfrm>
              <a:off x="2790908" y="4617691"/>
              <a:ext cx="1302181" cy="369332"/>
            </a:xfrm>
            <a:prstGeom prst="rect">
              <a:avLst/>
            </a:prstGeom>
            <a:noFill/>
          </p:spPr>
          <p:txBody>
            <a:bodyPr wrap="square" rtlCol="0">
              <a:spAutoFit/>
            </a:bodyPr>
            <a:lstStyle/>
            <a:p>
              <a:r>
                <a:rPr lang="fr-CA">
                  <a:latin typeface="+mj-lt"/>
                </a:rPr>
                <a:t>Répertoire:</a:t>
              </a:r>
            </a:p>
          </p:txBody>
        </p:sp>
      </p:grpSp>
      <p:sp>
        <p:nvSpPr>
          <p:cNvPr id="30" name="Content Placeholder 2">
            <a:extLst>
              <a:ext uri="{FF2B5EF4-FFF2-40B4-BE49-F238E27FC236}">
                <a16:creationId xmlns:a16="http://schemas.microsoft.com/office/drawing/2014/main" id="{8570B422-0504-1AFB-0070-B662D41B4714}"/>
              </a:ext>
            </a:extLst>
          </p:cNvPr>
          <p:cNvSpPr txBox="1">
            <a:spLocks/>
          </p:cNvSpPr>
          <p:nvPr/>
        </p:nvSpPr>
        <p:spPr>
          <a:xfrm>
            <a:off x="3735528" y="5327385"/>
            <a:ext cx="728134" cy="63741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8" indent="0">
              <a:spcAft>
                <a:spcPts val="3000"/>
              </a:spcAft>
              <a:buClr>
                <a:srgbClr val="004F9A"/>
              </a:buClr>
              <a:buSzPct val="100000"/>
              <a:buFont typeface="Arial" panose="020B0604020202020204" pitchFamily="34" charset="0"/>
              <a:buNone/>
            </a:pPr>
            <a:r>
              <a:rPr lang="fr-CA" sz="4400" noProof="0"/>
              <a:t>👉</a:t>
            </a:r>
          </a:p>
        </p:txBody>
      </p:sp>
      <p:sp>
        <p:nvSpPr>
          <p:cNvPr id="2" name="TextBox 1">
            <a:extLst>
              <a:ext uri="{FF2B5EF4-FFF2-40B4-BE49-F238E27FC236}">
                <a16:creationId xmlns:a16="http://schemas.microsoft.com/office/drawing/2014/main" id="{EB200FCF-239F-19A6-147B-C1F13F7EE013}"/>
              </a:ext>
            </a:extLst>
          </p:cNvPr>
          <p:cNvSpPr txBox="1"/>
          <p:nvPr/>
        </p:nvSpPr>
        <p:spPr>
          <a:xfrm>
            <a:off x="1496949" y="3001905"/>
            <a:ext cx="935262" cy="396000"/>
          </a:xfrm>
          <a:prstGeom prst="rect">
            <a:avLst/>
          </a:prstGeom>
          <a:solidFill>
            <a:schemeClr val="bg1"/>
          </a:solidFill>
        </p:spPr>
        <p:txBody>
          <a:bodyPr wrap="square" rtlCol="0">
            <a:spAutoFit/>
          </a:bodyPr>
          <a:lstStyle/>
          <a:p>
            <a:pPr algn="ctr"/>
            <a:r>
              <a:rPr lang="fr-CA">
                <a:latin typeface="+mj-lt"/>
              </a:rPr>
              <a:t>Options</a:t>
            </a:r>
          </a:p>
        </p:txBody>
      </p:sp>
    </p:spTree>
    <p:extLst>
      <p:ext uri="{BB962C8B-B14F-4D97-AF65-F5344CB8AC3E}">
        <p14:creationId xmlns:p14="http://schemas.microsoft.com/office/powerpoint/2010/main" val="3672109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200"/>
                                        <p:tgtEl>
                                          <p:spTgt spid="12"/>
                                        </p:tgtEl>
                                      </p:cBhvr>
                                    </p:animEffect>
                                  </p:childTnLst>
                                </p:cTn>
                              </p:par>
                            </p:childTnLst>
                          </p:cTn>
                        </p:par>
                        <p:par>
                          <p:cTn id="19" fill="hold">
                            <p:stCondLst>
                              <p:cond delay="700"/>
                            </p:stCondLst>
                            <p:childTnLst>
                              <p:par>
                                <p:cTn id="20" presetID="53" presetClass="entr" presetSubtype="16"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6"/>
                                        </p:tgtEl>
                                        <p:attrNameLst>
                                          <p:attrName>style.visibility</p:attrName>
                                        </p:attrNameLst>
                                      </p:cBhvr>
                                      <p:to>
                                        <p:strVal val="visible"/>
                                      </p:to>
                                    </p:set>
                                    <p:animEffect transition="in" filter="fade">
                                      <p:cBhvr>
                                        <p:cTn id="29" dur="500"/>
                                        <p:tgtEl>
                                          <p:spTgt spid="6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69"/>
                                        </p:tgtEl>
                                        <p:attrNameLst>
                                          <p:attrName>style.visibility</p:attrName>
                                        </p:attrNameLst>
                                      </p:cBhvr>
                                      <p:to>
                                        <p:strVal val="visible"/>
                                      </p:to>
                                    </p:set>
                                    <p:animEffect transition="in" filter="wipe(up)">
                                      <p:cBhvr>
                                        <p:cTn id="34" dur="500"/>
                                        <p:tgtEl>
                                          <p:spTgt spid="69"/>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67"/>
                                        </p:tgtEl>
                                        <p:attrNameLst>
                                          <p:attrName>style.visibility</p:attrName>
                                        </p:attrNameLst>
                                      </p:cBhvr>
                                      <p:to>
                                        <p:strVal val="visible"/>
                                      </p:to>
                                    </p:set>
                                    <p:animEffect transition="in" filter="wipe(left)">
                                      <p:cBhvr>
                                        <p:cTn id="38" dur="500"/>
                                        <p:tgtEl>
                                          <p:spTgt spid="67"/>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500" fill="hold"/>
                                        <p:tgtEl>
                                          <p:spTgt spid="14"/>
                                        </p:tgtEl>
                                        <p:attrNameLst>
                                          <p:attrName>ppt_w</p:attrName>
                                        </p:attrNameLst>
                                      </p:cBhvr>
                                      <p:tavLst>
                                        <p:tav tm="0">
                                          <p:val>
                                            <p:fltVal val="0"/>
                                          </p:val>
                                        </p:tav>
                                        <p:tav tm="100000">
                                          <p:val>
                                            <p:strVal val="#ppt_w"/>
                                          </p:val>
                                        </p:tav>
                                      </p:tavLst>
                                    </p:anim>
                                    <p:anim calcmode="lin" valueType="num">
                                      <p:cBhvr>
                                        <p:cTn id="44" dur="500" fill="hold"/>
                                        <p:tgtEl>
                                          <p:spTgt spid="14"/>
                                        </p:tgtEl>
                                        <p:attrNameLst>
                                          <p:attrName>ppt_h</p:attrName>
                                        </p:attrNameLst>
                                      </p:cBhvr>
                                      <p:tavLst>
                                        <p:tav tm="0">
                                          <p:val>
                                            <p:fltVal val="0"/>
                                          </p:val>
                                        </p:tav>
                                        <p:tav tm="100000">
                                          <p:val>
                                            <p:strVal val="#ppt_h"/>
                                          </p:val>
                                        </p:tav>
                                      </p:tavLst>
                                    </p:anim>
                                    <p:animEffect transition="in" filter="fade">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childTnLst>
                          </p:cTn>
                        </p:par>
                        <p:par>
                          <p:cTn id="51" fill="hold">
                            <p:stCondLst>
                              <p:cond delay="500"/>
                            </p:stCondLst>
                            <p:childTnLst>
                              <p:par>
                                <p:cTn id="52" presetID="52" presetClass="entr" presetSubtype="0" fill="hold" grpId="0" nodeType="afterEffect">
                                  <p:stCondLst>
                                    <p:cond delay="0"/>
                                  </p:stCondLst>
                                  <p:childTnLst>
                                    <p:set>
                                      <p:cBhvr>
                                        <p:cTn id="53" dur="1" fill="hold">
                                          <p:stCondLst>
                                            <p:cond delay="0"/>
                                          </p:stCondLst>
                                        </p:cTn>
                                        <p:tgtEl>
                                          <p:spTgt spid="30"/>
                                        </p:tgtEl>
                                        <p:attrNameLst>
                                          <p:attrName>style.visibility</p:attrName>
                                        </p:attrNameLst>
                                      </p:cBhvr>
                                      <p:to>
                                        <p:strVal val="visible"/>
                                      </p:to>
                                    </p:set>
                                    <p:animScale>
                                      <p:cBhvr>
                                        <p:cTn id="54" dur="1000" decel="50000" fill="hold">
                                          <p:stCondLst>
                                            <p:cond delay="0"/>
                                          </p:stCondLst>
                                        </p:cTn>
                                        <p:tgtEl>
                                          <p:spTgt spid="3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5" dur="1000" decel="50000" fill="hold">
                                          <p:stCondLst>
                                            <p:cond delay="0"/>
                                          </p:stCondLst>
                                        </p:cTn>
                                        <p:tgtEl>
                                          <p:spTgt spid="30"/>
                                        </p:tgtEl>
                                        <p:attrNameLst>
                                          <p:attrName>ppt_x</p:attrName>
                                          <p:attrName>ppt_y</p:attrName>
                                        </p:attrNameLst>
                                      </p:cBhvr>
                                    </p:animMotion>
                                    <p:animEffect transition="in" filter="fade">
                                      <p:cBhvr>
                                        <p:cTn id="56" dur="1000"/>
                                        <p:tgtEl>
                                          <p:spTgt spid="3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left)">
                                      <p:cBhvr>
                                        <p:cTn id="61" dur="5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8" fill="hold" grpId="0" nodeType="clickEffect">
                                  <p:stCondLst>
                                    <p:cond delay="0"/>
                                  </p:stCondLst>
                                  <p:childTnLst>
                                    <p:set>
                                      <p:cBhvr>
                                        <p:cTn id="65" dur="1" fill="hold">
                                          <p:stCondLst>
                                            <p:cond delay="0"/>
                                          </p:stCondLst>
                                        </p:cTn>
                                        <p:tgtEl>
                                          <p:spTgt spid="6"/>
                                        </p:tgtEl>
                                        <p:attrNameLst>
                                          <p:attrName>style.visibility</p:attrName>
                                        </p:attrNameLst>
                                      </p:cBhvr>
                                      <p:to>
                                        <p:strVal val="visible"/>
                                      </p:to>
                                    </p:set>
                                    <p:anim calcmode="lin" valueType="num">
                                      <p:cBhvr additive="base">
                                        <p:cTn id="66" dur="500"/>
                                        <p:tgtEl>
                                          <p:spTgt spid="6"/>
                                        </p:tgtEl>
                                        <p:attrNameLst>
                                          <p:attrName>ppt_x</p:attrName>
                                        </p:attrNameLst>
                                      </p:cBhvr>
                                      <p:tavLst>
                                        <p:tav tm="0">
                                          <p:val>
                                            <p:strVal val="#ppt_x-#ppt_w*1.125000"/>
                                          </p:val>
                                        </p:tav>
                                        <p:tav tm="100000">
                                          <p:val>
                                            <p:strVal val="#ppt_x"/>
                                          </p:val>
                                        </p:tav>
                                      </p:tavLst>
                                    </p:anim>
                                    <p:animEffect transition="in" filter="wipe(right)">
                                      <p:cBhvr>
                                        <p:cTn id="67" dur="500"/>
                                        <p:tgtEl>
                                          <p:spTgt spid="6"/>
                                        </p:tgtEl>
                                      </p:cBhvr>
                                    </p:animEffect>
                                  </p:childTnLst>
                                </p:cTn>
                              </p:par>
                            </p:childTnLst>
                          </p:cTn>
                        </p:par>
                        <p:par>
                          <p:cTn id="68" fill="hold">
                            <p:stCondLst>
                              <p:cond delay="500"/>
                            </p:stCondLst>
                            <p:childTnLst>
                              <p:par>
                                <p:cTn id="69" presetID="12" presetClass="entr" presetSubtype="8" fill="hold" nodeType="after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additive="base">
                                        <p:cTn id="71" dur="500"/>
                                        <p:tgtEl>
                                          <p:spTgt spid="32"/>
                                        </p:tgtEl>
                                        <p:attrNameLst>
                                          <p:attrName>ppt_x</p:attrName>
                                        </p:attrNameLst>
                                      </p:cBhvr>
                                      <p:tavLst>
                                        <p:tav tm="0">
                                          <p:val>
                                            <p:strVal val="#ppt_x-#ppt_w*1.125000"/>
                                          </p:val>
                                        </p:tav>
                                        <p:tav tm="100000">
                                          <p:val>
                                            <p:strVal val="#ppt_x"/>
                                          </p:val>
                                        </p:tav>
                                      </p:tavLst>
                                    </p:anim>
                                    <p:animEffect transition="in" filter="wipe(right)">
                                      <p:cBhvr>
                                        <p:cTn id="7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6" grpId="0"/>
      <p:bldP spid="67" grpId="0"/>
      <p:bldP spid="4" grpId="0" animBg="1"/>
      <p:bldP spid="30" grpId="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63FF4F-0C02-B746-72C7-6C49141F3F9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2DF1326-3031-F74E-5587-F50E5028DC26}"/>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nvGrpSpPr>
          <p:cNvPr id="14" name="Group 13">
            <a:extLst>
              <a:ext uri="{FF2B5EF4-FFF2-40B4-BE49-F238E27FC236}">
                <a16:creationId xmlns:a16="http://schemas.microsoft.com/office/drawing/2014/main" id="{D9B06B10-AE97-182B-8226-A2DA28C2B5AA}"/>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34D7A0CD-CA5D-51DC-9172-9738E038BD9F}"/>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A5886BC3-194E-B31E-7E41-4E7F2E46AE21}"/>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29" name="Title 1">
            <a:extLst>
              <a:ext uri="{FF2B5EF4-FFF2-40B4-BE49-F238E27FC236}">
                <a16:creationId xmlns:a16="http://schemas.microsoft.com/office/drawing/2014/main" id="{03A1E8C7-3662-29C9-3804-21734D748845}"/>
              </a:ext>
            </a:extLst>
          </p:cNvPr>
          <p:cNvSpPr txBox="1">
            <a:spLocks/>
          </p:cNvSpPr>
          <p:nvPr/>
        </p:nvSpPr>
        <p:spPr>
          <a:xfrm>
            <a:off x="296333" y="1275894"/>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a:t>Processus de migration:</a:t>
            </a:r>
          </a:p>
        </p:txBody>
      </p:sp>
      <p:cxnSp>
        <p:nvCxnSpPr>
          <p:cNvPr id="35" name="Straight Connector 34">
            <a:extLst>
              <a:ext uri="{FF2B5EF4-FFF2-40B4-BE49-F238E27FC236}">
                <a16:creationId xmlns:a16="http://schemas.microsoft.com/office/drawing/2014/main" id="{9ED73254-FB4D-2FE1-B814-923383D43610}"/>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23AC7030-ECC1-3E6B-FB68-8EF89596D231}"/>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7" name="Oval 36">
            <a:extLst>
              <a:ext uri="{FF2B5EF4-FFF2-40B4-BE49-F238E27FC236}">
                <a16:creationId xmlns:a16="http://schemas.microsoft.com/office/drawing/2014/main" id="{9D1296FE-16D6-7C99-1F49-C876B42715BF}"/>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8" name="Oval 37">
            <a:extLst>
              <a:ext uri="{FF2B5EF4-FFF2-40B4-BE49-F238E27FC236}">
                <a16:creationId xmlns:a16="http://schemas.microsoft.com/office/drawing/2014/main" id="{70F74F2D-1237-CAD5-7140-A97B1C4B3DEF}"/>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9" name="Oval 38">
            <a:extLst>
              <a:ext uri="{FF2B5EF4-FFF2-40B4-BE49-F238E27FC236}">
                <a16:creationId xmlns:a16="http://schemas.microsoft.com/office/drawing/2014/main" id="{A8D9C38B-99E6-02E4-4982-99693C9C27DB}"/>
              </a:ext>
            </a:extLst>
          </p:cNvPr>
          <p:cNvSpPr/>
          <p:nvPr/>
        </p:nvSpPr>
        <p:spPr>
          <a:xfrm>
            <a:off x="11025174"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0" name="TextBox 39">
            <a:extLst>
              <a:ext uri="{FF2B5EF4-FFF2-40B4-BE49-F238E27FC236}">
                <a16:creationId xmlns:a16="http://schemas.microsoft.com/office/drawing/2014/main" id="{80932E4E-3954-A6E1-3939-AFC92261CB61}"/>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41" name="TextBox 40">
            <a:extLst>
              <a:ext uri="{FF2B5EF4-FFF2-40B4-BE49-F238E27FC236}">
                <a16:creationId xmlns:a16="http://schemas.microsoft.com/office/drawing/2014/main" id="{E57F6F83-6187-359E-B282-0CA736C71C84}"/>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42" name="TextBox 41">
            <a:extLst>
              <a:ext uri="{FF2B5EF4-FFF2-40B4-BE49-F238E27FC236}">
                <a16:creationId xmlns:a16="http://schemas.microsoft.com/office/drawing/2014/main" id="{BD89B891-EA28-A73F-2988-B1A0B774E57B}"/>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43" name="TextBox 42">
            <a:extLst>
              <a:ext uri="{FF2B5EF4-FFF2-40B4-BE49-F238E27FC236}">
                <a16:creationId xmlns:a16="http://schemas.microsoft.com/office/drawing/2014/main" id="{01D52DBC-03F8-AD3A-F891-404E4DD52301}"/>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solidFill>
                <a:latin typeface="+mj-lt"/>
              </a:rPr>
              <a:t>Processus</a:t>
            </a:r>
          </a:p>
        </p:txBody>
      </p:sp>
      <p:sp>
        <p:nvSpPr>
          <p:cNvPr id="44" name="Oval 43">
            <a:extLst>
              <a:ext uri="{FF2B5EF4-FFF2-40B4-BE49-F238E27FC236}">
                <a16:creationId xmlns:a16="http://schemas.microsoft.com/office/drawing/2014/main" id="{7F542E5A-D470-D262-A0C8-383B5FCAECDA}"/>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5" name="Oval 44">
            <a:extLst>
              <a:ext uri="{FF2B5EF4-FFF2-40B4-BE49-F238E27FC236}">
                <a16:creationId xmlns:a16="http://schemas.microsoft.com/office/drawing/2014/main" id="{7E2C4A06-E4AC-10E8-CE07-32A6A114EEDC}"/>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6" name="Oval 45">
            <a:extLst>
              <a:ext uri="{FF2B5EF4-FFF2-40B4-BE49-F238E27FC236}">
                <a16:creationId xmlns:a16="http://schemas.microsoft.com/office/drawing/2014/main" id="{2D895A4A-1F5B-8DE2-FAA9-F0C256969B81}"/>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7" name="TextBox 46">
            <a:extLst>
              <a:ext uri="{FF2B5EF4-FFF2-40B4-BE49-F238E27FC236}">
                <a16:creationId xmlns:a16="http://schemas.microsoft.com/office/drawing/2014/main" id="{A86C6F87-2F9D-1ADF-873F-779AD85F7DDC}"/>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48" name="Oval 47">
            <a:extLst>
              <a:ext uri="{FF2B5EF4-FFF2-40B4-BE49-F238E27FC236}">
                <a16:creationId xmlns:a16="http://schemas.microsoft.com/office/drawing/2014/main" id="{67014C57-3988-088D-D8F6-168C4020E8DE}"/>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9" name="Oval 48">
            <a:extLst>
              <a:ext uri="{FF2B5EF4-FFF2-40B4-BE49-F238E27FC236}">
                <a16:creationId xmlns:a16="http://schemas.microsoft.com/office/drawing/2014/main" id="{B9E7C845-4DDF-4A08-EECC-A49D386A86DF}"/>
              </a:ext>
            </a:extLst>
          </p:cNvPr>
          <p:cNvSpPr/>
          <p:nvPr/>
        </p:nvSpPr>
        <p:spPr>
          <a:xfrm>
            <a:off x="9302204"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0" name="Oval 49">
            <a:extLst>
              <a:ext uri="{FF2B5EF4-FFF2-40B4-BE49-F238E27FC236}">
                <a16:creationId xmlns:a16="http://schemas.microsoft.com/office/drawing/2014/main" id="{29D90391-006F-E1E8-948F-D7DF9ECC6A89}"/>
              </a:ext>
            </a:extLst>
          </p:cNvPr>
          <p:cNvSpPr/>
          <p:nvPr/>
        </p:nvSpPr>
        <p:spPr>
          <a:xfrm>
            <a:off x="11083296"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nvGrpSpPr>
          <p:cNvPr id="5" name="Group 4">
            <a:extLst>
              <a:ext uri="{FF2B5EF4-FFF2-40B4-BE49-F238E27FC236}">
                <a16:creationId xmlns:a16="http://schemas.microsoft.com/office/drawing/2014/main" id="{25A7A2B5-78A3-ECC0-3B13-CF75047EC903}"/>
              </a:ext>
            </a:extLst>
          </p:cNvPr>
          <p:cNvGrpSpPr/>
          <p:nvPr/>
        </p:nvGrpSpPr>
        <p:grpSpPr>
          <a:xfrm>
            <a:off x="3494287" y="3279024"/>
            <a:ext cx="2799778" cy="3020386"/>
            <a:chOff x="4103673" y="2260395"/>
            <a:chExt cx="2799778" cy="3020386"/>
          </a:xfrm>
        </p:grpSpPr>
        <p:grpSp>
          <p:nvGrpSpPr>
            <p:cNvPr id="6" name="Group 5">
              <a:extLst>
                <a:ext uri="{FF2B5EF4-FFF2-40B4-BE49-F238E27FC236}">
                  <a16:creationId xmlns:a16="http://schemas.microsoft.com/office/drawing/2014/main" id="{67052343-A71C-9CB2-9A34-A2100DA93B18}"/>
                </a:ext>
              </a:extLst>
            </p:cNvPr>
            <p:cNvGrpSpPr/>
            <p:nvPr/>
          </p:nvGrpSpPr>
          <p:grpSpPr>
            <a:xfrm>
              <a:off x="4103673" y="2260395"/>
              <a:ext cx="2799778" cy="2799778"/>
              <a:chOff x="1780879" y="3651581"/>
              <a:chExt cx="2799778" cy="2799778"/>
            </a:xfrm>
          </p:grpSpPr>
          <p:pic>
            <p:nvPicPr>
              <p:cNvPr id="9" name="Picture 8">
                <a:extLst>
                  <a:ext uri="{FF2B5EF4-FFF2-40B4-BE49-F238E27FC236}">
                    <a16:creationId xmlns:a16="http://schemas.microsoft.com/office/drawing/2014/main" id="{C0A5580C-D163-F355-CFA4-3027DA76B2D1}"/>
                  </a:ext>
                </a:extLst>
              </p:cNvPr>
              <p:cNvPicPr>
                <a:picLocks noChangeAspect="1"/>
              </p:cNvPicPr>
              <p:nvPr/>
            </p:nvPicPr>
            <p:blipFill>
              <a:blip r:embed="rId2"/>
              <a:stretch>
                <a:fillRect/>
              </a:stretch>
            </p:blipFill>
            <p:spPr>
              <a:xfrm>
                <a:off x="1780879" y="3651581"/>
                <a:ext cx="2799778" cy="2799778"/>
              </a:xfrm>
              <a:prstGeom prst="rect">
                <a:avLst/>
              </a:prstGeom>
            </p:spPr>
          </p:pic>
          <p:pic>
            <p:nvPicPr>
              <p:cNvPr id="10" name="Picture 9">
                <a:extLst>
                  <a:ext uri="{FF2B5EF4-FFF2-40B4-BE49-F238E27FC236}">
                    <a16:creationId xmlns:a16="http://schemas.microsoft.com/office/drawing/2014/main" id="{2EB8BD09-6C4C-2B0B-19A6-B99BA5E7A9E9}"/>
                  </a:ext>
                </a:extLst>
              </p:cNvPr>
              <p:cNvPicPr>
                <a:picLocks/>
              </p:cNvPicPr>
              <p:nvPr/>
            </p:nvPicPr>
            <p:blipFill>
              <a:blip r:embed="rId3">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Lst>
              </a:blip>
              <a:stretch>
                <a:fillRect/>
              </a:stretch>
            </p:blipFill>
            <p:spPr>
              <a:xfrm>
                <a:off x="2454920" y="4308230"/>
                <a:ext cx="1451695" cy="1703989"/>
              </a:xfrm>
              <a:prstGeom prst="rect">
                <a:avLst/>
              </a:prstGeom>
            </p:spPr>
          </p:pic>
        </p:grpSp>
        <p:sp>
          <p:nvSpPr>
            <p:cNvPr id="8" name="TextBox 7">
              <a:extLst>
                <a:ext uri="{FF2B5EF4-FFF2-40B4-BE49-F238E27FC236}">
                  <a16:creationId xmlns:a16="http://schemas.microsoft.com/office/drawing/2014/main" id="{696E7077-D4A9-8E6F-DE84-580A8526FCEA}"/>
                </a:ext>
              </a:extLst>
            </p:cNvPr>
            <p:cNvSpPr txBox="1"/>
            <p:nvPr/>
          </p:nvSpPr>
          <p:spPr>
            <a:xfrm>
              <a:off x="4417711" y="4911449"/>
              <a:ext cx="2171700" cy="369332"/>
            </a:xfrm>
            <a:prstGeom prst="rect">
              <a:avLst/>
            </a:prstGeom>
            <a:noFill/>
          </p:spPr>
          <p:txBody>
            <a:bodyPr wrap="square" rtlCol="0">
              <a:spAutoFit/>
            </a:bodyPr>
            <a:lstStyle/>
            <a:p>
              <a:pPr algn="ctr"/>
              <a:r>
                <a:rPr lang="fr-CA" b="1" err="1">
                  <a:latin typeface="+mj-lt"/>
                </a:rPr>
                <a:t>BackupManuel.zip</a:t>
              </a:r>
              <a:endParaRPr lang="fr-CA" b="1">
                <a:latin typeface="+mj-lt"/>
              </a:endParaRPr>
            </a:p>
          </p:txBody>
        </p:sp>
      </p:grpSp>
      <p:pic>
        <p:nvPicPr>
          <p:cNvPr id="7" name="Picture 6">
            <a:extLst>
              <a:ext uri="{FF2B5EF4-FFF2-40B4-BE49-F238E27FC236}">
                <a16:creationId xmlns:a16="http://schemas.microsoft.com/office/drawing/2014/main" id="{B3FE6250-4A1A-7E83-5BBC-E81B35A10993}"/>
              </a:ext>
            </a:extLst>
          </p:cNvPr>
          <p:cNvPicPr>
            <a:picLocks noChangeAspect="1"/>
          </p:cNvPicPr>
          <p:nvPr/>
        </p:nvPicPr>
        <p:blipFill>
          <a:blip r:embed="rId5"/>
          <a:srcRect l="1" r="1010"/>
          <a:stretch>
            <a:fillRect/>
          </a:stretch>
        </p:blipFill>
        <p:spPr>
          <a:xfrm>
            <a:off x="7071343" y="1138603"/>
            <a:ext cx="5120657" cy="5680841"/>
          </a:xfrm>
          <a:prstGeom prst="rect">
            <a:avLst/>
          </a:prstGeom>
        </p:spPr>
      </p:pic>
      <p:grpSp>
        <p:nvGrpSpPr>
          <p:cNvPr id="13" name="Group 12">
            <a:extLst>
              <a:ext uri="{FF2B5EF4-FFF2-40B4-BE49-F238E27FC236}">
                <a16:creationId xmlns:a16="http://schemas.microsoft.com/office/drawing/2014/main" id="{73B0093D-CC72-7E4F-86DD-D27A8CD9FC8B}"/>
              </a:ext>
            </a:extLst>
          </p:cNvPr>
          <p:cNvGrpSpPr/>
          <p:nvPr/>
        </p:nvGrpSpPr>
        <p:grpSpPr>
          <a:xfrm>
            <a:off x="-78066" y="1967789"/>
            <a:ext cx="8067144" cy="602166"/>
            <a:chOff x="2699419" y="5898993"/>
            <a:chExt cx="8067144" cy="602166"/>
          </a:xfrm>
          <a:effectLst>
            <a:outerShdw blurRad="50800" dist="38100" dir="2700000" algn="tl" rotWithShape="0">
              <a:prstClr val="black">
                <a:alpha val="40000"/>
              </a:prstClr>
            </a:outerShdw>
          </a:effectLst>
        </p:grpSpPr>
        <p:sp>
          <p:nvSpPr>
            <p:cNvPr id="11" name="Rounded Rectangle 10">
              <a:extLst>
                <a:ext uri="{FF2B5EF4-FFF2-40B4-BE49-F238E27FC236}">
                  <a16:creationId xmlns:a16="http://schemas.microsoft.com/office/drawing/2014/main" id="{021571F5-6644-6B76-E64E-1C913955DF0B}"/>
                </a:ext>
              </a:extLst>
            </p:cNvPr>
            <p:cNvSpPr/>
            <p:nvPr/>
          </p:nvSpPr>
          <p:spPr>
            <a:xfrm>
              <a:off x="3155795" y="5898993"/>
              <a:ext cx="7166645" cy="60216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 name="TextBox 3">
              <a:hlinkClick r:id="rId6"/>
              <a:extLst>
                <a:ext uri="{FF2B5EF4-FFF2-40B4-BE49-F238E27FC236}">
                  <a16:creationId xmlns:a16="http://schemas.microsoft.com/office/drawing/2014/main" id="{4551C0F2-3F67-C4EC-098E-791556A4980E}"/>
                </a:ext>
              </a:extLst>
            </p:cNvPr>
            <p:cNvSpPr txBox="1"/>
            <p:nvPr/>
          </p:nvSpPr>
          <p:spPr>
            <a:xfrm>
              <a:off x="2699419" y="5906797"/>
              <a:ext cx="8067144" cy="584775"/>
            </a:xfrm>
            <a:prstGeom prst="rect">
              <a:avLst/>
            </a:prstGeom>
            <a:noFill/>
          </p:spPr>
          <p:txBody>
            <a:bodyPr wrap="square" rtlCol="0">
              <a:spAutoFit/>
            </a:bodyPr>
            <a:lstStyle/>
            <a:p>
              <a:pPr algn="ctr"/>
              <a:r>
                <a:rPr lang="fr-CA" sz="3200" b="1" u="sng" dirty="0">
                  <a:solidFill>
                    <a:srgbClr val="0063C1"/>
                  </a:solidFill>
                  <a:latin typeface="+mj-lt"/>
                </a:rPr>
                <a:t>https://</a:t>
              </a:r>
              <a:r>
                <a:rPr lang="fr-CA" sz="3200" b="1" u="sng" dirty="0" err="1">
                  <a:solidFill>
                    <a:srgbClr val="0063C1"/>
                  </a:solidFill>
                  <a:latin typeface="+mj-lt"/>
                </a:rPr>
                <a:t>securitepublique.ca</a:t>
              </a:r>
              <a:r>
                <a:rPr lang="fr-CA" sz="3200" b="1" u="sng" dirty="0">
                  <a:solidFill>
                    <a:srgbClr val="0063C1"/>
                  </a:solidFill>
                  <a:latin typeface="+mj-lt"/>
                </a:rPr>
                <a:t>/migration</a:t>
              </a:r>
            </a:p>
          </p:txBody>
        </p:sp>
      </p:grpSp>
      <p:sp>
        <p:nvSpPr>
          <p:cNvPr id="2" name="Right Arrow 1">
            <a:extLst>
              <a:ext uri="{FF2B5EF4-FFF2-40B4-BE49-F238E27FC236}">
                <a16:creationId xmlns:a16="http://schemas.microsoft.com/office/drawing/2014/main" id="{8EB90778-A492-C553-6032-64BE21F09E11}"/>
              </a:ext>
            </a:extLst>
          </p:cNvPr>
          <p:cNvSpPr/>
          <p:nvPr/>
        </p:nvSpPr>
        <p:spPr>
          <a:xfrm>
            <a:off x="6236913" y="4489056"/>
            <a:ext cx="572212" cy="600322"/>
          </a:xfrm>
          <a:prstGeom prst="rightArrow">
            <a:avLst>
              <a:gd name="adj1" fmla="val 37689"/>
              <a:gd name="adj2" fmla="val 50000"/>
            </a:avLst>
          </a:prstGeom>
          <a:solidFill>
            <a:srgbClr val="0063C1">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Tree>
    <p:extLst>
      <p:ext uri="{BB962C8B-B14F-4D97-AF65-F5344CB8AC3E}">
        <p14:creationId xmlns:p14="http://schemas.microsoft.com/office/powerpoint/2010/main" val="270731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500"/>
                            </p:stCondLst>
                            <p:childTnLst>
                              <p:par>
                                <p:cTn id="20" presetID="12" presetClass="entr" presetSubtype="8"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p:tgtEl>
                                          <p:spTgt spid="2"/>
                                        </p:tgtEl>
                                        <p:attrNameLst>
                                          <p:attrName>ppt_x</p:attrName>
                                        </p:attrNameLst>
                                      </p:cBhvr>
                                      <p:tavLst>
                                        <p:tav tm="0">
                                          <p:val>
                                            <p:strVal val="#ppt_x-#ppt_w*1.125000"/>
                                          </p:val>
                                        </p:tav>
                                        <p:tav tm="100000">
                                          <p:val>
                                            <p:strVal val="#ppt_x"/>
                                          </p:val>
                                        </p:tav>
                                      </p:tavLst>
                                    </p:anim>
                                    <p:animEffect transition="in" filter="wipe(righ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A5987-A762-C519-331F-8773F7AA660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82DFB5E-2298-85F8-FA87-30858D79D555}"/>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nvGrpSpPr>
          <p:cNvPr id="14" name="Group 13">
            <a:extLst>
              <a:ext uri="{FF2B5EF4-FFF2-40B4-BE49-F238E27FC236}">
                <a16:creationId xmlns:a16="http://schemas.microsoft.com/office/drawing/2014/main" id="{9E088404-8B0A-9D45-4D4E-8889E411201E}"/>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866F1D6B-562A-BE6D-8686-30BB6772F4C6}"/>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90C251CC-04C4-745B-3716-CB90705C9B36}"/>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29" name="Title 1">
            <a:extLst>
              <a:ext uri="{FF2B5EF4-FFF2-40B4-BE49-F238E27FC236}">
                <a16:creationId xmlns:a16="http://schemas.microsoft.com/office/drawing/2014/main" id="{F43F1F80-3F1D-B96C-6929-9A7DCC259716}"/>
              </a:ext>
            </a:extLst>
          </p:cNvPr>
          <p:cNvSpPr txBox="1">
            <a:spLocks/>
          </p:cNvSpPr>
          <p:nvPr/>
        </p:nvSpPr>
        <p:spPr>
          <a:xfrm>
            <a:off x="296333" y="1088856"/>
            <a:ext cx="5911036" cy="637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Processus de migration:</a:t>
            </a:r>
          </a:p>
        </p:txBody>
      </p:sp>
      <p:cxnSp>
        <p:nvCxnSpPr>
          <p:cNvPr id="35" name="Straight Connector 34">
            <a:extLst>
              <a:ext uri="{FF2B5EF4-FFF2-40B4-BE49-F238E27FC236}">
                <a16:creationId xmlns:a16="http://schemas.microsoft.com/office/drawing/2014/main" id="{8983B37D-3A89-8299-2959-A3EA8CBB7AC3}"/>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76B8876F-4631-7B3C-CEBD-3360B4D892CC}"/>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7" name="Oval 36">
            <a:extLst>
              <a:ext uri="{FF2B5EF4-FFF2-40B4-BE49-F238E27FC236}">
                <a16:creationId xmlns:a16="http://schemas.microsoft.com/office/drawing/2014/main" id="{8BAE2FE9-E8D5-5927-7505-F756BA9BBC7E}"/>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8" name="Oval 37">
            <a:extLst>
              <a:ext uri="{FF2B5EF4-FFF2-40B4-BE49-F238E27FC236}">
                <a16:creationId xmlns:a16="http://schemas.microsoft.com/office/drawing/2014/main" id="{1B120E4B-D294-901D-18E3-C44212D9196C}"/>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9" name="Oval 38">
            <a:extLst>
              <a:ext uri="{FF2B5EF4-FFF2-40B4-BE49-F238E27FC236}">
                <a16:creationId xmlns:a16="http://schemas.microsoft.com/office/drawing/2014/main" id="{723E60B7-D483-96F6-8380-96B8CC898D3D}"/>
              </a:ext>
            </a:extLst>
          </p:cNvPr>
          <p:cNvSpPr/>
          <p:nvPr/>
        </p:nvSpPr>
        <p:spPr>
          <a:xfrm>
            <a:off x="11025174"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0" name="TextBox 39">
            <a:extLst>
              <a:ext uri="{FF2B5EF4-FFF2-40B4-BE49-F238E27FC236}">
                <a16:creationId xmlns:a16="http://schemas.microsoft.com/office/drawing/2014/main" id="{05455CD8-AF66-4618-2A43-16A417CAA5F9}"/>
              </a:ext>
            </a:extLst>
          </p:cNvPr>
          <p:cNvSpPr txBox="1"/>
          <p:nvPr/>
        </p:nvSpPr>
        <p:spPr>
          <a:xfrm>
            <a:off x="3235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Situation</a:t>
            </a:r>
          </a:p>
        </p:txBody>
      </p:sp>
      <p:sp>
        <p:nvSpPr>
          <p:cNvPr id="41" name="TextBox 40">
            <a:extLst>
              <a:ext uri="{FF2B5EF4-FFF2-40B4-BE49-F238E27FC236}">
                <a16:creationId xmlns:a16="http://schemas.microsoft.com/office/drawing/2014/main" id="{D45A6E72-B86E-111D-0E8B-1BD3C3CA53FF}"/>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42" name="TextBox 41">
            <a:extLst>
              <a:ext uri="{FF2B5EF4-FFF2-40B4-BE49-F238E27FC236}">
                <a16:creationId xmlns:a16="http://schemas.microsoft.com/office/drawing/2014/main" id="{9B14534E-5D73-E14E-9203-E52885577BF2}"/>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43" name="TextBox 42">
            <a:extLst>
              <a:ext uri="{FF2B5EF4-FFF2-40B4-BE49-F238E27FC236}">
                <a16:creationId xmlns:a16="http://schemas.microsoft.com/office/drawing/2014/main" id="{9E186E45-288B-7676-0023-8F67C046A8FA}"/>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solidFill>
                <a:latin typeface="+mj-lt"/>
              </a:rPr>
              <a:t>Processus</a:t>
            </a:r>
          </a:p>
        </p:txBody>
      </p:sp>
      <p:sp>
        <p:nvSpPr>
          <p:cNvPr id="44" name="Oval 43">
            <a:extLst>
              <a:ext uri="{FF2B5EF4-FFF2-40B4-BE49-F238E27FC236}">
                <a16:creationId xmlns:a16="http://schemas.microsoft.com/office/drawing/2014/main" id="{FAFEACC8-506B-AB4B-F896-A48DE9372D07}"/>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5" name="Oval 44">
            <a:extLst>
              <a:ext uri="{FF2B5EF4-FFF2-40B4-BE49-F238E27FC236}">
                <a16:creationId xmlns:a16="http://schemas.microsoft.com/office/drawing/2014/main" id="{EFBF24E5-4769-3F9A-64EF-25560356BB9F}"/>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6" name="Oval 45">
            <a:extLst>
              <a:ext uri="{FF2B5EF4-FFF2-40B4-BE49-F238E27FC236}">
                <a16:creationId xmlns:a16="http://schemas.microsoft.com/office/drawing/2014/main" id="{FB2CB38F-C792-DE3A-A60E-14A0C7973023}"/>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7" name="TextBox 46">
            <a:extLst>
              <a:ext uri="{FF2B5EF4-FFF2-40B4-BE49-F238E27FC236}">
                <a16:creationId xmlns:a16="http://schemas.microsoft.com/office/drawing/2014/main" id="{DDA4B667-C2B4-059D-B311-E4CC9B42EAE1}"/>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48" name="Oval 47">
            <a:extLst>
              <a:ext uri="{FF2B5EF4-FFF2-40B4-BE49-F238E27FC236}">
                <a16:creationId xmlns:a16="http://schemas.microsoft.com/office/drawing/2014/main" id="{5B499F41-39BC-9B49-AD25-6E24704575E6}"/>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9" name="Oval 48">
            <a:extLst>
              <a:ext uri="{FF2B5EF4-FFF2-40B4-BE49-F238E27FC236}">
                <a16:creationId xmlns:a16="http://schemas.microsoft.com/office/drawing/2014/main" id="{9CCBBA8E-7B65-7112-5E71-4C5AEFB677B1}"/>
              </a:ext>
            </a:extLst>
          </p:cNvPr>
          <p:cNvSpPr/>
          <p:nvPr/>
        </p:nvSpPr>
        <p:spPr>
          <a:xfrm>
            <a:off x="9302204"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0" name="Oval 49">
            <a:extLst>
              <a:ext uri="{FF2B5EF4-FFF2-40B4-BE49-F238E27FC236}">
                <a16:creationId xmlns:a16="http://schemas.microsoft.com/office/drawing/2014/main" id="{A1B14F58-DB96-CE78-D2BB-C91295CE5074}"/>
              </a:ext>
            </a:extLst>
          </p:cNvPr>
          <p:cNvSpPr/>
          <p:nvPr/>
        </p:nvSpPr>
        <p:spPr>
          <a:xfrm>
            <a:off x="11083296"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3" name="Etape 4">
            <a:extLst>
              <a:ext uri="{FF2B5EF4-FFF2-40B4-BE49-F238E27FC236}">
                <a16:creationId xmlns:a16="http://schemas.microsoft.com/office/drawing/2014/main" id="{C92E5641-A176-456E-3FA1-CB2814FD8DCA}"/>
              </a:ext>
            </a:extLst>
          </p:cNvPr>
          <p:cNvSpPr/>
          <p:nvPr/>
        </p:nvSpPr>
        <p:spPr>
          <a:xfrm>
            <a:off x="6522336" y="2554937"/>
            <a:ext cx="572212" cy="600322"/>
          </a:xfrm>
          <a:prstGeom prst="rightArrow">
            <a:avLst>
              <a:gd name="adj1" fmla="val 37689"/>
              <a:gd name="adj2" fmla="val 50000"/>
            </a:avLst>
          </a:prstGeom>
          <a:solidFill>
            <a:srgbClr val="0063C1">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024" name="Cross 1023">
            <a:extLst>
              <a:ext uri="{FF2B5EF4-FFF2-40B4-BE49-F238E27FC236}">
                <a16:creationId xmlns:a16="http://schemas.microsoft.com/office/drawing/2014/main" id="{94FBBAEE-95E6-F50E-9126-0D420804F2D1}"/>
              </a:ext>
            </a:extLst>
          </p:cNvPr>
          <p:cNvSpPr/>
          <p:nvPr/>
        </p:nvSpPr>
        <p:spPr>
          <a:xfrm>
            <a:off x="3234561" y="4168795"/>
            <a:ext cx="313295" cy="313295"/>
          </a:xfrm>
          <a:prstGeom prst="plus">
            <a:avLst>
              <a:gd name="adj" fmla="val 35356"/>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nvGrpSpPr>
          <p:cNvPr id="25" name="ZIP FINAL">
            <a:extLst>
              <a:ext uri="{FF2B5EF4-FFF2-40B4-BE49-F238E27FC236}">
                <a16:creationId xmlns:a16="http://schemas.microsoft.com/office/drawing/2014/main" id="{0C85823E-DC9C-301E-E3FD-79A9F2DC4A29}"/>
              </a:ext>
            </a:extLst>
          </p:cNvPr>
          <p:cNvGrpSpPr/>
          <p:nvPr/>
        </p:nvGrpSpPr>
        <p:grpSpPr>
          <a:xfrm>
            <a:off x="6522336" y="1637896"/>
            <a:ext cx="4942460" cy="5124229"/>
            <a:chOff x="6482582" y="1716056"/>
            <a:chExt cx="4567845" cy="4735835"/>
          </a:xfrm>
        </p:grpSpPr>
        <p:grpSp>
          <p:nvGrpSpPr>
            <p:cNvPr id="5" name="Group 4">
              <a:extLst>
                <a:ext uri="{FF2B5EF4-FFF2-40B4-BE49-F238E27FC236}">
                  <a16:creationId xmlns:a16="http://schemas.microsoft.com/office/drawing/2014/main" id="{28C787C2-1CAC-1008-6FDD-901D5968210E}"/>
                </a:ext>
              </a:extLst>
            </p:cNvPr>
            <p:cNvGrpSpPr/>
            <p:nvPr/>
          </p:nvGrpSpPr>
          <p:grpSpPr>
            <a:xfrm>
              <a:off x="6482582" y="1716056"/>
              <a:ext cx="4567845" cy="4735835"/>
              <a:chOff x="4103673" y="2488058"/>
              <a:chExt cx="2362599" cy="2449488"/>
            </a:xfrm>
          </p:grpSpPr>
          <p:pic>
            <p:nvPicPr>
              <p:cNvPr id="9" name="Picture 8">
                <a:extLst>
                  <a:ext uri="{FF2B5EF4-FFF2-40B4-BE49-F238E27FC236}">
                    <a16:creationId xmlns:a16="http://schemas.microsoft.com/office/drawing/2014/main" id="{D7FEC2DD-A699-3B3A-101F-5B7ABDCA9E4D}"/>
                  </a:ext>
                </a:extLst>
              </p:cNvPr>
              <p:cNvPicPr>
                <a:picLocks noChangeAspect="1"/>
              </p:cNvPicPr>
              <p:nvPr/>
            </p:nvPicPr>
            <p:blipFill>
              <a:blip r:embed="rId3"/>
              <a:stretch>
                <a:fillRect/>
              </a:stretch>
            </p:blipFill>
            <p:spPr>
              <a:xfrm>
                <a:off x="4103673" y="2488058"/>
                <a:ext cx="2362599" cy="2362600"/>
              </a:xfrm>
              <a:prstGeom prst="rect">
                <a:avLst/>
              </a:prstGeom>
            </p:spPr>
          </p:pic>
          <p:sp>
            <p:nvSpPr>
              <p:cNvPr id="8" name="TextBox 7">
                <a:extLst>
                  <a:ext uri="{FF2B5EF4-FFF2-40B4-BE49-F238E27FC236}">
                    <a16:creationId xmlns:a16="http://schemas.microsoft.com/office/drawing/2014/main" id="{FD8C2A02-9FE3-983C-D0EC-DB594C54898A}"/>
                  </a:ext>
                </a:extLst>
              </p:cNvPr>
              <p:cNvSpPr txBox="1"/>
              <p:nvPr/>
            </p:nvSpPr>
            <p:spPr>
              <a:xfrm>
                <a:off x="4219896" y="4760998"/>
                <a:ext cx="2171700" cy="176548"/>
              </a:xfrm>
              <a:prstGeom prst="rect">
                <a:avLst/>
              </a:prstGeom>
              <a:noFill/>
            </p:spPr>
            <p:txBody>
              <a:bodyPr wrap="square" rtlCol="0">
                <a:spAutoFit/>
              </a:bodyPr>
              <a:lstStyle/>
              <a:p>
                <a:pPr algn="ctr"/>
                <a:r>
                  <a:rPr lang="fr-CA" b="1" dirty="0">
                    <a:latin typeface="+mj-lt"/>
                  </a:rPr>
                  <a:t>Données + </a:t>
                </a:r>
                <a:r>
                  <a:rPr lang="fr-CA" b="1" dirty="0" err="1">
                    <a:latin typeface="+mj-lt"/>
                  </a:rPr>
                  <a:t>App.zip</a:t>
                </a:r>
                <a:endParaRPr lang="fr-CA" b="1" dirty="0">
                  <a:latin typeface="+mj-lt"/>
                </a:endParaRPr>
              </a:p>
            </p:txBody>
          </p:sp>
        </p:grpSp>
        <p:sp>
          <p:nvSpPr>
            <p:cNvPr id="24" name="Rounded Rectangle 23">
              <a:extLst>
                <a:ext uri="{FF2B5EF4-FFF2-40B4-BE49-F238E27FC236}">
                  <a16:creationId xmlns:a16="http://schemas.microsoft.com/office/drawing/2014/main" id="{C7F81B41-76F5-CE11-AED7-924EA81801E7}"/>
                </a:ext>
              </a:extLst>
            </p:cNvPr>
            <p:cNvSpPr/>
            <p:nvPr/>
          </p:nvSpPr>
          <p:spPr>
            <a:xfrm>
              <a:off x="7389158" y="2129688"/>
              <a:ext cx="1662593" cy="2307766"/>
            </a:xfrm>
            <a:prstGeom prst="round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pic>
        <p:nvPicPr>
          <p:cNvPr id="17" name="Picture 16">
            <a:extLst>
              <a:ext uri="{FF2B5EF4-FFF2-40B4-BE49-F238E27FC236}">
                <a16:creationId xmlns:a16="http://schemas.microsoft.com/office/drawing/2014/main" id="{3E13B1B6-A4F7-16B6-C356-5DD32DA47745}"/>
              </a:ext>
            </a:extLst>
          </p:cNvPr>
          <p:cNvPicPr>
            <a:picLocks noChangeAspect="1"/>
          </p:cNvPicPr>
          <p:nvPr/>
        </p:nvPicPr>
        <p:blipFill>
          <a:blip r:embed="rId4"/>
          <a:stretch>
            <a:fillRect/>
          </a:stretch>
        </p:blipFill>
        <p:spPr>
          <a:xfrm>
            <a:off x="7657934" y="3728235"/>
            <a:ext cx="2758181" cy="1538810"/>
          </a:xfrm>
          <a:prstGeom prst="rect">
            <a:avLst/>
          </a:prstGeom>
        </p:spPr>
      </p:pic>
      <p:pic>
        <p:nvPicPr>
          <p:cNvPr id="18" name="Picture 17">
            <a:extLst>
              <a:ext uri="{FF2B5EF4-FFF2-40B4-BE49-F238E27FC236}">
                <a16:creationId xmlns:a16="http://schemas.microsoft.com/office/drawing/2014/main" id="{1523C05C-2BA6-40F2-E6DD-10686485DF26}"/>
              </a:ext>
            </a:extLst>
          </p:cNvPr>
          <p:cNvPicPr>
            <a:picLocks noChangeAspect="1"/>
          </p:cNvPicPr>
          <p:nvPr/>
        </p:nvPicPr>
        <p:blipFill>
          <a:blip r:embed="rId5"/>
          <a:srcRect l="46478" r="3522"/>
          <a:stretch>
            <a:fillRect/>
          </a:stretch>
        </p:blipFill>
        <p:spPr>
          <a:xfrm>
            <a:off x="8956447" y="2551461"/>
            <a:ext cx="978238" cy="1154065"/>
          </a:xfrm>
          <a:prstGeom prst="rect">
            <a:avLst/>
          </a:prstGeom>
        </p:spPr>
      </p:pic>
      <p:grpSp>
        <p:nvGrpSpPr>
          <p:cNvPr id="26" name="FICHIERS XML">
            <a:extLst>
              <a:ext uri="{FF2B5EF4-FFF2-40B4-BE49-F238E27FC236}">
                <a16:creationId xmlns:a16="http://schemas.microsoft.com/office/drawing/2014/main" id="{E32FFF2D-9644-EEB2-3E8E-EB8C7B8F92C0}"/>
              </a:ext>
            </a:extLst>
          </p:cNvPr>
          <p:cNvGrpSpPr/>
          <p:nvPr/>
        </p:nvGrpSpPr>
        <p:grpSpPr>
          <a:xfrm>
            <a:off x="7357220" y="1796619"/>
            <a:ext cx="1647290" cy="1979696"/>
            <a:chOff x="7436732" y="1579097"/>
            <a:chExt cx="1647290" cy="1979696"/>
          </a:xfrm>
        </p:grpSpPr>
        <p:pic>
          <p:nvPicPr>
            <p:cNvPr id="19" name="Picture 18">
              <a:extLst>
                <a:ext uri="{FF2B5EF4-FFF2-40B4-BE49-F238E27FC236}">
                  <a16:creationId xmlns:a16="http://schemas.microsoft.com/office/drawing/2014/main" id="{7E83025E-3A80-C66D-74CF-1FE220F32FC3}"/>
                </a:ext>
              </a:extLst>
            </p:cNvPr>
            <p:cNvPicPr>
              <a:picLocks noChangeAspect="1"/>
            </p:cNvPicPr>
            <p:nvPr/>
          </p:nvPicPr>
          <p:blipFill>
            <a:blip r:embed="rId5"/>
            <a:srcRect r="50000"/>
            <a:stretch>
              <a:fillRect/>
            </a:stretch>
          </p:blipFill>
          <p:spPr>
            <a:xfrm>
              <a:off x="7436732" y="1579097"/>
              <a:ext cx="1343153" cy="1584569"/>
            </a:xfrm>
            <a:prstGeom prst="rect">
              <a:avLst/>
            </a:prstGeom>
          </p:spPr>
        </p:pic>
        <p:pic>
          <p:nvPicPr>
            <p:cNvPr id="20" name="Picture 19">
              <a:extLst>
                <a:ext uri="{FF2B5EF4-FFF2-40B4-BE49-F238E27FC236}">
                  <a16:creationId xmlns:a16="http://schemas.microsoft.com/office/drawing/2014/main" id="{DFC9A48C-6DDD-DF77-926A-408AA842D7BF}"/>
                </a:ext>
              </a:extLst>
            </p:cNvPr>
            <p:cNvPicPr>
              <a:picLocks noChangeAspect="1"/>
            </p:cNvPicPr>
            <p:nvPr/>
          </p:nvPicPr>
          <p:blipFill>
            <a:blip r:embed="rId5"/>
            <a:srcRect r="50000"/>
            <a:stretch>
              <a:fillRect/>
            </a:stretch>
          </p:blipFill>
          <p:spPr>
            <a:xfrm>
              <a:off x="7588948" y="1762549"/>
              <a:ext cx="1343153" cy="1584569"/>
            </a:xfrm>
            <a:prstGeom prst="rect">
              <a:avLst/>
            </a:prstGeom>
          </p:spPr>
        </p:pic>
        <p:pic>
          <p:nvPicPr>
            <p:cNvPr id="21" name="Picture 20">
              <a:extLst>
                <a:ext uri="{FF2B5EF4-FFF2-40B4-BE49-F238E27FC236}">
                  <a16:creationId xmlns:a16="http://schemas.microsoft.com/office/drawing/2014/main" id="{B627C8E0-5CA3-06BD-1630-7DFB0C428186}"/>
                </a:ext>
              </a:extLst>
            </p:cNvPr>
            <p:cNvPicPr>
              <a:picLocks noChangeAspect="1"/>
            </p:cNvPicPr>
            <p:nvPr/>
          </p:nvPicPr>
          <p:blipFill>
            <a:blip r:embed="rId5"/>
            <a:srcRect r="50000"/>
            <a:stretch>
              <a:fillRect/>
            </a:stretch>
          </p:blipFill>
          <p:spPr>
            <a:xfrm>
              <a:off x="7740869" y="1974224"/>
              <a:ext cx="1343153" cy="1584569"/>
            </a:xfrm>
            <a:prstGeom prst="rect">
              <a:avLst/>
            </a:prstGeom>
          </p:spPr>
        </p:pic>
      </p:grpSp>
      <p:sp>
        <p:nvSpPr>
          <p:cNvPr id="27" name="TextBox 26">
            <a:extLst>
              <a:ext uri="{FF2B5EF4-FFF2-40B4-BE49-F238E27FC236}">
                <a16:creationId xmlns:a16="http://schemas.microsoft.com/office/drawing/2014/main" id="{EE2BD9B6-9BFF-BD9B-67D6-77A39AD82AF1}"/>
              </a:ext>
            </a:extLst>
          </p:cNvPr>
          <p:cNvSpPr txBox="1"/>
          <p:nvPr/>
        </p:nvSpPr>
        <p:spPr>
          <a:xfrm>
            <a:off x="8811592" y="3011856"/>
            <a:ext cx="308098" cy="369332"/>
          </a:xfrm>
          <a:prstGeom prst="rect">
            <a:avLst/>
          </a:prstGeom>
          <a:noFill/>
        </p:spPr>
        <p:txBody>
          <a:bodyPr wrap="none" rtlCol="0">
            <a:spAutoFit/>
          </a:bodyPr>
          <a:lstStyle/>
          <a:p>
            <a:r>
              <a:rPr lang="fr-CA" dirty="0"/>
              <a:t>+</a:t>
            </a:r>
          </a:p>
        </p:txBody>
      </p:sp>
      <p:sp>
        <p:nvSpPr>
          <p:cNvPr id="28" name="Rounded Rectangle 27">
            <a:extLst>
              <a:ext uri="{FF2B5EF4-FFF2-40B4-BE49-F238E27FC236}">
                <a16:creationId xmlns:a16="http://schemas.microsoft.com/office/drawing/2014/main" id="{1BFBED10-6247-2F86-7C28-728F00C5B945}"/>
              </a:ext>
            </a:extLst>
          </p:cNvPr>
          <p:cNvSpPr/>
          <p:nvPr/>
        </p:nvSpPr>
        <p:spPr>
          <a:xfrm>
            <a:off x="8533144" y="4960701"/>
            <a:ext cx="1017767" cy="332224"/>
          </a:xfrm>
          <a:prstGeom prst="roundRect">
            <a:avLst/>
          </a:prstGeom>
          <a:gradFill flip="none" rotWithShape="1">
            <a:gsLst>
              <a:gs pos="0">
                <a:srgbClr val="1763A0"/>
              </a:gs>
              <a:gs pos="100000">
                <a:srgbClr val="3286BF"/>
              </a:gs>
            </a:gsLst>
            <a:path path="circle">
              <a:fillToRect r="100000" b="100000"/>
            </a:path>
            <a:tileRect l="-100000" t="-100000"/>
          </a:gradFill>
          <a:ln>
            <a:noFill/>
          </a:ln>
          <a:effectLst>
            <a:outerShdw blurRad="50800" dist="38100" dir="2700000" algn="tl" rotWithShape="0">
              <a:prstClr val="black">
                <a:alpha val="40000"/>
              </a:prstClr>
            </a:outerShdw>
          </a:effectLst>
          <a:scene3d>
            <a:camera prst="orthographicFront">
              <a:rot lat="0" lon="1500001" rev="21540000"/>
            </a:camera>
            <a:lightRig rig="threePt" dir="t"/>
          </a:scene3d>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fr-CA" sz="2400" b="1" noProof="0" dirty="0">
                <a:latin typeface="Arial" panose="020B0604020202020204" pitchFamily="34" charset="0"/>
                <a:cs typeface="Arial" panose="020B0604020202020204" pitchFamily="34" charset="0"/>
              </a:rPr>
              <a:t>APP</a:t>
            </a:r>
          </a:p>
        </p:txBody>
      </p:sp>
      <p:sp>
        <p:nvSpPr>
          <p:cNvPr id="1025" name="Cross 1024">
            <a:extLst>
              <a:ext uri="{FF2B5EF4-FFF2-40B4-BE49-F238E27FC236}">
                <a16:creationId xmlns:a16="http://schemas.microsoft.com/office/drawing/2014/main" id="{678BAD48-6298-E2AB-3B16-F7AD4F32CA02}"/>
              </a:ext>
            </a:extLst>
          </p:cNvPr>
          <p:cNvSpPr/>
          <p:nvPr/>
        </p:nvSpPr>
        <p:spPr>
          <a:xfrm>
            <a:off x="10394089" y="5613282"/>
            <a:ext cx="313295" cy="313295"/>
          </a:xfrm>
          <a:prstGeom prst="plus">
            <a:avLst>
              <a:gd name="adj" fmla="val 35356"/>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1" name="Etape 2">
            <a:extLst>
              <a:ext uri="{FF2B5EF4-FFF2-40B4-BE49-F238E27FC236}">
                <a16:creationId xmlns:a16="http://schemas.microsoft.com/office/drawing/2014/main" id="{9D75867D-4E83-F4F0-ED52-4DBE85896F8D}"/>
              </a:ext>
            </a:extLst>
          </p:cNvPr>
          <p:cNvSpPr/>
          <p:nvPr/>
        </p:nvSpPr>
        <p:spPr>
          <a:xfrm>
            <a:off x="1710231" y="2554937"/>
            <a:ext cx="572212" cy="600322"/>
          </a:xfrm>
          <a:prstGeom prst="rightArrow">
            <a:avLst>
              <a:gd name="adj1" fmla="val 37689"/>
              <a:gd name="adj2" fmla="val 50000"/>
            </a:avLst>
          </a:prstGeom>
          <a:solidFill>
            <a:srgbClr val="0063C1">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1" name="Etape 3">
            <a:extLst>
              <a:ext uri="{FF2B5EF4-FFF2-40B4-BE49-F238E27FC236}">
                <a16:creationId xmlns:a16="http://schemas.microsoft.com/office/drawing/2014/main" id="{D46C1C42-86C7-6F6F-8F07-35ED6FCE4FE2}"/>
              </a:ext>
            </a:extLst>
          </p:cNvPr>
          <p:cNvSpPr/>
          <p:nvPr/>
        </p:nvSpPr>
        <p:spPr>
          <a:xfrm>
            <a:off x="4538794" y="2554937"/>
            <a:ext cx="572212" cy="600322"/>
          </a:xfrm>
          <a:prstGeom prst="rightArrow">
            <a:avLst>
              <a:gd name="adj1" fmla="val 37689"/>
              <a:gd name="adj2" fmla="val 50000"/>
            </a:avLst>
          </a:prstGeom>
          <a:solidFill>
            <a:srgbClr val="0063C1">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nvGrpSpPr>
          <p:cNvPr id="13" name="ZIP BD PL">
            <a:extLst>
              <a:ext uri="{FF2B5EF4-FFF2-40B4-BE49-F238E27FC236}">
                <a16:creationId xmlns:a16="http://schemas.microsoft.com/office/drawing/2014/main" id="{B823CB31-CB57-75CB-2586-FDB13848B16D}"/>
              </a:ext>
            </a:extLst>
          </p:cNvPr>
          <p:cNvGrpSpPr/>
          <p:nvPr/>
        </p:nvGrpSpPr>
        <p:grpSpPr>
          <a:xfrm>
            <a:off x="4772491" y="1917806"/>
            <a:ext cx="2029556" cy="2191837"/>
            <a:chOff x="3799676" y="2260395"/>
            <a:chExt cx="3407773" cy="3680255"/>
          </a:xfrm>
        </p:grpSpPr>
        <p:grpSp>
          <p:nvGrpSpPr>
            <p:cNvPr id="22" name="Group 21">
              <a:extLst>
                <a:ext uri="{FF2B5EF4-FFF2-40B4-BE49-F238E27FC236}">
                  <a16:creationId xmlns:a16="http://schemas.microsoft.com/office/drawing/2014/main" id="{DA4924C6-4F0D-3AD3-C114-AC37F5C71048}"/>
                </a:ext>
              </a:extLst>
            </p:cNvPr>
            <p:cNvGrpSpPr/>
            <p:nvPr/>
          </p:nvGrpSpPr>
          <p:grpSpPr>
            <a:xfrm>
              <a:off x="4103673" y="2260395"/>
              <a:ext cx="2799778" cy="2799778"/>
              <a:chOff x="1780879" y="3651581"/>
              <a:chExt cx="2799778" cy="2799778"/>
            </a:xfrm>
          </p:grpSpPr>
          <p:pic>
            <p:nvPicPr>
              <p:cNvPr id="52" name="Picture 51">
                <a:extLst>
                  <a:ext uri="{FF2B5EF4-FFF2-40B4-BE49-F238E27FC236}">
                    <a16:creationId xmlns:a16="http://schemas.microsoft.com/office/drawing/2014/main" id="{A190F13F-B0CA-1B14-769E-6E330EB48E71}"/>
                  </a:ext>
                </a:extLst>
              </p:cNvPr>
              <p:cNvPicPr>
                <a:picLocks noChangeAspect="1"/>
              </p:cNvPicPr>
              <p:nvPr/>
            </p:nvPicPr>
            <p:blipFill>
              <a:blip r:embed="rId3"/>
              <a:stretch>
                <a:fillRect/>
              </a:stretch>
            </p:blipFill>
            <p:spPr>
              <a:xfrm>
                <a:off x="1780879" y="3651581"/>
                <a:ext cx="2799778" cy="2799778"/>
              </a:xfrm>
              <a:prstGeom prst="rect">
                <a:avLst/>
              </a:prstGeom>
            </p:spPr>
          </p:pic>
          <p:pic>
            <p:nvPicPr>
              <p:cNvPr id="54" name="Picture 53">
                <a:extLst>
                  <a:ext uri="{FF2B5EF4-FFF2-40B4-BE49-F238E27FC236}">
                    <a16:creationId xmlns:a16="http://schemas.microsoft.com/office/drawing/2014/main" id="{8976692C-1BE8-7A10-B1BA-370426A1E64B}"/>
                  </a:ext>
                </a:extLst>
              </p:cNvPr>
              <p:cNvPicPr>
                <a:picLocks/>
              </p:cNvPicPr>
              <p:nvPr/>
            </p:nvPicPr>
            <p:blipFill>
              <a:blip r:embed="rId6">
                <a:extLst>
                  <a:ext uri="{BEBA8EAE-BF5A-486C-A8C5-ECC9F3942E4B}">
                    <a14:imgProps xmlns:a14="http://schemas.microsoft.com/office/drawing/2010/main">
                      <a14:imgLayer r:embed="rId7">
                        <a14:imgEffect>
                          <a14:saturation sat="0"/>
                        </a14:imgEffect>
                        <a14:imgEffect>
                          <a14:brightnessContrast bright="-40000" contrast="40000"/>
                        </a14:imgEffect>
                      </a14:imgLayer>
                    </a14:imgProps>
                  </a:ext>
                </a:extLst>
              </a:blip>
              <a:stretch>
                <a:fillRect/>
              </a:stretch>
            </p:blipFill>
            <p:spPr>
              <a:xfrm>
                <a:off x="2454920" y="4308230"/>
                <a:ext cx="1451695" cy="1703989"/>
              </a:xfrm>
              <a:prstGeom prst="rect">
                <a:avLst/>
              </a:prstGeom>
            </p:spPr>
          </p:pic>
        </p:grpSp>
        <p:sp>
          <p:nvSpPr>
            <p:cNvPr id="23" name="TextBox 22">
              <a:extLst>
                <a:ext uri="{FF2B5EF4-FFF2-40B4-BE49-F238E27FC236}">
                  <a16:creationId xmlns:a16="http://schemas.microsoft.com/office/drawing/2014/main" id="{B6BC58C1-1CA6-AEC4-70FD-FC36C942C849}"/>
                </a:ext>
              </a:extLst>
            </p:cNvPr>
            <p:cNvSpPr txBox="1"/>
            <p:nvPr/>
          </p:nvSpPr>
          <p:spPr>
            <a:xfrm>
              <a:off x="3799676" y="4855413"/>
              <a:ext cx="3407773" cy="1085237"/>
            </a:xfrm>
            <a:prstGeom prst="rect">
              <a:avLst/>
            </a:prstGeom>
            <a:noFill/>
          </p:spPr>
          <p:txBody>
            <a:bodyPr wrap="square" rtlCol="0">
              <a:spAutoFit/>
            </a:bodyPr>
            <a:lstStyle/>
            <a:p>
              <a:pPr algn="ctr"/>
              <a:r>
                <a:rPr lang="fr-CA" b="1" dirty="0">
                  <a:latin typeface="+mj-lt"/>
                </a:rPr>
                <a:t>Base de données Première </a:t>
              </a:r>
              <a:r>
                <a:rPr lang="fr-CA" b="1" dirty="0" err="1">
                  <a:latin typeface="+mj-lt"/>
                </a:rPr>
                <a:t>Ligne.zip</a:t>
              </a:r>
              <a:endParaRPr lang="fr-CA" b="1" dirty="0">
                <a:latin typeface="+mj-lt"/>
              </a:endParaRPr>
            </a:p>
          </p:txBody>
        </p:sp>
      </p:grpSp>
      <p:grpSp>
        <p:nvGrpSpPr>
          <p:cNvPr id="2" name="PDF SIGNATURE">
            <a:extLst>
              <a:ext uri="{FF2B5EF4-FFF2-40B4-BE49-F238E27FC236}">
                <a16:creationId xmlns:a16="http://schemas.microsoft.com/office/drawing/2014/main" id="{14E65F71-ABAC-347D-A26F-1A680D75B5FB}"/>
              </a:ext>
            </a:extLst>
          </p:cNvPr>
          <p:cNvGrpSpPr/>
          <p:nvPr/>
        </p:nvGrpSpPr>
        <p:grpSpPr>
          <a:xfrm>
            <a:off x="2380472" y="4503612"/>
            <a:ext cx="2078526" cy="2195393"/>
            <a:chOff x="-172678" y="3075896"/>
            <a:chExt cx="3245468" cy="3427947"/>
          </a:xfrm>
        </p:grpSpPr>
        <p:pic>
          <p:nvPicPr>
            <p:cNvPr id="3" name="Picture 2">
              <a:extLst>
                <a:ext uri="{FF2B5EF4-FFF2-40B4-BE49-F238E27FC236}">
                  <a16:creationId xmlns:a16="http://schemas.microsoft.com/office/drawing/2014/main" id="{5D4BD0C8-B2C2-9A88-4EEA-27F754639696}"/>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rcRect l="21074" t="2049" r="18099" b="-2049"/>
            <a:stretch>
              <a:fillRect/>
            </a:stretch>
          </p:blipFill>
          <p:spPr bwMode="auto">
            <a:xfrm>
              <a:off x="296333" y="3075896"/>
              <a:ext cx="2205842" cy="24187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62E638B-154C-67D6-6943-B3F544366CA0}"/>
                </a:ext>
              </a:extLst>
            </p:cNvPr>
            <p:cNvSpPr txBox="1"/>
            <p:nvPr/>
          </p:nvSpPr>
          <p:spPr>
            <a:xfrm>
              <a:off x="-172678" y="5494644"/>
              <a:ext cx="3245468" cy="1009199"/>
            </a:xfrm>
            <a:prstGeom prst="rect">
              <a:avLst/>
            </a:prstGeom>
            <a:noFill/>
          </p:spPr>
          <p:txBody>
            <a:bodyPr wrap="square" rtlCol="0">
              <a:spAutoFit/>
            </a:bodyPr>
            <a:lstStyle/>
            <a:p>
              <a:pPr algn="ctr"/>
              <a:r>
                <a:rPr lang="fr-CA" b="1" dirty="0">
                  <a:latin typeface="+mj-lt"/>
                </a:rPr>
                <a:t>Entente de </a:t>
              </a:r>
              <a:r>
                <a:rPr lang="fr-CA" b="1" dirty="0" err="1">
                  <a:latin typeface="+mj-lt"/>
                </a:rPr>
                <a:t>confidentialité.pdf</a:t>
              </a:r>
              <a:endParaRPr lang="fr-CA" b="1" dirty="0">
                <a:latin typeface="+mj-lt"/>
              </a:endParaRPr>
            </a:p>
          </p:txBody>
        </p:sp>
      </p:grpSp>
      <p:grpSp>
        <p:nvGrpSpPr>
          <p:cNvPr id="55" name="PDF FACTURE">
            <a:extLst>
              <a:ext uri="{FF2B5EF4-FFF2-40B4-BE49-F238E27FC236}">
                <a16:creationId xmlns:a16="http://schemas.microsoft.com/office/drawing/2014/main" id="{B8BF318C-2090-C201-835A-54BCDACABB17}"/>
              </a:ext>
            </a:extLst>
          </p:cNvPr>
          <p:cNvGrpSpPr/>
          <p:nvPr/>
        </p:nvGrpSpPr>
        <p:grpSpPr>
          <a:xfrm>
            <a:off x="10703453" y="4840472"/>
            <a:ext cx="1461452" cy="1856422"/>
            <a:chOff x="296333" y="3075896"/>
            <a:chExt cx="2281951" cy="2898668"/>
          </a:xfrm>
        </p:grpSpPr>
        <p:pic>
          <p:nvPicPr>
            <p:cNvPr id="57" name="Picture 2">
              <a:extLst>
                <a:ext uri="{FF2B5EF4-FFF2-40B4-BE49-F238E27FC236}">
                  <a16:creationId xmlns:a16="http://schemas.microsoft.com/office/drawing/2014/main" id="{46742E88-80E1-692F-95A6-3AAA914D29AD}"/>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1074" t="2049" r="18099" b="-2049"/>
            <a:stretch>
              <a:fillRect/>
            </a:stretch>
          </p:blipFill>
          <p:spPr bwMode="auto">
            <a:xfrm>
              <a:off x="296333" y="3075896"/>
              <a:ext cx="2205842" cy="2418748"/>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E0C7CE8F-E542-9D16-2DDF-B9E33B48E8F8}"/>
                </a:ext>
              </a:extLst>
            </p:cNvPr>
            <p:cNvSpPr txBox="1"/>
            <p:nvPr/>
          </p:nvSpPr>
          <p:spPr>
            <a:xfrm>
              <a:off x="321828" y="5494644"/>
              <a:ext cx="2256456" cy="479920"/>
            </a:xfrm>
            <a:prstGeom prst="rect">
              <a:avLst/>
            </a:prstGeom>
            <a:noFill/>
          </p:spPr>
          <p:txBody>
            <a:bodyPr wrap="square" rtlCol="0">
              <a:spAutoFit/>
            </a:bodyPr>
            <a:lstStyle/>
            <a:p>
              <a:pPr algn="ctr"/>
              <a:r>
                <a:rPr lang="fr-CA" b="1" dirty="0" err="1">
                  <a:latin typeface="+mj-lt"/>
                </a:rPr>
                <a:t>Facture.pdf</a:t>
              </a:r>
              <a:endParaRPr lang="fr-CA" b="1" dirty="0">
                <a:latin typeface="+mj-lt"/>
              </a:endParaRPr>
            </a:p>
          </p:txBody>
        </p:sp>
      </p:grpSp>
      <p:grpSp>
        <p:nvGrpSpPr>
          <p:cNvPr id="33" name="PDF BON DE COMMANDE">
            <a:extLst>
              <a:ext uri="{FF2B5EF4-FFF2-40B4-BE49-F238E27FC236}">
                <a16:creationId xmlns:a16="http://schemas.microsoft.com/office/drawing/2014/main" id="{D9B905F8-CE51-A4E3-ACE5-E7CBF99531DF}"/>
              </a:ext>
            </a:extLst>
          </p:cNvPr>
          <p:cNvGrpSpPr/>
          <p:nvPr/>
        </p:nvGrpSpPr>
        <p:grpSpPr>
          <a:xfrm>
            <a:off x="2223347" y="1933195"/>
            <a:ext cx="2391956" cy="2195393"/>
            <a:chOff x="2803344" y="3075896"/>
            <a:chExt cx="3734865" cy="3427947"/>
          </a:xfrm>
        </p:grpSpPr>
        <p:pic>
          <p:nvPicPr>
            <p:cNvPr id="30" name="Picture 2">
              <a:extLst>
                <a:ext uri="{FF2B5EF4-FFF2-40B4-BE49-F238E27FC236}">
                  <a16:creationId xmlns:a16="http://schemas.microsoft.com/office/drawing/2014/main" id="{77DF7CCD-5138-1CE8-48D1-28474B81298B}"/>
                </a:ext>
              </a:extLst>
            </p:cNvPr>
            <p:cNvPicPr>
              <a:picLocks noChangeAspect="1" noChangeArrowheads="1"/>
            </p:cNvPicPr>
            <p:nvPr/>
          </p:nvPicPr>
          <p:blipFill>
            <a:blip r:embed="rId11"/>
            <a:srcRect l="19601" r="19601"/>
            <a:stretch/>
          </p:blipFill>
          <p:spPr bwMode="auto">
            <a:xfrm>
              <a:off x="3425613" y="3075896"/>
              <a:ext cx="2205842" cy="2418748"/>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04C7F81F-9729-D886-7154-C430F3E030A2}"/>
                </a:ext>
              </a:extLst>
            </p:cNvPr>
            <p:cNvSpPr txBox="1"/>
            <p:nvPr/>
          </p:nvSpPr>
          <p:spPr>
            <a:xfrm>
              <a:off x="2803344" y="5494644"/>
              <a:ext cx="3734865" cy="1009199"/>
            </a:xfrm>
            <a:prstGeom prst="rect">
              <a:avLst/>
            </a:prstGeom>
            <a:noFill/>
          </p:spPr>
          <p:txBody>
            <a:bodyPr wrap="square" rtlCol="0">
              <a:spAutoFit/>
            </a:bodyPr>
            <a:lstStyle/>
            <a:p>
              <a:pPr algn="ctr"/>
              <a:r>
                <a:rPr lang="fr-CA" b="1" dirty="0">
                  <a:latin typeface="+mj-lt"/>
                </a:rPr>
                <a:t>Bon de</a:t>
              </a:r>
              <a:br>
                <a:rPr lang="fr-CA" b="1" dirty="0">
                  <a:latin typeface="+mj-lt"/>
                </a:rPr>
              </a:br>
              <a:r>
                <a:rPr lang="fr-CA" b="1" dirty="0" err="1">
                  <a:latin typeface="+mj-lt"/>
                </a:rPr>
                <a:t>commande.pdf</a:t>
              </a:r>
              <a:endParaRPr lang="fr-CA" b="1" dirty="0">
                <a:latin typeface="+mj-lt"/>
              </a:endParaRPr>
            </a:p>
          </p:txBody>
        </p:sp>
      </p:grpSp>
      <p:grpSp>
        <p:nvGrpSpPr>
          <p:cNvPr id="34" name="PDF SOUMISSION">
            <a:extLst>
              <a:ext uri="{FF2B5EF4-FFF2-40B4-BE49-F238E27FC236}">
                <a16:creationId xmlns:a16="http://schemas.microsoft.com/office/drawing/2014/main" id="{6691CA65-07D9-8A92-47EF-5088A7A17D4D}"/>
              </a:ext>
            </a:extLst>
          </p:cNvPr>
          <p:cNvGrpSpPr/>
          <p:nvPr/>
        </p:nvGrpSpPr>
        <p:grpSpPr>
          <a:xfrm>
            <a:off x="221255" y="1891195"/>
            <a:ext cx="1718766" cy="1918394"/>
            <a:chOff x="108192" y="3075896"/>
            <a:chExt cx="2683728" cy="2995433"/>
          </a:xfrm>
        </p:grpSpPr>
        <p:pic>
          <p:nvPicPr>
            <p:cNvPr id="1026" name="Picture 2">
              <a:extLst>
                <a:ext uri="{FF2B5EF4-FFF2-40B4-BE49-F238E27FC236}">
                  <a16:creationId xmlns:a16="http://schemas.microsoft.com/office/drawing/2014/main" id="{7BA2511E-A831-0E87-23DF-7DB796AA7493}"/>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1074" t="2049" r="18099" b="-2049"/>
            <a:stretch>
              <a:fillRect/>
            </a:stretch>
          </p:blipFill>
          <p:spPr bwMode="auto">
            <a:xfrm>
              <a:off x="296333" y="3075896"/>
              <a:ext cx="2205842" cy="2418748"/>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5FE83FD0-D296-489D-3028-3BBD4B469440}"/>
                </a:ext>
              </a:extLst>
            </p:cNvPr>
            <p:cNvSpPr txBox="1"/>
            <p:nvPr/>
          </p:nvSpPr>
          <p:spPr>
            <a:xfrm>
              <a:off x="108192" y="5494644"/>
              <a:ext cx="2683728" cy="576685"/>
            </a:xfrm>
            <a:prstGeom prst="rect">
              <a:avLst/>
            </a:prstGeom>
            <a:noFill/>
          </p:spPr>
          <p:txBody>
            <a:bodyPr wrap="square" rtlCol="0">
              <a:spAutoFit/>
            </a:bodyPr>
            <a:lstStyle/>
            <a:p>
              <a:pPr algn="ctr"/>
              <a:r>
                <a:rPr lang="fr-CA" b="1" dirty="0" err="1">
                  <a:latin typeface="+mj-lt"/>
                </a:rPr>
                <a:t>Soumission.pdf</a:t>
              </a:r>
              <a:endParaRPr lang="fr-CA" b="1" dirty="0">
                <a:latin typeface="+mj-lt"/>
              </a:endParaRPr>
            </a:p>
          </p:txBody>
        </p:sp>
      </p:grpSp>
      <p:sp>
        <p:nvSpPr>
          <p:cNvPr id="63" name="Zone BON et Entente">
            <a:extLst>
              <a:ext uri="{FF2B5EF4-FFF2-40B4-BE49-F238E27FC236}">
                <a16:creationId xmlns:a16="http://schemas.microsoft.com/office/drawing/2014/main" id="{39A08592-AC93-81F9-EC45-D6F609AF7BA9}"/>
              </a:ext>
            </a:extLst>
          </p:cNvPr>
          <p:cNvSpPr/>
          <p:nvPr/>
        </p:nvSpPr>
        <p:spPr>
          <a:xfrm>
            <a:off x="2353968" y="1796619"/>
            <a:ext cx="2078526" cy="4965506"/>
          </a:xfrm>
          <a:prstGeom prst="roundRect">
            <a:avLst>
              <a:gd name="adj" fmla="val 8379"/>
            </a:avLst>
          </a:prstGeom>
          <a:solidFill>
            <a:srgbClr val="D9D9D9">
              <a:alpha val="25098"/>
            </a:srgbClr>
          </a:solidFill>
          <a:ln>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Signature">
            <a:extLst>
              <a:ext uri="{FF2B5EF4-FFF2-40B4-BE49-F238E27FC236}">
                <a16:creationId xmlns:a16="http://schemas.microsoft.com/office/drawing/2014/main" id="{292AE0EF-1A0D-340E-20C6-6A179ECB4A57}"/>
              </a:ext>
            </a:extLst>
          </p:cNvPr>
          <p:cNvSpPr/>
          <p:nvPr/>
        </p:nvSpPr>
        <p:spPr>
          <a:xfrm>
            <a:off x="2962676" y="4837894"/>
            <a:ext cx="914165" cy="278835"/>
          </a:xfrm>
          <a:custGeom>
            <a:avLst/>
            <a:gdLst>
              <a:gd name="connsiteX0" fmla="*/ 0 w 1052623"/>
              <a:gd name="connsiteY0" fmla="*/ 265814 h 321067"/>
              <a:gd name="connsiteX1" fmla="*/ 31897 w 1052623"/>
              <a:gd name="connsiteY1" fmla="*/ 138223 h 321067"/>
              <a:gd name="connsiteX2" fmla="*/ 42530 w 1052623"/>
              <a:gd name="connsiteY2" fmla="*/ 10633 h 321067"/>
              <a:gd name="connsiteX3" fmla="*/ 74428 w 1052623"/>
              <a:gd name="connsiteY3" fmla="*/ 202019 h 321067"/>
              <a:gd name="connsiteX4" fmla="*/ 85060 w 1052623"/>
              <a:gd name="connsiteY4" fmla="*/ 244549 h 321067"/>
              <a:gd name="connsiteX5" fmla="*/ 116958 w 1052623"/>
              <a:gd name="connsiteY5" fmla="*/ 265814 h 321067"/>
              <a:gd name="connsiteX6" fmla="*/ 170121 w 1052623"/>
              <a:gd name="connsiteY6" fmla="*/ 74428 h 321067"/>
              <a:gd name="connsiteX7" fmla="*/ 180753 w 1052623"/>
              <a:gd name="connsiteY7" fmla="*/ 0 h 321067"/>
              <a:gd name="connsiteX8" fmla="*/ 223284 w 1052623"/>
              <a:gd name="connsiteY8" fmla="*/ 287079 h 321067"/>
              <a:gd name="connsiteX9" fmla="*/ 233916 w 1052623"/>
              <a:gd name="connsiteY9" fmla="*/ 318977 h 321067"/>
              <a:gd name="connsiteX10" fmla="*/ 244549 w 1052623"/>
              <a:gd name="connsiteY10" fmla="*/ 233916 h 321067"/>
              <a:gd name="connsiteX11" fmla="*/ 318977 w 1052623"/>
              <a:gd name="connsiteY11" fmla="*/ 318977 h 321067"/>
              <a:gd name="connsiteX12" fmla="*/ 372139 w 1052623"/>
              <a:gd name="connsiteY12" fmla="*/ 287079 h 321067"/>
              <a:gd name="connsiteX13" fmla="*/ 318977 w 1052623"/>
              <a:gd name="connsiteY13" fmla="*/ 127591 h 321067"/>
              <a:gd name="connsiteX14" fmla="*/ 425302 w 1052623"/>
              <a:gd name="connsiteY14" fmla="*/ 21265 h 321067"/>
              <a:gd name="connsiteX15" fmla="*/ 446567 w 1052623"/>
              <a:gd name="connsiteY15" fmla="*/ 53163 h 321067"/>
              <a:gd name="connsiteX16" fmla="*/ 467832 w 1052623"/>
              <a:gd name="connsiteY16" fmla="*/ 180753 h 321067"/>
              <a:gd name="connsiteX17" fmla="*/ 457200 w 1052623"/>
              <a:gd name="connsiteY17" fmla="*/ 244549 h 321067"/>
              <a:gd name="connsiteX18" fmla="*/ 414670 w 1052623"/>
              <a:gd name="connsiteY18" fmla="*/ 233916 h 321067"/>
              <a:gd name="connsiteX19" fmla="*/ 180753 w 1052623"/>
              <a:gd name="connsiteY19" fmla="*/ 244549 h 321067"/>
              <a:gd name="connsiteX20" fmla="*/ 170121 w 1052623"/>
              <a:gd name="connsiteY20" fmla="*/ 212651 h 321067"/>
              <a:gd name="connsiteX21" fmla="*/ 669851 w 1052623"/>
              <a:gd name="connsiteY21" fmla="*/ 170121 h 321067"/>
              <a:gd name="connsiteX22" fmla="*/ 1052623 w 1052623"/>
              <a:gd name="connsiteY22" fmla="*/ 95693 h 32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2623" h="321067">
                <a:moveTo>
                  <a:pt x="0" y="265814"/>
                </a:moveTo>
                <a:cubicBezTo>
                  <a:pt x="10632" y="223284"/>
                  <a:pt x="24690" y="181466"/>
                  <a:pt x="31897" y="138223"/>
                </a:cubicBezTo>
                <a:cubicBezTo>
                  <a:pt x="38913" y="96126"/>
                  <a:pt x="18857" y="-24877"/>
                  <a:pt x="42530" y="10633"/>
                </a:cubicBezTo>
                <a:cubicBezTo>
                  <a:pt x="78406" y="64446"/>
                  <a:pt x="58743" y="139275"/>
                  <a:pt x="74428" y="202019"/>
                </a:cubicBezTo>
                <a:cubicBezTo>
                  <a:pt x="77972" y="216196"/>
                  <a:pt x="76954" y="232390"/>
                  <a:pt x="85060" y="244549"/>
                </a:cubicBezTo>
                <a:cubicBezTo>
                  <a:pt x="92148" y="255182"/>
                  <a:pt x="106325" y="258726"/>
                  <a:pt x="116958" y="265814"/>
                </a:cubicBezTo>
                <a:cubicBezTo>
                  <a:pt x="141176" y="96296"/>
                  <a:pt x="106251" y="304363"/>
                  <a:pt x="170121" y="74428"/>
                </a:cubicBezTo>
                <a:cubicBezTo>
                  <a:pt x="176828" y="50281"/>
                  <a:pt x="177209" y="24809"/>
                  <a:pt x="180753" y="0"/>
                </a:cubicBezTo>
                <a:cubicBezTo>
                  <a:pt x="194930" y="95693"/>
                  <a:pt x="207380" y="191658"/>
                  <a:pt x="223284" y="287079"/>
                </a:cubicBezTo>
                <a:cubicBezTo>
                  <a:pt x="225127" y="298134"/>
                  <a:pt x="229754" y="329383"/>
                  <a:pt x="233916" y="318977"/>
                </a:cubicBezTo>
                <a:cubicBezTo>
                  <a:pt x="244528" y="292446"/>
                  <a:pt x="241005" y="262270"/>
                  <a:pt x="244549" y="233916"/>
                </a:cubicBezTo>
                <a:cubicBezTo>
                  <a:pt x="269358" y="262270"/>
                  <a:pt x="284200" y="304486"/>
                  <a:pt x="318977" y="318977"/>
                </a:cubicBezTo>
                <a:cubicBezTo>
                  <a:pt x="338053" y="326925"/>
                  <a:pt x="366814" y="307047"/>
                  <a:pt x="372139" y="287079"/>
                </a:cubicBezTo>
                <a:cubicBezTo>
                  <a:pt x="402400" y="173601"/>
                  <a:pt x="378059" y="171902"/>
                  <a:pt x="318977" y="127591"/>
                </a:cubicBezTo>
                <a:cubicBezTo>
                  <a:pt x="341980" y="70082"/>
                  <a:pt x="342765" y="37772"/>
                  <a:pt x="425302" y="21265"/>
                </a:cubicBezTo>
                <a:cubicBezTo>
                  <a:pt x="437833" y="18759"/>
                  <a:pt x="439479" y="42530"/>
                  <a:pt x="446567" y="53163"/>
                </a:cubicBezTo>
                <a:cubicBezTo>
                  <a:pt x="453655" y="95693"/>
                  <a:pt x="465440" y="137703"/>
                  <a:pt x="467832" y="180753"/>
                </a:cubicBezTo>
                <a:cubicBezTo>
                  <a:pt x="469028" y="202278"/>
                  <a:pt x="472444" y="229305"/>
                  <a:pt x="457200" y="244549"/>
                </a:cubicBezTo>
                <a:cubicBezTo>
                  <a:pt x="446867" y="254882"/>
                  <a:pt x="428847" y="237460"/>
                  <a:pt x="414670" y="233916"/>
                </a:cubicBezTo>
                <a:cubicBezTo>
                  <a:pt x="333707" y="248636"/>
                  <a:pt x="263562" y="272152"/>
                  <a:pt x="180753" y="244549"/>
                </a:cubicBezTo>
                <a:cubicBezTo>
                  <a:pt x="170120" y="241005"/>
                  <a:pt x="173665" y="223284"/>
                  <a:pt x="170121" y="212651"/>
                </a:cubicBezTo>
                <a:cubicBezTo>
                  <a:pt x="334756" y="203986"/>
                  <a:pt x="507936" y="198527"/>
                  <a:pt x="669851" y="170121"/>
                </a:cubicBezTo>
                <a:cubicBezTo>
                  <a:pt x="1127270" y="89872"/>
                  <a:pt x="843141" y="95693"/>
                  <a:pt x="1052623" y="95693"/>
                </a:cubicBezTo>
              </a:path>
            </a:pathLst>
          </a:custGeom>
          <a:noFill/>
          <a:ln>
            <a:solidFill>
              <a:srgbClr val="005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194086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p:tgtEl>
                                          <p:spTgt spid="34"/>
                                        </p:tgtEl>
                                        <p:attrNameLst>
                                          <p:attrName>ppt_x</p:attrName>
                                        </p:attrNameLst>
                                      </p:cBhvr>
                                      <p:tavLst>
                                        <p:tav tm="0">
                                          <p:val>
                                            <p:strVal val="#ppt_x-#ppt_w*1.125000"/>
                                          </p:val>
                                        </p:tav>
                                        <p:tav tm="100000">
                                          <p:val>
                                            <p:strVal val="#ppt_x"/>
                                          </p:val>
                                        </p:tav>
                                      </p:tavLst>
                                    </p:anim>
                                    <p:animEffect transition="in" filter="wipe(right)">
                                      <p:cBhvr>
                                        <p:cTn id="8" dur="500"/>
                                        <p:tgtEl>
                                          <p:spTgt spid="34"/>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51"/>
                                        </p:tgtEl>
                                        <p:attrNameLst>
                                          <p:attrName>style.visibility</p:attrName>
                                        </p:attrNameLst>
                                      </p:cBhvr>
                                      <p:to>
                                        <p:strVal val="visible"/>
                                      </p:to>
                                    </p:set>
                                    <p:anim calcmode="lin" valueType="num">
                                      <p:cBhvr additive="base">
                                        <p:cTn id="13" dur="500"/>
                                        <p:tgtEl>
                                          <p:spTgt spid="51"/>
                                        </p:tgtEl>
                                        <p:attrNameLst>
                                          <p:attrName>ppt_x</p:attrName>
                                        </p:attrNameLst>
                                      </p:cBhvr>
                                      <p:tavLst>
                                        <p:tav tm="0">
                                          <p:val>
                                            <p:strVal val="#ppt_x-#ppt_w*1.125000"/>
                                          </p:val>
                                        </p:tav>
                                        <p:tav tm="100000">
                                          <p:val>
                                            <p:strVal val="#ppt_x"/>
                                          </p:val>
                                        </p:tav>
                                      </p:tavLst>
                                    </p:anim>
                                    <p:animEffect transition="in" filter="wipe(right)">
                                      <p:cBhvr>
                                        <p:cTn id="14" dur="500"/>
                                        <p:tgtEl>
                                          <p:spTgt spid="51"/>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63"/>
                                        </p:tgtEl>
                                        <p:attrNameLst>
                                          <p:attrName>style.visibility</p:attrName>
                                        </p:attrNameLst>
                                      </p:cBhvr>
                                      <p:to>
                                        <p:strVal val="visible"/>
                                      </p:to>
                                    </p:set>
                                    <p:anim calcmode="lin" valueType="num">
                                      <p:cBhvr>
                                        <p:cTn id="18" dur="500" fill="hold"/>
                                        <p:tgtEl>
                                          <p:spTgt spid="63"/>
                                        </p:tgtEl>
                                        <p:attrNameLst>
                                          <p:attrName>ppt_w</p:attrName>
                                        </p:attrNameLst>
                                      </p:cBhvr>
                                      <p:tavLst>
                                        <p:tav tm="0">
                                          <p:val>
                                            <p:fltVal val="0"/>
                                          </p:val>
                                        </p:tav>
                                        <p:tav tm="100000">
                                          <p:val>
                                            <p:strVal val="#ppt_w"/>
                                          </p:val>
                                        </p:tav>
                                      </p:tavLst>
                                    </p:anim>
                                    <p:anim calcmode="lin" valueType="num">
                                      <p:cBhvr>
                                        <p:cTn id="19" dur="500" fill="hold"/>
                                        <p:tgtEl>
                                          <p:spTgt spid="63"/>
                                        </p:tgtEl>
                                        <p:attrNameLst>
                                          <p:attrName>ppt_h</p:attrName>
                                        </p:attrNameLst>
                                      </p:cBhvr>
                                      <p:tavLst>
                                        <p:tav tm="0">
                                          <p:val>
                                            <p:fltVal val="0"/>
                                          </p:val>
                                        </p:tav>
                                        <p:tav tm="100000">
                                          <p:val>
                                            <p:strVal val="#ppt_h"/>
                                          </p:val>
                                        </p:tav>
                                      </p:tavLst>
                                    </p:anim>
                                    <p:animEffect transition="in" filter="fade">
                                      <p:cBhvr>
                                        <p:cTn id="20" dur="500"/>
                                        <p:tgtEl>
                                          <p:spTgt spid="63"/>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500"/>
                                        <p:tgtEl>
                                          <p:spTgt spid="33"/>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024"/>
                                        </p:tgtEl>
                                        <p:attrNameLst>
                                          <p:attrName>style.visibility</p:attrName>
                                        </p:attrNameLst>
                                      </p:cBhvr>
                                      <p:to>
                                        <p:strVal val="visible"/>
                                      </p:to>
                                    </p:set>
                                    <p:animEffect transition="in" filter="fade">
                                      <p:cBhvr>
                                        <p:cTn id="28" dur="500"/>
                                        <p:tgtEl>
                                          <p:spTgt spid="1024"/>
                                        </p:tgtEl>
                                      </p:cBhvr>
                                    </p:animEffect>
                                  </p:childTnLst>
                                </p:cTn>
                              </p:par>
                            </p:childTnLst>
                          </p:cTn>
                        </p:par>
                        <p:par>
                          <p:cTn id="29" fill="hold">
                            <p:stCondLst>
                              <p:cond delay="2000"/>
                            </p:stCondLst>
                            <p:childTnLst>
                              <p:par>
                                <p:cTn id="30" presetID="12" presetClass="entr" presetSubtype="8"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p:tgtEl>
                                          <p:spTgt spid="2"/>
                                        </p:tgtEl>
                                        <p:attrNameLst>
                                          <p:attrName>ppt_x</p:attrName>
                                        </p:attrNameLst>
                                      </p:cBhvr>
                                      <p:tavLst>
                                        <p:tav tm="0">
                                          <p:val>
                                            <p:strVal val="#ppt_x-#ppt_w*1.125000"/>
                                          </p:val>
                                        </p:tav>
                                        <p:tav tm="100000">
                                          <p:val>
                                            <p:strVal val="#ppt_x"/>
                                          </p:val>
                                        </p:tav>
                                      </p:tavLst>
                                    </p:anim>
                                    <p:animEffect transition="in" filter="wipe(right)">
                                      <p:cBhvr>
                                        <p:cTn id="33" dur="500"/>
                                        <p:tgtEl>
                                          <p:spTgt spid="2"/>
                                        </p:tgtEl>
                                      </p:cBhvr>
                                    </p:animEffect>
                                  </p:childTnLst>
                                </p:cTn>
                              </p:par>
                            </p:childTnLst>
                          </p:cTn>
                        </p:par>
                        <p:par>
                          <p:cTn id="34" fill="hold">
                            <p:stCondLst>
                              <p:cond delay="2500"/>
                            </p:stCondLst>
                            <p:childTnLst>
                              <p:par>
                                <p:cTn id="35" presetID="2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10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p:tgtEl>
                                          <p:spTgt spid="11"/>
                                        </p:tgtEl>
                                        <p:attrNameLst>
                                          <p:attrName>ppt_x</p:attrName>
                                        </p:attrNameLst>
                                      </p:cBhvr>
                                      <p:tavLst>
                                        <p:tav tm="0">
                                          <p:val>
                                            <p:strVal val="#ppt_x-#ppt_w*1.125000"/>
                                          </p:val>
                                        </p:tav>
                                        <p:tav tm="100000">
                                          <p:val>
                                            <p:strVal val="#ppt_x"/>
                                          </p:val>
                                        </p:tav>
                                      </p:tavLst>
                                    </p:anim>
                                    <p:animEffect transition="in" filter="wipe(right)">
                                      <p:cBhvr>
                                        <p:cTn id="43" dur="500"/>
                                        <p:tgtEl>
                                          <p:spTgt spid="11"/>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wipe(left)">
                                      <p:cBhvr>
                                        <p:cTn id="52" dur="500"/>
                                        <p:tgtEl>
                                          <p:spTgt spid="53"/>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left)">
                                      <p:cBhvr>
                                        <p:cTn id="56" dur="500"/>
                                        <p:tgtEl>
                                          <p:spTgt spid="25"/>
                                        </p:tgtEl>
                                      </p:cBhvr>
                                    </p:animEffect>
                                  </p:childTnLst>
                                </p:cTn>
                              </p:par>
                            </p:childTnLst>
                          </p:cTn>
                        </p:par>
                        <p:par>
                          <p:cTn id="57" fill="hold">
                            <p:stCondLst>
                              <p:cond delay="1000"/>
                            </p:stCondLst>
                            <p:childTnLst>
                              <p:par>
                                <p:cTn id="58" presetID="10" presetClass="entr" presetSubtype="0" fill="hold" nodeType="afterEffect">
                                  <p:stCondLst>
                                    <p:cond delay="50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childTnLst>
                          </p:cTn>
                        </p:par>
                        <p:par>
                          <p:cTn id="67" fill="hold">
                            <p:stCondLst>
                              <p:cond delay="2000"/>
                            </p:stCondLst>
                            <p:childTnLst>
                              <p:par>
                                <p:cTn id="68" presetID="10" presetClass="entr" presetSubtype="0" fill="hold" nodeType="afterEffect">
                                  <p:stCondLst>
                                    <p:cond delay="50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childTnLst>
                          </p:cTn>
                        </p:par>
                        <p:par>
                          <p:cTn id="74" fill="hold">
                            <p:stCondLst>
                              <p:cond delay="3000"/>
                            </p:stCondLst>
                            <p:childTnLst>
                              <p:par>
                                <p:cTn id="75" presetID="10" presetClass="entr" presetSubtype="0" fill="hold" grpId="0" nodeType="afterEffect">
                                  <p:stCondLst>
                                    <p:cond delay="0"/>
                                  </p:stCondLst>
                                  <p:childTnLst>
                                    <p:set>
                                      <p:cBhvr>
                                        <p:cTn id="76" dur="1" fill="hold">
                                          <p:stCondLst>
                                            <p:cond delay="0"/>
                                          </p:stCondLst>
                                        </p:cTn>
                                        <p:tgtEl>
                                          <p:spTgt spid="1025"/>
                                        </p:tgtEl>
                                        <p:attrNameLst>
                                          <p:attrName>style.visibility</p:attrName>
                                        </p:attrNameLst>
                                      </p:cBhvr>
                                      <p:to>
                                        <p:strVal val="visible"/>
                                      </p:to>
                                    </p:set>
                                    <p:animEffect transition="in" filter="fade">
                                      <p:cBhvr>
                                        <p:cTn id="77" dur="500"/>
                                        <p:tgtEl>
                                          <p:spTgt spid="1025"/>
                                        </p:tgtEl>
                                      </p:cBhvr>
                                    </p:animEffect>
                                  </p:childTnLst>
                                </p:cTn>
                              </p:par>
                            </p:childTnLst>
                          </p:cTn>
                        </p:par>
                        <p:par>
                          <p:cTn id="78" fill="hold">
                            <p:stCondLst>
                              <p:cond delay="3500"/>
                            </p:stCondLst>
                            <p:childTnLst>
                              <p:par>
                                <p:cTn id="79" presetID="12" presetClass="entr" presetSubtype="8" fill="hold" nodeType="afterEffect">
                                  <p:stCondLst>
                                    <p:cond delay="0"/>
                                  </p:stCondLst>
                                  <p:childTnLst>
                                    <p:set>
                                      <p:cBhvr>
                                        <p:cTn id="80" dur="1" fill="hold">
                                          <p:stCondLst>
                                            <p:cond delay="0"/>
                                          </p:stCondLst>
                                        </p:cTn>
                                        <p:tgtEl>
                                          <p:spTgt spid="55"/>
                                        </p:tgtEl>
                                        <p:attrNameLst>
                                          <p:attrName>style.visibility</p:attrName>
                                        </p:attrNameLst>
                                      </p:cBhvr>
                                      <p:to>
                                        <p:strVal val="visible"/>
                                      </p:to>
                                    </p:set>
                                    <p:anim calcmode="lin" valueType="num">
                                      <p:cBhvr additive="base">
                                        <p:cTn id="81" dur="500"/>
                                        <p:tgtEl>
                                          <p:spTgt spid="55"/>
                                        </p:tgtEl>
                                        <p:attrNameLst>
                                          <p:attrName>ppt_x</p:attrName>
                                        </p:attrNameLst>
                                      </p:cBhvr>
                                      <p:tavLst>
                                        <p:tav tm="0">
                                          <p:val>
                                            <p:strVal val="#ppt_x-#ppt_w*1.125000"/>
                                          </p:val>
                                        </p:tav>
                                        <p:tav tm="100000">
                                          <p:val>
                                            <p:strVal val="#ppt_x"/>
                                          </p:val>
                                        </p:tav>
                                      </p:tavLst>
                                    </p:anim>
                                    <p:animEffect transition="in" filter="wipe(right)">
                                      <p:cBhvr>
                                        <p:cTn id="8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1024" grpId="0" animBg="1"/>
      <p:bldP spid="27" grpId="0"/>
      <p:bldP spid="28" grpId="0" animBg="1"/>
      <p:bldP spid="1025" grpId="0" animBg="1"/>
      <p:bldP spid="51" grpId="0" animBg="1"/>
      <p:bldP spid="11" grpId="0" animBg="1"/>
      <p:bldP spid="63"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BA5987-A762-C519-331F-8773F7AA660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82DFB5E-2298-85F8-FA87-30858D79D555}"/>
              </a:ext>
            </a:extLst>
          </p:cNvPr>
          <p:cNvSpPr/>
          <p:nvPr/>
        </p:nvSpPr>
        <p:spPr>
          <a:xfrm>
            <a:off x="0" y="0"/>
            <a:ext cx="12192000" cy="1032933"/>
          </a:xfrm>
          <a:prstGeom prst="rect">
            <a:avLst/>
          </a:prstGeom>
          <a:gradFill flip="none" rotWithShape="1">
            <a:gsLst>
              <a:gs pos="0">
                <a:srgbClr val="004F9A">
                  <a:alpha val="83239"/>
                </a:srgbClr>
              </a:gs>
              <a:gs pos="100000">
                <a:srgbClr val="004F9A"/>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nvGrpSpPr>
          <p:cNvPr id="14" name="Group 13">
            <a:extLst>
              <a:ext uri="{FF2B5EF4-FFF2-40B4-BE49-F238E27FC236}">
                <a16:creationId xmlns:a16="http://schemas.microsoft.com/office/drawing/2014/main" id="{9E088404-8B0A-9D45-4D4E-8889E411201E}"/>
              </a:ext>
            </a:extLst>
          </p:cNvPr>
          <p:cNvGrpSpPr/>
          <p:nvPr/>
        </p:nvGrpSpPr>
        <p:grpSpPr>
          <a:xfrm>
            <a:off x="118534" y="101604"/>
            <a:ext cx="2870199" cy="736959"/>
            <a:chOff x="0" y="0"/>
            <a:chExt cx="2870199" cy="736959"/>
          </a:xfrm>
        </p:grpSpPr>
        <p:sp>
          <p:nvSpPr>
            <p:cNvPr id="15" name="TextBox 14">
              <a:extLst>
                <a:ext uri="{FF2B5EF4-FFF2-40B4-BE49-F238E27FC236}">
                  <a16:creationId xmlns:a16="http://schemas.microsoft.com/office/drawing/2014/main" id="{866F1D6B-562A-BE6D-8686-30BB6772F4C6}"/>
                </a:ext>
              </a:extLst>
            </p:cNvPr>
            <p:cNvSpPr txBox="1"/>
            <p:nvPr/>
          </p:nvSpPr>
          <p:spPr>
            <a:xfrm>
              <a:off x="0" y="0"/>
              <a:ext cx="2870199"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CA" sz="3600" b="1" noProof="0">
                  <a:solidFill>
                    <a:schemeClr val="bg1"/>
                  </a:solidFill>
                  <a:latin typeface="Arial" panose="020B0604020202020204" pitchFamily="34" charset="0"/>
                  <a:cs typeface="Arial" panose="020B0604020202020204" pitchFamily="34" charset="0"/>
                </a:rPr>
                <a:t>Migration</a:t>
              </a:r>
              <a:r>
                <a:rPr lang="fr-CA" sz="3600" b="1" noProof="0">
                  <a:solidFill>
                    <a:schemeClr val="tx2">
                      <a:lumMod val="50000"/>
                      <a:lumOff val="50000"/>
                    </a:schemeClr>
                  </a:solidFill>
                  <a:latin typeface="Arial" panose="020B0604020202020204" pitchFamily="34" charset="0"/>
                  <a:cs typeface="Arial" panose="020B0604020202020204" pitchFamily="34" charset="0"/>
                </a:rPr>
                <a:t>4o</a:t>
              </a:r>
            </a:p>
          </p:txBody>
        </p:sp>
        <p:sp>
          <p:nvSpPr>
            <p:cNvPr id="16" name="TextBox 15">
              <a:extLst>
                <a:ext uri="{FF2B5EF4-FFF2-40B4-BE49-F238E27FC236}">
                  <a16:creationId xmlns:a16="http://schemas.microsoft.com/office/drawing/2014/main" id="{90C251CC-04C4-745B-3716-CB90705C9B36}"/>
                </a:ext>
              </a:extLst>
            </p:cNvPr>
            <p:cNvSpPr txBox="1"/>
            <p:nvPr/>
          </p:nvSpPr>
          <p:spPr>
            <a:xfrm>
              <a:off x="29068" y="506127"/>
              <a:ext cx="2727252" cy="230832"/>
            </a:xfrm>
            <a:prstGeom prst="rect">
              <a:avLst/>
            </a:prstGeom>
            <a:noFill/>
          </p:spPr>
          <p:txBody>
            <a:bodyPr wrap="square" rtlCol="0">
              <a:spAutoFit/>
            </a:bodyPr>
            <a:lstStyle/>
            <a:p>
              <a:pPr algn="r"/>
              <a:r>
                <a:rPr lang="fr-CA" sz="900" noProof="0">
                  <a:solidFill>
                    <a:schemeClr val="tx2">
                      <a:lumMod val="25000"/>
                      <a:lumOff val="75000"/>
                    </a:schemeClr>
                  </a:solidFill>
                  <a:latin typeface="Arial" panose="020B0604020202020204" pitchFamily="34" charset="0"/>
                  <a:cs typeface="Arial" panose="020B0604020202020204" pitchFamily="34" charset="0"/>
                </a:rPr>
                <a:t>© Gestion Technologies</a:t>
              </a:r>
            </a:p>
          </p:txBody>
        </p:sp>
      </p:grpSp>
      <p:sp>
        <p:nvSpPr>
          <p:cNvPr id="29" name="Title 1">
            <a:extLst>
              <a:ext uri="{FF2B5EF4-FFF2-40B4-BE49-F238E27FC236}">
                <a16:creationId xmlns:a16="http://schemas.microsoft.com/office/drawing/2014/main" id="{F43F1F80-3F1D-B96C-6929-9A7DCC259716}"/>
              </a:ext>
            </a:extLst>
          </p:cNvPr>
          <p:cNvSpPr txBox="1">
            <a:spLocks/>
          </p:cNvSpPr>
          <p:nvPr/>
        </p:nvSpPr>
        <p:spPr>
          <a:xfrm>
            <a:off x="227057" y="1211349"/>
            <a:ext cx="4418848" cy="58477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sz="3600" b="1" noProof="0" dirty="0"/>
              <a:t>Alternatives à </a:t>
            </a:r>
            <a:r>
              <a:rPr lang="fr-CA" sz="3600" b="1" dirty="0"/>
              <a:t>PL</a:t>
            </a:r>
            <a:r>
              <a:rPr lang="fr-CA" sz="3600" b="1" noProof="0" dirty="0"/>
              <a:t>:</a:t>
            </a:r>
          </a:p>
        </p:txBody>
      </p:sp>
      <p:cxnSp>
        <p:nvCxnSpPr>
          <p:cNvPr id="35" name="Straight Connector 34">
            <a:extLst>
              <a:ext uri="{FF2B5EF4-FFF2-40B4-BE49-F238E27FC236}">
                <a16:creationId xmlns:a16="http://schemas.microsoft.com/office/drawing/2014/main" id="{8983B37D-3A89-8299-2959-A3EA8CBB7AC3}"/>
              </a:ext>
            </a:extLst>
          </p:cNvPr>
          <p:cNvCxnSpPr/>
          <p:nvPr/>
        </p:nvCxnSpPr>
        <p:spPr>
          <a:xfrm>
            <a:off x="4103673" y="366428"/>
            <a:ext cx="7128934"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76B8876F-4631-7B3C-CEBD-3360B4D892CC}"/>
              </a:ext>
            </a:extLst>
          </p:cNvPr>
          <p:cNvSpPr/>
          <p:nvPr/>
        </p:nvSpPr>
        <p:spPr>
          <a:xfrm>
            <a:off x="3896240"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7" name="Oval 36">
            <a:extLst>
              <a:ext uri="{FF2B5EF4-FFF2-40B4-BE49-F238E27FC236}">
                <a16:creationId xmlns:a16="http://schemas.microsoft.com/office/drawing/2014/main" id="{8BAE2FE9-E8D5-5927-7505-F756BA9BBC7E}"/>
              </a:ext>
            </a:extLst>
          </p:cNvPr>
          <p:cNvSpPr/>
          <p:nvPr/>
        </p:nvSpPr>
        <p:spPr>
          <a:xfrm>
            <a:off x="7460706"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8" name="Oval 37">
            <a:extLst>
              <a:ext uri="{FF2B5EF4-FFF2-40B4-BE49-F238E27FC236}">
                <a16:creationId xmlns:a16="http://schemas.microsoft.com/office/drawing/2014/main" id="{1B120E4B-D294-901D-18E3-C44212D9196C}"/>
              </a:ext>
            </a:extLst>
          </p:cNvPr>
          <p:cNvSpPr/>
          <p:nvPr/>
        </p:nvSpPr>
        <p:spPr>
          <a:xfrm>
            <a:off x="9242939"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9" name="Oval 38">
            <a:extLst>
              <a:ext uri="{FF2B5EF4-FFF2-40B4-BE49-F238E27FC236}">
                <a16:creationId xmlns:a16="http://schemas.microsoft.com/office/drawing/2014/main" id="{723E60B7-D483-96F6-8380-96B8CC898D3D}"/>
              </a:ext>
            </a:extLst>
          </p:cNvPr>
          <p:cNvSpPr/>
          <p:nvPr/>
        </p:nvSpPr>
        <p:spPr>
          <a:xfrm>
            <a:off x="11025174"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0" name="TextBox 39">
            <a:extLst>
              <a:ext uri="{FF2B5EF4-FFF2-40B4-BE49-F238E27FC236}">
                <a16:creationId xmlns:a16="http://schemas.microsoft.com/office/drawing/2014/main" id="{05455CD8-AF66-4618-2A43-16A417CAA5F9}"/>
              </a:ext>
            </a:extLst>
          </p:cNvPr>
          <p:cNvSpPr txBox="1"/>
          <p:nvPr/>
        </p:nvSpPr>
        <p:spPr>
          <a:xfrm>
            <a:off x="3235840" y="587228"/>
            <a:ext cx="1735666" cy="369332"/>
          </a:xfrm>
          <a:prstGeom prst="rect">
            <a:avLst/>
          </a:prstGeom>
          <a:noFill/>
        </p:spPr>
        <p:txBody>
          <a:bodyPr wrap="square" rtlCol="0">
            <a:spAutoFit/>
          </a:bodyPr>
          <a:lstStyle/>
          <a:p>
            <a:pPr algn="ctr"/>
            <a:r>
              <a:rPr lang="fr-CA" b="1" noProof="0" dirty="0">
                <a:solidFill>
                  <a:schemeClr val="bg1">
                    <a:alpha val="40000"/>
                  </a:schemeClr>
                </a:solidFill>
                <a:latin typeface="+mj-lt"/>
              </a:rPr>
              <a:t>Situation</a:t>
            </a:r>
          </a:p>
        </p:txBody>
      </p:sp>
      <p:sp>
        <p:nvSpPr>
          <p:cNvPr id="41" name="TextBox 40">
            <a:extLst>
              <a:ext uri="{FF2B5EF4-FFF2-40B4-BE49-F238E27FC236}">
                <a16:creationId xmlns:a16="http://schemas.microsoft.com/office/drawing/2014/main" id="{D45A6E72-B86E-111D-0E8B-1BD3C3CA53FF}"/>
              </a:ext>
            </a:extLst>
          </p:cNvPr>
          <p:cNvSpPr txBox="1"/>
          <p:nvPr/>
        </p:nvSpPr>
        <p:spPr>
          <a:xfrm>
            <a:off x="6808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Détails</a:t>
            </a:r>
          </a:p>
        </p:txBody>
      </p:sp>
      <p:sp>
        <p:nvSpPr>
          <p:cNvPr id="42" name="TextBox 41">
            <a:extLst>
              <a:ext uri="{FF2B5EF4-FFF2-40B4-BE49-F238E27FC236}">
                <a16:creationId xmlns:a16="http://schemas.microsoft.com/office/drawing/2014/main" id="{9B14534E-5D73-E14E-9203-E52885577BF2}"/>
              </a:ext>
            </a:extLst>
          </p:cNvPr>
          <p:cNvSpPr txBox="1"/>
          <p:nvPr/>
        </p:nvSpPr>
        <p:spPr>
          <a:xfrm>
            <a:off x="8586774"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Coûts</a:t>
            </a:r>
          </a:p>
        </p:txBody>
      </p:sp>
      <p:sp>
        <p:nvSpPr>
          <p:cNvPr id="43" name="TextBox 42">
            <a:extLst>
              <a:ext uri="{FF2B5EF4-FFF2-40B4-BE49-F238E27FC236}">
                <a16:creationId xmlns:a16="http://schemas.microsoft.com/office/drawing/2014/main" id="{9E186E45-288B-7676-0023-8F67C046A8FA}"/>
              </a:ext>
            </a:extLst>
          </p:cNvPr>
          <p:cNvSpPr txBox="1"/>
          <p:nvPr/>
        </p:nvSpPr>
        <p:spPr>
          <a:xfrm>
            <a:off x="10364774" y="587228"/>
            <a:ext cx="1735666" cy="369332"/>
          </a:xfrm>
          <a:prstGeom prst="rect">
            <a:avLst/>
          </a:prstGeom>
          <a:noFill/>
        </p:spPr>
        <p:txBody>
          <a:bodyPr wrap="square" rtlCol="0">
            <a:spAutoFit/>
          </a:bodyPr>
          <a:lstStyle/>
          <a:p>
            <a:pPr algn="ctr"/>
            <a:r>
              <a:rPr lang="fr-CA" b="1" noProof="0">
                <a:solidFill>
                  <a:schemeClr val="bg1"/>
                </a:solidFill>
                <a:latin typeface="+mj-lt"/>
              </a:rPr>
              <a:t>Processus</a:t>
            </a:r>
          </a:p>
        </p:txBody>
      </p:sp>
      <p:sp>
        <p:nvSpPr>
          <p:cNvPr id="44" name="Oval 43">
            <a:extLst>
              <a:ext uri="{FF2B5EF4-FFF2-40B4-BE49-F238E27FC236}">
                <a16:creationId xmlns:a16="http://schemas.microsoft.com/office/drawing/2014/main" id="{FAFEACC8-506B-AB4B-F896-A48DE9372D07}"/>
              </a:ext>
            </a:extLst>
          </p:cNvPr>
          <p:cNvSpPr/>
          <p:nvPr/>
        </p:nvSpPr>
        <p:spPr>
          <a:xfrm>
            <a:off x="3955506"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5" name="Oval 44">
            <a:extLst>
              <a:ext uri="{FF2B5EF4-FFF2-40B4-BE49-F238E27FC236}">
                <a16:creationId xmlns:a16="http://schemas.microsoft.com/office/drawing/2014/main" id="{EFBF24E5-4769-3F9A-64EF-25560356BB9F}"/>
              </a:ext>
            </a:extLst>
          </p:cNvPr>
          <p:cNvSpPr/>
          <p:nvPr/>
        </p:nvSpPr>
        <p:spPr>
          <a:xfrm>
            <a:off x="5678473" y="158995"/>
            <a:ext cx="414867" cy="4148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6" name="Oval 45">
            <a:extLst>
              <a:ext uri="{FF2B5EF4-FFF2-40B4-BE49-F238E27FC236}">
                <a16:creationId xmlns:a16="http://schemas.microsoft.com/office/drawing/2014/main" id="{FB2CB38F-C792-DE3A-A60E-14A0C7973023}"/>
              </a:ext>
            </a:extLst>
          </p:cNvPr>
          <p:cNvSpPr/>
          <p:nvPr/>
        </p:nvSpPr>
        <p:spPr>
          <a:xfrm>
            <a:off x="5737738"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7" name="TextBox 46">
            <a:extLst>
              <a:ext uri="{FF2B5EF4-FFF2-40B4-BE49-F238E27FC236}">
                <a16:creationId xmlns:a16="http://schemas.microsoft.com/office/drawing/2014/main" id="{DDA4B667-C2B4-059D-B311-E4CC9B42EAE1}"/>
              </a:ext>
            </a:extLst>
          </p:cNvPr>
          <p:cNvSpPr txBox="1"/>
          <p:nvPr/>
        </p:nvSpPr>
        <p:spPr>
          <a:xfrm>
            <a:off x="5013840" y="587228"/>
            <a:ext cx="1735666" cy="369332"/>
          </a:xfrm>
          <a:prstGeom prst="rect">
            <a:avLst/>
          </a:prstGeom>
          <a:noFill/>
        </p:spPr>
        <p:txBody>
          <a:bodyPr wrap="square" rtlCol="0">
            <a:spAutoFit/>
          </a:bodyPr>
          <a:lstStyle/>
          <a:p>
            <a:pPr algn="ctr"/>
            <a:r>
              <a:rPr lang="fr-CA" b="1" noProof="0">
                <a:solidFill>
                  <a:schemeClr val="bg1">
                    <a:alpha val="40000"/>
                  </a:schemeClr>
                </a:solidFill>
                <a:latin typeface="+mj-lt"/>
              </a:rPr>
              <a:t>Solution</a:t>
            </a:r>
          </a:p>
        </p:txBody>
      </p:sp>
      <p:sp>
        <p:nvSpPr>
          <p:cNvPr id="48" name="Oval 47">
            <a:extLst>
              <a:ext uri="{FF2B5EF4-FFF2-40B4-BE49-F238E27FC236}">
                <a16:creationId xmlns:a16="http://schemas.microsoft.com/office/drawing/2014/main" id="{5B499F41-39BC-9B49-AD25-6E24704575E6}"/>
              </a:ext>
            </a:extLst>
          </p:cNvPr>
          <p:cNvSpPr/>
          <p:nvPr/>
        </p:nvSpPr>
        <p:spPr>
          <a:xfrm>
            <a:off x="7518830"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9" name="Oval 48">
            <a:extLst>
              <a:ext uri="{FF2B5EF4-FFF2-40B4-BE49-F238E27FC236}">
                <a16:creationId xmlns:a16="http://schemas.microsoft.com/office/drawing/2014/main" id="{9CCBBA8E-7B65-7112-5E71-4C5AEFB677B1}"/>
              </a:ext>
            </a:extLst>
          </p:cNvPr>
          <p:cNvSpPr/>
          <p:nvPr/>
        </p:nvSpPr>
        <p:spPr>
          <a:xfrm>
            <a:off x="9302204" y="218261"/>
            <a:ext cx="296335" cy="296335"/>
          </a:xfrm>
          <a:prstGeom prst="ellipse">
            <a:avLst/>
          </a:prstGeom>
          <a:solidFill>
            <a:srgbClr val="4D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0" name="Oval 49">
            <a:extLst>
              <a:ext uri="{FF2B5EF4-FFF2-40B4-BE49-F238E27FC236}">
                <a16:creationId xmlns:a16="http://schemas.microsoft.com/office/drawing/2014/main" id="{A1B14F58-DB96-CE78-D2BB-C91295CE5074}"/>
              </a:ext>
            </a:extLst>
          </p:cNvPr>
          <p:cNvSpPr/>
          <p:nvPr/>
        </p:nvSpPr>
        <p:spPr>
          <a:xfrm>
            <a:off x="11083296" y="218261"/>
            <a:ext cx="296335" cy="296335"/>
          </a:xfrm>
          <a:prstGeom prst="ellipse">
            <a:avLst/>
          </a:prstGeom>
          <a:solidFill>
            <a:srgbClr val="004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grpSp>
        <p:nvGrpSpPr>
          <p:cNvPr id="56" name="Group 55">
            <a:extLst>
              <a:ext uri="{FF2B5EF4-FFF2-40B4-BE49-F238E27FC236}">
                <a16:creationId xmlns:a16="http://schemas.microsoft.com/office/drawing/2014/main" id="{5A8A6410-8181-8A78-ABF4-17245D392C2D}"/>
              </a:ext>
            </a:extLst>
          </p:cNvPr>
          <p:cNvGrpSpPr/>
          <p:nvPr/>
        </p:nvGrpSpPr>
        <p:grpSpPr>
          <a:xfrm>
            <a:off x="3512525" y="1180948"/>
            <a:ext cx="8067144" cy="602166"/>
            <a:chOff x="2699419" y="5898993"/>
            <a:chExt cx="8067144" cy="602166"/>
          </a:xfrm>
          <a:effectLst>
            <a:outerShdw blurRad="50800" dist="38100" dir="2700000" algn="tl" rotWithShape="0">
              <a:prstClr val="black">
                <a:alpha val="40000"/>
              </a:prstClr>
            </a:outerShdw>
          </a:effectLst>
        </p:grpSpPr>
        <p:sp>
          <p:nvSpPr>
            <p:cNvPr id="59" name="Rounded Rectangle 58">
              <a:extLst>
                <a:ext uri="{FF2B5EF4-FFF2-40B4-BE49-F238E27FC236}">
                  <a16:creationId xmlns:a16="http://schemas.microsoft.com/office/drawing/2014/main" id="{6048C1FA-6591-D988-756A-DA105F032BC0}"/>
                </a:ext>
              </a:extLst>
            </p:cNvPr>
            <p:cNvSpPr/>
            <p:nvPr/>
          </p:nvSpPr>
          <p:spPr>
            <a:xfrm>
              <a:off x="3155795" y="5898993"/>
              <a:ext cx="7166645" cy="60216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0" name="TextBox 59">
              <a:hlinkClick r:id="rId3"/>
              <a:extLst>
                <a:ext uri="{FF2B5EF4-FFF2-40B4-BE49-F238E27FC236}">
                  <a16:creationId xmlns:a16="http://schemas.microsoft.com/office/drawing/2014/main" id="{B7825E4A-1299-7684-1D37-3C5B11FE8777}"/>
                </a:ext>
              </a:extLst>
            </p:cNvPr>
            <p:cNvSpPr txBox="1"/>
            <p:nvPr/>
          </p:nvSpPr>
          <p:spPr>
            <a:xfrm>
              <a:off x="2699419" y="5906797"/>
              <a:ext cx="8067144" cy="584775"/>
            </a:xfrm>
            <a:prstGeom prst="rect">
              <a:avLst/>
            </a:prstGeom>
            <a:noFill/>
          </p:spPr>
          <p:txBody>
            <a:bodyPr wrap="square" rtlCol="0">
              <a:spAutoFit/>
            </a:bodyPr>
            <a:lstStyle/>
            <a:p>
              <a:pPr algn="ctr"/>
              <a:r>
                <a:rPr lang="fr-CA" sz="3200" b="1" u="sng" dirty="0">
                  <a:solidFill>
                    <a:srgbClr val="0063C1"/>
                  </a:solidFill>
                  <a:latin typeface="+mj-lt"/>
                </a:rPr>
                <a:t>https://</a:t>
              </a:r>
              <a:r>
                <a:rPr lang="fr-CA" sz="3200" b="1" u="sng" dirty="0" err="1">
                  <a:solidFill>
                    <a:srgbClr val="0063C1"/>
                  </a:solidFill>
                  <a:latin typeface="+mj-lt"/>
                </a:rPr>
                <a:t>securitepublique.ca</a:t>
              </a:r>
              <a:r>
                <a:rPr lang="fr-CA" sz="3200" b="1" u="sng" dirty="0">
                  <a:solidFill>
                    <a:srgbClr val="0063C1"/>
                  </a:solidFill>
                  <a:latin typeface="+mj-lt"/>
                </a:rPr>
                <a:t>/migration</a:t>
              </a:r>
            </a:p>
          </p:txBody>
        </p:sp>
      </p:grpSp>
      <p:pic>
        <p:nvPicPr>
          <p:cNvPr id="62" name="Picture 61" descr="A screenshot of a website&#10;&#10;AI-generated content may be incorrect.">
            <a:extLst>
              <a:ext uri="{FF2B5EF4-FFF2-40B4-BE49-F238E27FC236}">
                <a16:creationId xmlns:a16="http://schemas.microsoft.com/office/drawing/2014/main" id="{CDA9CA5F-842F-A00F-C4B3-0F244540D414}"/>
              </a:ext>
            </a:extLst>
          </p:cNvPr>
          <p:cNvPicPr>
            <a:picLocks noChangeAspect="1"/>
          </p:cNvPicPr>
          <p:nvPr/>
        </p:nvPicPr>
        <p:blipFill>
          <a:blip r:embed="rId4"/>
          <a:stretch>
            <a:fillRect/>
          </a:stretch>
        </p:blipFill>
        <p:spPr>
          <a:xfrm>
            <a:off x="209326" y="2070771"/>
            <a:ext cx="5734275" cy="4631036"/>
          </a:xfrm>
          <a:prstGeom prst="rect">
            <a:avLst/>
          </a:prstGeom>
          <a:effectLst>
            <a:outerShdw blurRad="50800" dist="38100" dir="2700000" algn="tl" rotWithShape="0">
              <a:prstClr val="black">
                <a:alpha val="40000"/>
              </a:prstClr>
            </a:outerShdw>
          </a:effectLst>
        </p:spPr>
      </p:pic>
      <p:pic>
        <p:nvPicPr>
          <p:cNvPr id="1028" name="Picture 1027" descr="A screenshot of a website&#10;&#10;AI-generated content may be incorrect.">
            <a:extLst>
              <a:ext uri="{FF2B5EF4-FFF2-40B4-BE49-F238E27FC236}">
                <a16:creationId xmlns:a16="http://schemas.microsoft.com/office/drawing/2014/main" id="{7B3A5810-5ABD-24BE-9AC1-EBDFB01EA7AF}"/>
              </a:ext>
            </a:extLst>
          </p:cNvPr>
          <p:cNvPicPr>
            <a:picLocks noChangeAspect="1"/>
          </p:cNvPicPr>
          <p:nvPr/>
        </p:nvPicPr>
        <p:blipFill>
          <a:blip r:embed="rId5"/>
          <a:stretch>
            <a:fillRect/>
          </a:stretch>
        </p:blipFill>
        <p:spPr>
          <a:xfrm>
            <a:off x="6178039" y="2070771"/>
            <a:ext cx="5839147" cy="463600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3985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fade">
                                      <p:cBhvr>
                                        <p:cTn id="12" dur="1000"/>
                                        <p:tgtEl>
                                          <p:spTgt spid="62"/>
                                        </p:tgtEl>
                                      </p:cBhvr>
                                    </p:animEffect>
                                    <p:anim calcmode="lin" valueType="num">
                                      <p:cBhvr>
                                        <p:cTn id="13" dur="1000" fill="hold"/>
                                        <p:tgtEl>
                                          <p:spTgt spid="62"/>
                                        </p:tgtEl>
                                        <p:attrNameLst>
                                          <p:attrName>ppt_x</p:attrName>
                                        </p:attrNameLst>
                                      </p:cBhvr>
                                      <p:tavLst>
                                        <p:tav tm="0">
                                          <p:val>
                                            <p:strVal val="#ppt_x"/>
                                          </p:val>
                                        </p:tav>
                                        <p:tav tm="100000">
                                          <p:val>
                                            <p:strVal val="#ppt_x"/>
                                          </p:val>
                                        </p:tav>
                                      </p:tavLst>
                                    </p:anim>
                                    <p:anim calcmode="lin" valueType="num">
                                      <p:cBhvr>
                                        <p:cTn id="14" dur="1000" fill="hold"/>
                                        <p:tgtEl>
                                          <p:spTgt spid="6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1028"/>
                                        </p:tgtEl>
                                        <p:attrNameLst>
                                          <p:attrName>style.visibility</p:attrName>
                                        </p:attrNameLst>
                                      </p:cBhvr>
                                      <p:to>
                                        <p:strVal val="visible"/>
                                      </p:to>
                                    </p:set>
                                    <p:animEffect transition="in" filter="fade">
                                      <p:cBhvr>
                                        <p:cTn id="18" dur="1000"/>
                                        <p:tgtEl>
                                          <p:spTgt spid="1028"/>
                                        </p:tgtEl>
                                      </p:cBhvr>
                                    </p:animEffect>
                                    <p:anim calcmode="lin" valueType="num">
                                      <p:cBhvr>
                                        <p:cTn id="19" dur="1000" fill="hold"/>
                                        <p:tgtEl>
                                          <p:spTgt spid="1028"/>
                                        </p:tgtEl>
                                        <p:attrNameLst>
                                          <p:attrName>ppt_x</p:attrName>
                                        </p:attrNameLst>
                                      </p:cBhvr>
                                      <p:tavLst>
                                        <p:tav tm="0">
                                          <p:val>
                                            <p:strVal val="#ppt_x"/>
                                          </p:val>
                                        </p:tav>
                                        <p:tav tm="100000">
                                          <p:val>
                                            <p:strVal val="#ppt_x"/>
                                          </p:val>
                                        </p:tav>
                                      </p:tavLst>
                                    </p:anim>
                                    <p:anim calcmode="lin" valueType="num">
                                      <p:cBhvr>
                                        <p:cTn id="20"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5EF50-C999-484F-69DF-ACD2F676DC91}"/>
            </a:ext>
          </a:extLst>
        </p:cNvPr>
        <p:cNvGrpSpPr/>
        <p:nvPr/>
      </p:nvGrpSpPr>
      <p:grpSpPr>
        <a:xfrm>
          <a:off x="0" y="0"/>
          <a:ext cx="0" cy="0"/>
          <a:chOff x="0" y="0"/>
          <a:chExt cx="0" cy="0"/>
        </a:xfrm>
      </p:grpSpPr>
      <p:pic>
        <p:nvPicPr>
          <p:cNvPr id="3" name="Picture 2" descr="A person sitting at a desk with a computer&#10;&#10;AI-generated content may be incorrect.">
            <a:extLst>
              <a:ext uri="{FF2B5EF4-FFF2-40B4-BE49-F238E27FC236}">
                <a16:creationId xmlns:a16="http://schemas.microsoft.com/office/drawing/2014/main" id="{A4107BD0-7067-1DDF-993F-7A36D6A87667}"/>
              </a:ext>
            </a:extLst>
          </p:cNvPr>
          <p:cNvPicPr>
            <a:picLocks noChangeAspect="1"/>
          </p:cNvPicPr>
          <p:nvPr/>
        </p:nvPicPr>
        <p:blipFill>
          <a:blip r:embed="rId3"/>
          <a:stretch>
            <a:fillRect/>
          </a:stretch>
        </p:blipFill>
        <p:spPr>
          <a:xfrm>
            <a:off x="0" y="945"/>
            <a:ext cx="12192000" cy="6856107"/>
          </a:xfrm>
          <a:prstGeom prst="rect">
            <a:avLst/>
          </a:prstGeom>
        </p:spPr>
      </p:pic>
      <p:sp>
        <p:nvSpPr>
          <p:cNvPr id="2" name="TextBox 1">
            <a:extLst>
              <a:ext uri="{FF2B5EF4-FFF2-40B4-BE49-F238E27FC236}">
                <a16:creationId xmlns:a16="http://schemas.microsoft.com/office/drawing/2014/main" id="{B2E0C27C-2287-490B-C081-527BB0486449}"/>
              </a:ext>
            </a:extLst>
          </p:cNvPr>
          <p:cNvSpPr txBox="1"/>
          <p:nvPr/>
        </p:nvSpPr>
        <p:spPr>
          <a:xfrm>
            <a:off x="10504964" y="6347638"/>
            <a:ext cx="1307805" cy="369332"/>
          </a:xfrm>
          <a:prstGeom prst="rect">
            <a:avLst/>
          </a:prstGeom>
          <a:noFill/>
        </p:spPr>
        <p:txBody>
          <a:bodyPr wrap="square" rtlCol="0">
            <a:spAutoFit/>
          </a:bodyPr>
          <a:lstStyle/>
          <a:p>
            <a:pPr algn="r"/>
            <a:r>
              <a:rPr lang="fr-CA" b="1" dirty="0">
                <a:ln w="0"/>
                <a:gradFill>
                  <a:gsLst>
                    <a:gs pos="21000">
                      <a:srgbClr val="53575C"/>
                    </a:gs>
                    <a:gs pos="88000">
                      <a:srgbClr val="C5C7CA"/>
                    </a:gs>
                  </a:gsLst>
                  <a:lin ang="5400000"/>
                </a:gradFill>
                <a:latin typeface="Avenir Next Condensed" panose="020B0506020202020204" pitchFamily="34" charset="0"/>
              </a:rPr>
              <a:t>Gen3</a:t>
            </a:r>
          </a:p>
        </p:txBody>
      </p:sp>
    </p:spTree>
    <p:extLst>
      <p:ext uri="{BB962C8B-B14F-4D97-AF65-F5344CB8AC3E}">
        <p14:creationId xmlns:p14="http://schemas.microsoft.com/office/powerpoint/2010/main" val="1823630411"/>
      </p:ext>
    </p:extLst>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19174</TotalTime>
  <Words>1568</Words>
  <Application>Microsoft Macintosh PowerPoint</Application>
  <PresentationFormat>Widescreen</PresentationFormat>
  <Paragraphs>370</Paragraphs>
  <Slides>17</Slides>
  <Notes>5</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Avenir Next Condensed</vt:lpstr>
      <vt:lpstr>Courier New</vt:lpstr>
      <vt:lpstr>System Font Regular</vt:lpstr>
      <vt:lpstr>Office Theme</vt:lpstr>
      <vt:lpstr>PowerPoint Presentation</vt:lpstr>
      <vt:lpstr>Extraire 100% des données de PL</vt:lpstr>
      <vt:lpstr>Contexte:</vt:lpstr>
      <vt:lpstr>PowerPoint Presentation</vt:lpstr>
      <vt:lpstr>PowerPoint Presentation</vt:lpstr>
      <vt:lpstr>Priorités: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Sylvain Pedneault</dc:creator>
  <cp:lastModifiedBy>Sylvain Pedneault</cp:lastModifiedBy>
  <cp:revision>267</cp:revision>
  <dcterms:created xsi:type="dcterms:W3CDTF">2026-02-22T19:14:44Z</dcterms:created>
  <dcterms:modified xsi:type="dcterms:W3CDTF">2026-05-14T20:28:52Z</dcterms:modified>
</cp:coreProperties>
</file>