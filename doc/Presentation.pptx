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9" r:id="rId3"/>
    <p:sldId id="268" r:id="rId4"/>
    <p:sldId id="263" r:id="rId5"/>
    <p:sldId id="269" r:id="rId6"/>
    <p:sldId id="264" r:id="rId7"/>
    <p:sldId id="270" r:id="rId8"/>
    <p:sldId id="271" r:id="rId9"/>
    <p:sldId id="266" r:id="rId10"/>
    <p:sldId id="274" r:id="rId11"/>
    <p:sldId id="272" r:id="rId12"/>
    <p:sldId id="273" r:id="rId13"/>
    <p:sldId id="275" r:id="rId14"/>
    <p:sldId id="27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E00"/>
    <a:srgbClr val="3286BF"/>
    <a:srgbClr val="0063C1"/>
    <a:srgbClr val="1763A0"/>
    <a:srgbClr val="F3F3F3"/>
    <a:srgbClr val="2FA135"/>
    <a:srgbClr val="008F00"/>
    <a:srgbClr val="4D95D9"/>
    <a:srgbClr val="D7EAFF"/>
    <a:srgbClr val="DDD3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130"/>
    <p:restoredTop sz="94694"/>
  </p:normalViewPr>
  <p:slideViewPr>
    <p:cSldViewPr snapToGrid="0">
      <p:cViewPr>
        <p:scale>
          <a:sx n="120" d="100"/>
          <a:sy n="120" d="100"/>
        </p:scale>
        <p:origin x="216"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dirty="0">
              <a:latin typeface="+mj-lt"/>
            </a:rPr>
            <a:t>Organisation</a:t>
          </a:r>
        </a:p>
      </dgm:t>
    </dgm:pt>
    <dgm:pt modelId="{3FC636D2-4005-3B49-97E3-35FAAD928FA5}" type="parTrans" cxnId="{980B8827-360B-B543-84B7-B6634629C32D}">
      <dgm:prSet/>
      <dgm:spPr/>
      <dgm:t>
        <a:bodyPr/>
        <a:lstStyle/>
        <a:p>
          <a:endParaRPr lang="fr-CA" noProof="0" dirty="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dirty="0">
              <a:latin typeface="+mj-lt"/>
            </a:rPr>
            <a:t>Territoire</a:t>
          </a:r>
        </a:p>
      </dgm:t>
    </dgm:pt>
    <dgm:pt modelId="{A729CA63-8E1F-E14E-8225-6197ACB8AFF1}" type="parTrans" cxnId="{0D8D6F8C-9E17-A34E-82B4-9CDDA2512241}">
      <dgm:prSet/>
      <dgm:spPr/>
      <dgm:t>
        <a:bodyPr/>
        <a:lstStyle/>
        <a:p>
          <a:endParaRPr lang="fr-CA" noProof="0" dirty="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dirty="0">
              <a:latin typeface="+mj-lt"/>
            </a:rPr>
            <a:t>Personnel</a:t>
          </a:r>
        </a:p>
      </dgm:t>
    </dgm:pt>
    <dgm:pt modelId="{D22836B9-D636-CF48-8B9E-16871CED4F09}" type="parTrans" cxnId="{E6CFF6DB-D918-394B-8F98-988A94F4F7DE}">
      <dgm:prSet/>
      <dgm:spPr/>
      <dgm:t>
        <a:bodyPr/>
        <a:lstStyle/>
        <a:p>
          <a:endParaRPr lang="fr-CA" noProof="0" dirty="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dirty="0">
              <a:latin typeface="+mj-lt"/>
            </a:rPr>
            <a:t>Matériel</a:t>
          </a:r>
        </a:p>
      </dgm:t>
    </dgm:pt>
    <dgm:pt modelId="{3B6B3369-E329-8549-9F41-B472DA78149A}" type="parTrans" cxnId="{7652B3E2-78AC-C642-B77F-FAA385BC90FC}">
      <dgm:prSet/>
      <dgm:spPr/>
      <dgm:t>
        <a:bodyPr/>
        <a:lstStyle/>
        <a:p>
          <a:endParaRPr lang="fr-CA" noProof="0" dirty="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dirty="0">
              <a:latin typeface="+mj-lt"/>
            </a:rPr>
            <a:t>Activités</a:t>
          </a:r>
        </a:p>
      </dgm:t>
    </dgm:pt>
    <dgm:pt modelId="{5D676FF5-63FD-9642-829D-F918D4E22A2C}" type="parTrans" cxnId="{9442C15D-D4BB-6B4B-989A-C45FC1581ABB}">
      <dgm:prSet/>
      <dgm:spPr/>
      <dgm:t>
        <a:bodyPr/>
        <a:lstStyle/>
        <a:p>
          <a:endParaRPr lang="fr-CA" noProof="0" dirty="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dirty="0">
              <a:latin typeface="+mj-lt"/>
            </a:rPr>
            <a:t>Configurations</a:t>
          </a:r>
        </a:p>
      </dgm:t>
    </dgm:pt>
    <dgm:pt modelId="{A819F38E-035C-F34C-978E-008DC59BCB32}" type="parTrans" cxnId="{0152837F-2D50-EF4B-820A-16D228676CE3}">
      <dgm:prSet/>
      <dgm:spPr/>
      <dgm:t>
        <a:bodyPr/>
        <a:lstStyle/>
        <a:p>
          <a:endParaRPr lang="fr-CA" noProof="0" dirty="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dirty="0">
              <a:latin typeface="+mj-lt"/>
            </a:rPr>
            <a:t>Rapports</a:t>
          </a:r>
        </a:p>
      </dgm:t>
    </dgm:pt>
    <dgm:pt modelId="{31C8F8FC-DD1C-4040-9C79-47EBD1194570}" type="parTrans" cxnId="{A309E0B5-F5DA-DF41-A88D-FDCDF0C3717E}">
      <dgm:prSet/>
      <dgm:spPr/>
      <dgm:t>
        <a:bodyPr/>
        <a:lstStyle/>
        <a:p>
          <a:endParaRPr lang="fr-CA" noProof="0" dirty="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dirty="0">
              <a:latin typeface="+mj-lt"/>
            </a:rPr>
            <a:t>Pièces jointes</a:t>
          </a:r>
        </a:p>
      </dgm:t>
    </dgm:pt>
    <dgm:pt modelId="{74C5C5CE-93DF-C14D-A8BF-57DD531372F9}" type="parTrans" cxnId="{925BB2D7-FA90-BC4B-86A3-7B807A62F77B}">
      <dgm:prSet/>
      <dgm:spPr/>
      <dgm:t>
        <a:bodyPr/>
        <a:lstStyle/>
        <a:p>
          <a:endParaRPr lang="fr-CA" noProof="0" dirty="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dirty="0">
              <a:latin typeface="+mj-lt"/>
            </a:rPr>
            <a:t>Dossiers adresse</a:t>
          </a:r>
        </a:p>
      </dgm:t>
    </dgm:pt>
    <dgm:pt modelId="{7CDDF432-D442-6C4A-9222-D2A4EEAE7EBE}" type="parTrans" cxnId="{2F4B15BE-AD43-EC4F-97C5-2FF939B4B6AC}">
      <dgm:prSet/>
      <dgm:spPr/>
      <dgm:t>
        <a:bodyPr/>
        <a:lstStyle/>
        <a:p>
          <a:endParaRPr lang="fr-CA" noProof="0" dirty="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dirty="0">
              <a:latin typeface="+mj-lt"/>
            </a:rPr>
            <a:t>Plans d'intervention</a:t>
          </a:r>
        </a:p>
      </dgm:t>
    </dgm:pt>
    <dgm:pt modelId="{45590686-1B12-A94C-9244-54B83D9C19D0}" type="parTrans" cxnId="{E79DD4A5-9F12-FC4D-A762-D5E308E7E075}">
      <dgm:prSet/>
      <dgm:spPr/>
      <dgm:t>
        <a:bodyPr/>
        <a:lstStyle/>
        <a:p>
          <a:endParaRPr lang="fr-CA" noProof="0" dirty="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dirty="0">
              <a:latin typeface="+mj-lt"/>
            </a:rPr>
            <a:t>Sécurité civile</a:t>
          </a:r>
        </a:p>
      </dgm:t>
    </dgm:pt>
    <dgm:pt modelId="{27C1F03A-729D-1148-90B5-74B550B21870}" type="parTrans" cxnId="{87291B74-A204-164A-B00C-6C37256A1149}">
      <dgm:prSet/>
      <dgm:spPr/>
      <dgm:t>
        <a:bodyPr/>
        <a:lstStyle/>
        <a:p>
          <a:endParaRPr lang="fr-CA" noProof="0" dirty="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dirty="0">
              <a:latin typeface="+mj-lt"/>
            </a:rPr>
            <a:t>Employés</a:t>
          </a:r>
        </a:p>
      </dgm:t>
    </dgm:pt>
    <dgm:pt modelId="{082F229C-B78F-3C40-AC8F-1E0E3CC044B4}" type="parTrans" cxnId="{DF7CFF7C-1137-EA48-BB61-3FB0938CBE7C}">
      <dgm:prSet/>
      <dgm:spPr/>
      <dgm:t>
        <a:bodyPr/>
        <a:lstStyle/>
        <a:p>
          <a:endParaRPr lang="fr-CA" noProof="0" dirty="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dirty="0">
              <a:latin typeface="+mj-lt"/>
            </a:rPr>
            <a:t>Équipes</a:t>
          </a:r>
        </a:p>
      </dgm:t>
    </dgm:pt>
    <dgm:pt modelId="{62D3DCBC-065E-F84C-BCEB-FD9B809500B8}" type="parTrans" cxnId="{C0BDC28C-877C-8849-9CFF-2AD883F77A16}">
      <dgm:prSet/>
      <dgm:spPr/>
      <dgm:t>
        <a:bodyPr/>
        <a:lstStyle/>
        <a:p>
          <a:endParaRPr lang="fr-CA" noProof="0" dirty="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dirty="0">
              <a:latin typeface="+mj-lt"/>
            </a:rPr>
            <a:t>Formations</a:t>
          </a:r>
        </a:p>
      </dgm:t>
    </dgm:pt>
    <dgm:pt modelId="{AF0C04CD-B054-264F-A802-38714C8E84C3}" type="parTrans" cxnId="{B0024C66-CF11-D444-8FBE-179B08F3998A}">
      <dgm:prSet/>
      <dgm:spPr/>
      <dgm:t>
        <a:bodyPr/>
        <a:lstStyle/>
        <a:p>
          <a:endParaRPr lang="fr-CA" noProof="0" dirty="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dirty="0">
              <a:latin typeface="+mj-lt"/>
            </a:rPr>
            <a:t>Horaires</a:t>
          </a:r>
        </a:p>
      </dgm:t>
    </dgm:pt>
    <dgm:pt modelId="{C1CAABC4-49A4-1C49-8874-52E665D1B24F}" type="parTrans" cxnId="{E708C396-0248-3C42-9E9B-8970996DD46D}">
      <dgm:prSet/>
      <dgm:spPr/>
      <dgm:t>
        <a:bodyPr/>
        <a:lstStyle/>
        <a:p>
          <a:endParaRPr lang="fr-CA" noProof="0" dirty="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dirty="0">
              <a:latin typeface="+mj-lt"/>
            </a:rPr>
            <a:t>Casernes</a:t>
          </a:r>
        </a:p>
      </dgm:t>
    </dgm:pt>
    <dgm:pt modelId="{5497E20D-2D8E-BC45-9CE3-473076F07DB4}" type="parTrans" cxnId="{34EC3FE1-2D93-6A4E-BED5-1B5164B5D9D9}">
      <dgm:prSet/>
      <dgm:spPr/>
      <dgm:t>
        <a:bodyPr/>
        <a:lstStyle/>
        <a:p>
          <a:endParaRPr lang="fr-CA" noProof="0" dirty="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dirty="0">
              <a:latin typeface="+mj-lt"/>
            </a:rPr>
            <a:t>Véhicules</a:t>
          </a:r>
        </a:p>
      </dgm:t>
    </dgm:pt>
    <dgm:pt modelId="{A988ABD4-C2DC-E541-B429-C97AD38FE7DE}" type="parTrans" cxnId="{AEC3E3F8-66D7-0E4D-8CE1-D6ADECFFCE80}">
      <dgm:prSet/>
      <dgm:spPr/>
      <dgm:t>
        <a:bodyPr/>
        <a:lstStyle/>
        <a:p>
          <a:endParaRPr lang="fr-CA" noProof="0" dirty="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dirty="0">
              <a:latin typeface="+mj-lt"/>
            </a:rPr>
            <a:t>Équipements</a:t>
          </a:r>
        </a:p>
      </dgm:t>
    </dgm:pt>
    <dgm:pt modelId="{BAC49245-A2FF-0E4E-A438-57E867F94F1F}" type="parTrans" cxnId="{2B38135B-BE6D-BC48-8D2F-BA4CC7280064}">
      <dgm:prSet/>
      <dgm:spPr/>
      <dgm:t>
        <a:bodyPr/>
        <a:lstStyle/>
        <a:p>
          <a:endParaRPr lang="fr-CA" noProof="0" dirty="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dirty="0">
              <a:latin typeface="+mj-lt"/>
            </a:rPr>
            <a:t>Bornes et points d'eau</a:t>
          </a:r>
        </a:p>
      </dgm:t>
    </dgm:pt>
    <dgm:pt modelId="{262F255D-E9E2-744C-A3E2-16DE872AE773}" type="parTrans" cxnId="{FDF61D09-6B29-E547-B457-0DF2DBE06726}">
      <dgm:prSet/>
      <dgm:spPr/>
      <dgm:t>
        <a:bodyPr/>
        <a:lstStyle/>
        <a:p>
          <a:endParaRPr lang="fr-CA" noProof="0" dirty="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dirty="0">
              <a:latin typeface="+mj-lt"/>
            </a:rPr>
            <a:t>Préventions</a:t>
          </a:r>
        </a:p>
      </dgm:t>
    </dgm:pt>
    <dgm:pt modelId="{C001D1A6-A83F-F143-A276-15B0F274BDF1}" type="parTrans" cxnId="{EDFDE2B8-3562-4841-A291-323A181A1F34}">
      <dgm:prSet/>
      <dgm:spPr/>
      <dgm:t>
        <a:bodyPr/>
        <a:lstStyle/>
        <a:p>
          <a:endParaRPr lang="fr-CA" noProof="0" dirty="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dirty="0">
              <a:latin typeface="+mj-lt"/>
            </a:rPr>
            <a:t>Interventions</a:t>
          </a:r>
        </a:p>
      </dgm:t>
    </dgm:pt>
    <dgm:pt modelId="{4662EA61-5A5E-5445-9859-27FE060460B5}" type="parTrans" cxnId="{0D9F5BB1-DEF9-174C-B3E3-6B7229687045}">
      <dgm:prSet/>
      <dgm:spPr/>
      <dgm:t>
        <a:bodyPr/>
        <a:lstStyle/>
        <a:p>
          <a:endParaRPr lang="fr-CA" noProof="0" dirty="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dirty="0">
              <a:latin typeface="+mj-lt"/>
            </a:rPr>
            <a:t>Enquêtes (RCCI)</a:t>
          </a:r>
        </a:p>
      </dgm:t>
    </dgm:pt>
    <dgm:pt modelId="{7AE6153A-5E54-1741-BDD2-1355B351ADA1}" type="parTrans" cxnId="{72C7DCE0-0FC8-474A-960B-8528429A8ABF}">
      <dgm:prSet/>
      <dgm:spPr/>
      <dgm:t>
        <a:bodyPr/>
        <a:lstStyle/>
        <a:p>
          <a:endParaRPr lang="fr-CA" noProof="0" dirty="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dirty="0">
              <a:latin typeface="+mj-lt"/>
            </a:rPr>
            <a:t>Travail (autre)</a:t>
          </a:r>
        </a:p>
      </dgm:t>
    </dgm:pt>
    <dgm:pt modelId="{D5721754-84AE-5748-A12B-479F9B834DD2}" type="parTrans" cxnId="{517C5639-6AE3-DA49-999A-8AC5F3E7DE37}">
      <dgm:prSet/>
      <dgm:spPr/>
      <dgm:t>
        <a:bodyPr/>
        <a:lstStyle/>
        <a:p>
          <a:endParaRPr lang="fr-CA" noProof="0" dirty="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dirty="0">
              <a:solidFill>
                <a:schemeClr val="accent5">
                  <a:lumMod val="40000"/>
                  <a:lumOff val="60000"/>
                </a:schemeClr>
              </a:solidFill>
              <a:latin typeface="+mj-lt"/>
            </a:rPr>
            <a:t>100%</a:t>
          </a:r>
        </a:p>
        <a:p>
          <a:pPr marL="7938" indent="0" algn="ctr">
            <a:lnSpc>
              <a:spcPts val="2000"/>
            </a:lnSpc>
            <a:spcAft>
              <a:spcPts val="0"/>
            </a:spcAft>
            <a:tabLst/>
          </a:pPr>
          <a:r>
            <a:rPr lang="fr-CA" sz="2000" b="1" noProof="0" dirty="0">
              <a:latin typeface="+mj-lt"/>
            </a:rPr>
            <a:t>Données</a:t>
          </a:r>
          <a:endParaRPr lang="fr-CA" sz="1000" b="1" noProof="0" dirty="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80827"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2894622"/>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dirty="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dirty="0">
              <a:latin typeface="+mj-lt"/>
            </a:rPr>
            <a:t>Données</a:t>
          </a:r>
          <a:endParaRPr lang="fr-CA" sz="1000" b="1" kern="1200" noProof="0" dirty="0">
            <a:latin typeface="+mj-lt"/>
          </a:endParaRPr>
        </a:p>
      </dsp:txBody>
      <dsp:txXfrm>
        <a:off x="577955" y="2927669"/>
        <a:ext cx="1062205" cy="1331025"/>
      </dsp:txXfrm>
    </dsp:sp>
    <dsp:sp modelId="{BA0D9FC2-208D-4048-84C4-69AC3A1FDE15}">
      <dsp:nvSpPr>
        <dsp:cNvPr id="0" name=""/>
        <dsp:cNvSpPr/>
      </dsp:nvSpPr>
      <dsp:spPr>
        <a:xfrm rot="17171704">
          <a:off x="485821" y="2007494"/>
          <a:ext cx="3293303" cy="8756"/>
        </a:xfrm>
        <a:custGeom>
          <a:avLst/>
          <a:gdLst/>
          <a:ahLst/>
          <a:cxnLst/>
          <a:rect l="0" t="0" r="0" b="0"/>
          <a:pathLst>
            <a:path>
              <a:moveTo>
                <a:pt x="0" y="4378"/>
              </a:moveTo>
              <a:lnTo>
                <a:pt x="3293303"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dirty="0"/>
        </a:p>
      </dsp:txBody>
      <dsp:txXfrm>
        <a:off x="2050140" y="1929540"/>
        <a:ext cx="164665" cy="164665"/>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Pièces jointes</a:t>
          </a:r>
        </a:p>
      </dsp:txBody>
      <dsp:txXfrm>
        <a:off x="4304555" y="607443"/>
        <a:ext cx="1282292" cy="245134"/>
      </dsp:txXfrm>
    </dsp:sp>
    <dsp:sp modelId="{80DD587E-5A9B-9D4D-AFC9-EC6A4C53614F}">
      <dsp:nvSpPr>
        <dsp:cNvPr id="0" name=""/>
        <dsp:cNvSpPr/>
      </dsp:nvSpPr>
      <dsp:spPr>
        <a:xfrm rot="17524830">
          <a:off x="910727" y="2456664"/>
          <a:ext cx="2443491" cy="8756"/>
        </a:xfrm>
        <a:custGeom>
          <a:avLst/>
          <a:gdLst/>
          <a:ahLst/>
          <a:cxnLst/>
          <a:rect l="0" t="0" r="0" b="0"/>
          <a:pathLst>
            <a:path>
              <a:moveTo>
                <a:pt x="0" y="4378"/>
              </a:moveTo>
              <a:lnTo>
                <a:pt x="244349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lang="fr-CA" sz="800" kern="1200" noProof="0" dirty="0"/>
        </a:p>
      </dsp:txBody>
      <dsp:txXfrm>
        <a:off x="2071385" y="2399955"/>
        <a:ext cx="122174" cy="122174"/>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Sécurité civile</a:t>
          </a:r>
        </a:p>
      </dsp:txBody>
      <dsp:txXfrm>
        <a:off x="4304555" y="1505783"/>
        <a:ext cx="1282292" cy="245134"/>
      </dsp:txXfrm>
    </dsp:sp>
    <dsp:sp modelId="{0552F4E7-B625-EF4A-B564-AB82C7F33F48}">
      <dsp:nvSpPr>
        <dsp:cNvPr id="0" name=""/>
        <dsp:cNvSpPr/>
      </dsp:nvSpPr>
      <dsp:spPr>
        <a:xfrm rot="18423688">
          <a:off x="1370423" y="2980696"/>
          <a:ext cx="1524098" cy="8756"/>
        </a:xfrm>
        <a:custGeom>
          <a:avLst/>
          <a:gdLst/>
          <a:ahLst/>
          <a:cxnLst/>
          <a:rect l="0" t="0" r="0" b="0"/>
          <a:pathLst>
            <a:path>
              <a:moveTo>
                <a:pt x="0" y="4378"/>
              </a:moveTo>
              <a:lnTo>
                <a:pt x="1524098"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4370" y="2946972"/>
        <a:ext cx="76204" cy="76204"/>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Horaires</a:t>
          </a:r>
        </a:p>
      </dsp:txBody>
      <dsp:txXfrm>
        <a:off x="4304555" y="2703570"/>
        <a:ext cx="1282292" cy="245134"/>
      </dsp:txXfrm>
    </dsp:sp>
    <dsp:sp modelId="{D9E699DB-8A91-6345-AEE7-8495C0709F54}">
      <dsp:nvSpPr>
        <dsp:cNvPr id="0" name=""/>
        <dsp:cNvSpPr/>
      </dsp:nvSpPr>
      <dsp:spPr>
        <a:xfrm rot="21531041">
          <a:off x="1673115" y="3579589"/>
          <a:ext cx="918715" cy="8756"/>
        </a:xfrm>
        <a:custGeom>
          <a:avLst/>
          <a:gdLst/>
          <a:ahLst/>
          <a:cxnLst/>
          <a:rect l="0" t="0" r="0" b="0"/>
          <a:pathLst>
            <a:path>
              <a:moveTo>
                <a:pt x="0" y="4378"/>
              </a:moveTo>
              <a:lnTo>
                <a:pt x="918715"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109505" y="3561000"/>
        <a:ext cx="45935" cy="45935"/>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Bornes et points d'eau</a:t>
          </a:r>
        </a:p>
      </dsp:txBody>
      <dsp:txXfrm>
        <a:off x="4304555" y="3901356"/>
        <a:ext cx="1282292" cy="245134"/>
      </dsp:txXfrm>
    </dsp:sp>
    <dsp:sp modelId="{35D070D9-3457-BB47-AF59-94E973A60D7E}">
      <dsp:nvSpPr>
        <dsp:cNvPr id="0" name=""/>
        <dsp:cNvSpPr/>
      </dsp:nvSpPr>
      <dsp:spPr>
        <a:xfrm rot="3125229">
          <a:off x="1385046" y="4178483"/>
          <a:ext cx="1494853" cy="8756"/>
        </a:xfrm>
        <a:custGeom>
          <a:avLst/>
          <a:gdLst/>
          <a:ahLst/>
          <a:cxnLst/>
          <a:rect l="0" t="0" r="0" b="0"/>
          <a:pathLst>
            <a:path>
              <a:moveTo>
                <a:pt x="0" y="4378"/>
              </a:moveTo>
              <a:lnTo>
                <a:pt x="1494853"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5101" y="4145489"/>
        <a:ext cx="74742" cy="74742"/>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2026-03-08</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6</a:t>
            </a:fld>
            <a:endParaRPr lang="fr-CA"/>
          </a:p>
        </p:txBody>
      </p:sp>
    </p:spTree>
    <p:extLst>
      <p:ext uri="{BB962C8B-B14F-4D97-AF65-F5344CB8AC3E}">
        <p14:creationId xmlns:p14="http://schemas.microsoft.com/office/powerpoint/2010/main" val="813170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9C3FF-9C0B-EBDD-644D-FF1EF5E52F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AE8B1-F902-D3BF-028A-EE11069AB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F6D7A3-895D-FAF2-F4C8-9836362BA72B}"/>
              </a:ext>
            </a:extLst>
          </p:cNvPr>
          <p:cNvSpPr>
            <a:spLocks noGrp="1"/>
          </p:cNvSpPr>
          <p:nvPr>
            <p:ph type="body" idx="1"/>
          </p:nvPr>
        </p:nvSpPr>
        <p:spPr/>
        <p:txBody>
          <a:bodyPr/>
          <a:lstStyle/>
          <a:p>
            <a:endParaRPr lang="fr-CA" dirty="0"/>
          </a:p>
        </p:txBody>
      </p:sp>
      <p:sp>
        <p:nvSpPr>
          <p:cNvPr id="4" name="Slide Number Placeholder 3">
            <a:extLst>
              <a:ext uri="{FF2B5EF4-FFF2-40B4-BE49-F238E27FC236}">
                <a16:creationId xmlns:a16="http://schemas.microsoft.com/office/drawing/2014/main" id="{8BC457E7-B6F7-4C7B-C8C3-3F48979B3DFB}"/>
              </a:ext>
            </a:extLst>
          </p:cNvPr>
          <p:cNvSpPr>
            <a:spLocks noGrp="1"/>
          </p:cNvSpPr>
          <p:nvPr>
            <p:ph type="sldNum" sz="quarter" idx="5"/>
          </p:nvPr>
        </p:nvSpPr>
        <p:spPr/>
        <p:txBody>
          <a:bodyPr/>
          <a:lstStyle/>
          <a:p>
            <a:fld id="{6E54BC39-AF6E-904D-B3EC-2CC8030D2C60}" type="slidenum">
              <a:rPr lang="fr-CA" smtClean="0"/>
              <a:t>14</a:t>
            </a:fld>
            <a:endParaRPr lang="fr-CA"/>
          </a:p>
        </p:txBody>
      </p:sp>
    </p:spTree>
    <p:extLst>
      <p:ext uri="{BB962C8B-B14F-4D97-AF65-F5344CB8AC3E}">
        <p14:creationId xmlns:p14="http://schemas.microsoft.com/office/powerpoint/2010/main" val="33728118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2026-03-08</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2026-03-08</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hyperlink" Target="https://wetransfer.com/" TargetMode="External"/><Relationship Id="rId5" Type="http://schemas.openxmlformats.org/officeDocument/2006/relationships/image" Target="../media/image8.png"/><Relationship Id="rId4" Type="http://schemas.microsoft.com/office/2007/relationships/hdphoto" Target="../media/hdphoto5.wdp"/></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jpe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a:extLst>
              <a:ext uri="{FF2B5EF4-FFF2-40B4-BE49-F238E27FC236}">
                <a16:creationId xmlns:a16="http://schemas.microsoft.com/office/drawing/2014/main" id="{02D037A3-95BC-8567-D964-85133C5C50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B6A66448-4E32-22C8-D782-D322164ABD21}"/>
              </a:ext>
            </a:extLst>
          </p:cNvPr>
          <p:cNvGrpSpPr/>
          <p:nvPr/>
        </p:nvGrpSpPr>
        <p:grpSpPr>
          <a:xfrm>
            <a:off x="6096000" y="5108252"/>
            <a:ext cx="5380075" cy="1256007"/>
            <a:chOff x="5178056" y="297713"/>
            <a:chExt cx="5380075" cy="1256007"/>
          </a:xfrm>
        </p:grpSpPr>
        <p:sp>
          <p:nvSpPr>
            <p:cNvPr id="6" name="TextBox 5">
              <a:extLst>
                <a:ext uri="{FF2B5EF4-FFF2-40B4-BE49-F238E27FC236}">
                  <a16:creationId xmlns:a16="http://schemas.microsoft.com/office/drawing/2014/main" id="{72DE285C-2645-FF77-44C7-23B15758C7CE}"/>
                </a:ext>
              </a:extLst>
            </p:cNvPr>
            <p:cNvSpPr txBox="1"/>
            <p:nvPr/>
          </p:nvSpPr>
          <p:spPr>
            <a:xfrm>
              <a:off x="5178056" y="297713"/>
              <a:ext cx="5380075"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algn="r"/>
              <a:r>
                <a:rPr lang="fr-CA" sz="6600" b="1" noProof="0" dirty="0">
                  <a:solidFill>
                    <a:schemeClr val="bg1"/>
                  </a:solidFill>
                  <a:latin typeface="Arial" panose="020B0604020202020204" pitchFamily="34" charset="0"/>
                  <a:cs typeface="Arial" panose="020B0604020202020204" pitchFamily="34" charset="0"/>
                </a:rPr>
                <a:t>Migration</a:t>
              </a:r>
              <a:r>
                <a:rPr lang="fr-CA" sz="6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 name="TextBox 6">
              <a:extLst>
                <a:ext uri="{FF2B5EF4-FFF2-40B4-BE49-F238E27FC236}">
                  <a16:creationId xmlns:a16="http://schemas.microsoft.com/office/drawing/2014/main" id="{4400A43D-46B7-AAF7-5E0B-E3304CA832A2}"/>
                </a:ext>
              </a:extLst>
            </p:cNvPr>
            <p:cNvSpPr txBox="1"/>
            <p:nvPr/>
          </p:nvSpPr>
          <p:spPr>
            <a:xfrm>
              <a:off x="7788347" y="1215166"/>
              <a:ext cx="2727252" cy="338554"/>
            </a:xfrm>
            <a:prstGeom prst="rect">
              <a:avLst/>
            </a:prstGeom>
            <a:noFill/>
          </p:spPr>
          <p:txBody>
            <a:bodyPr wrap="square" rtlCol="0">
              <a:spAutoFit/>
            </a:bodyPr>
            <a:lstStyle/>
            <a:p>
              <a:pPr algn="r"/>
              <a:r>
                <a:rPr lang="fr-CA" sz="1600" noProof="0" dirty="0">
                  <a:solidFill>
                    <a:schemeClr val="tx2">
                      <a:lumMod val="25000"/>
                      <a:lumOff val="75000"/>
                    </a:schemeClr>
                  </a:solidFill>
                  <a:latin typeface="Arial" panose="020B0604020202020204" pitchFamily="34" charset="0"/>
                  <a:cs typeface="Arial" panose="020B0604020202020204" pitchFamily="34" charset="0"/>
                </a:rPr>
                <a:t>Gestion Technologies</a:t>
              </a:r>
            </a:p>
          </p:txBody>
        </p:sp>
      </p:grpSp>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sp>
        <p:nvSpPr>
          <p:cNvPr id="11" name="Rounded Rectangle 10">
            <a:extLst>
              <a:ext uri="{FF2B5EF4-FFF2-40B4-BE49-F238E27FC236}">
                <a16:creationId xmlns:a16="http://schemas.microsoft.com/office/drawing/2014/main" id="{DFF4A312-6810-9167-8D72-55128068B43F}"/>
              </a:ext>
            </a:extLst>
          </p:cNvPr>
          <p:cNvSpPr/>
          <p:nvPr/>
        </p:nvSpPr>
        <p:spPr>
          <a:xfrm rot="21300000">
            <a:off x="9967297" y="1383916"/>
            <a:ext cx="1017767" cy="332224"/>
          </a:xfrm>
          <a:prstGeom prst="roundRect">
            <a:avLst/>
          </a:prstGeom>
          <a:gradFill flip="none" rotWithShape="1">
            <a:gsLst>
              <a:gs pos="0">
                <a:srgbClr val="3266AD"/>
              </a:gs>
              <a:gs pos="100000">
                <a:srgbClr val="5A8ACC"/>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Tree>
    <p:extLst>
      <p:ext uri="{BB962C8B-B14F-4D97-AF65-F5344CB8AC3E}">
        <p14:creationId xmlns:p14="http://schemas.microsoft.com/office/powerpoint/2010/main" val="438124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524000" y="1949913"/>
            <a:ext cx="9144000" cy="2387600"/>
          </a:xfrm>
        </p:spPr>
        <p:txBody>
          <a:bodyPr/>
          <a:lstStyle/>
          <a:p>
            <a:r>
              <a:rPr lang="fr-CA" b="1" noProof="0" dirty="0">
                <a:solidFill>
                  <a:srgbClr val="004F9A"/>
                </a:solidFill>
              </a:rPr>
              <a:t>Extraction de</a:t>
            </a:r>
            <a:r>
              <a:rPr lang="fr-CA" b="1" noProof="0" dirty="0"/>
              <a:t> </a:t>
            </a:r>
            <a:r>
              <a:rPr lang="fr-CA" sz="8000" b="1" noProof="0" dirty="0">
                <a:solidFill>
                  <a:srgbClr val="2677B6"/>
                </a:solidFill>
              </a:rPr>
              <a:t>100%</a:t>
            </a:r>
            <a:br>
              <a:rPr lang="fr-CA" sz="8000" b="1" noProof="0" dirty="0"/>
            </a:br>
            <a:r>
              <a:rPr lang="fr-CA" b="1" noProof="0" dirty="0"/>
              <a:t>des données PL</a:t>
            </a:r>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4429588"/>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a:cxnSpLocks/>
          </p:cNvCxnSpPr>
          <p:nvPr/>
        </p:nvCxnSpPr>
        <p:spPr>
          <a:xfrm>
            <a:off x="410367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4" name="Group 3">
            <a:extLst>
              <a:ext uri="{FF2B5EF4-FFF2-40B4-BE49-F238E27FC236}">
                <a16:creationId xmlns:a16="http://schemas.microsoft.com/office/drawing/2014/main" id="{693B2FBD-6237-3C1E-7B9E-499D237FEF39}"/>
              </a:ext>
            </a:extLst>
          </p:cNvPr>
          <p:cNvGrpSpPr/>
          <p:nvPr/>
        </p:nvGrpSpPr>
        <p:grpSpPr>
          <a:xfrm>
            <a:off x="3235840" y="158995"/>
            <a:ext cx="1735666" cy="797565"/>
            <a:chOff x="3235840" y="158995"/>
            <a:chExt cx="1735666" cy="797565"/>
          </a:xfrm>
        </p:grpSpPr>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grpSp>
      <p:grpSp>
        <p:nvGrpSpPr>
          <p:cNvPr id="5" name="Group 4">
            <a:extLst>
              <a:ext uri="{FF2B5EF4-FFF2-40B4-BE49-F238E27FC236}">
                <a16:creationId xmlns:a16="http://schemas.microsoft.com/office/drawing/2014/main" id="{BC95EFEB-D55D-9333-3F7C-C42F1AEA44C9}"/>
              </a:ext>
            </a:extLst>
          </p:cNvPr>
          <p:cNvGrpSpPr/>
          <p:nvPr/>
        </p:nvGrpSpPr>
        <p:grpSpPr>
          <a:xfrm>
            <a:off x="5013840" y="158995"/>
            <a:ext cx="1735666" cy="797565"/>
            <a:chOff x="5013840" y="158995"/>
            <a:chExt cx="1735666" cy="797565"/>
          </a:xfrm>
        </p:grpSpPr>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grpSp>
      <p:grpSp>
        <p:nvGrpSpPr>
          <p:cNvPr id="6" name="Group 5">
            <a:extLst>
              <a:ext uri="{FF2B5EF4-FFF2-40B4-BE49-F238E27FC236}">
                <a16:creationId xmlns:a16="http://schemas.microsoft.com/office/drawing/2014/main" id="{D08743EC-4297-00FF-7C4B-33B4C7CA4A6A}"/>
              </a:ext>
            </a:extLst>
          </p:cNvPr>
          <p:cNvGrpSpPr/>
          <p:nvPr/>
        </p:nvGrpSpPr>
        <p:grpSpPr>
          <a:xfrm>
            <a:off x="6808774" y="158995"/>
            <a:ext cx="1735666" cy="797565"/>
            <a:chOff x="6808774" y="158995"/>
            <a:chExt cx="1735666" cy="797565"/>
          </a:xfrm>
        </p:grpSpPr>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grpSp>
      <p:grpSp>
        <p:nvGrpSpPr>
          <p:cNvPr id="7" name="Group 6">
            <a:extLst>
              <a:ext uri="{FF2B5EF4-FFF2-40B4-BE49-F238E27FC236}">
                <a16:creationId xmlns:a16="http://schemas.microsoft.com/office/drawing/2014/main" id="{0FC11795-A137-048F-B711-F94DB17D7AD4}"/>
              </a:ext>
            </a:extLst>
          </p:cNvPr>
          <p:cNvGrpSpPr/>
          <p:nvPr/>
        </p:nvGrpSpPr>
        <p:grpSpPr>
          <a:xfrm>
            <a:off x="8586774" y="158995"/>
            <a:ext cx="1735666" cy="797565"/>
            <a:chOff x="8586774" y="158995"/>
            <a:chExt cx="1735666" cy="797565"/>
          </a:xfrm>
        </p:grpSpPr>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grpSp>
      <p:grpSp>
        <p:nvGrpSpPr>
          <p:cNvPr id="8" name="Group 7">
            <a:extLst>
              <a:ext uri="{FF2B5EF4-FFF2-40B4-BE49-F238E27FC236}">
                <a16:creationId xmlns:a16="http://schemas.microsoft.com/office/drawing/2014/main" id="{A18809A2-0879-303A-0B2F-80B0B7104F16}"/>
              </a:ext>
            </a:extLst>
          </p:cNvPr>
          <p:cNvGrpSpPr/>
          <p:nvPr/>
        </p:nvGrpSpPr>
        <p:grpSpPr>
          <a:xfrm>
            <a:off x="10364774" y="158995"/>
            <a:ext cx="1735666" cy="797565"/>
            <a:chOff x="10364774" y="158995"/>
            <a:chExt cx="1735666" cy="797565"/>
          </a:xfrm>
        </p:grpSpPr>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cxnSp>
        <p:nvCxnSpPr>
          <p:cNvPr id="11" name="Straight Connector 10">
            <a:extLst>
              <a:ext uri="{FF2B5EF4-FFF2-40B4-BE49-F238E27FC236}">
                <a16:creationId xmlns:a16="http://schemas.microsoft.com/office/drawing/2014/main" id="{832F0494-8CE3-17F8-394C-B99537AF5D20}"/>
              </a:ext>
            </a:extLst>
          </p:cNvPr>
          <p:cNvCxnSpPr>
            <a:cxnSpLocks/>
          </p:cNvCxnSpPr>
          <p:nvPr/>
        </p:nvCxnSpPr>
        <p:spPr>
          <a:xfrm>
            <a:off x="5895897"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05EC96B-0E51-B12D-E259-70A5811F2C55}"/>
              </a:ext>
            </a:extLst>
          </p:cNvPr>
          <p:cNvCxnSpPr>
            <a:cxnSpLocks/>
          </p:cNvCxnSpPr>
          <p:nvPr/>
        </p:nvCxnSpPr>
        <p:spPr>
          <a:xfrm>
            <a:off x="7706409"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0BCCAB7-F0E6-DFDD-5430-E61E55D9DBF4}"/>
              </a:ext>
            </a:extLst>
          </p:cNvPr>
          <p:cNvCxnSpPr>
            <a:cxnSpLocks/>
          </p:cNvCxnSpPr>
          <p:nvPr/>
        </p:nvCxnSpPr>
        <p:spPr>
          <a:xfrm>
            <a:off x="945291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173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200"/>
                                        <p:tgtEl>
                                          <p:spTgt spid="24"/>
                                        </p:tgtEl>
                                      </p:cBhvr>
                                    </p:animEffect>
                                  </p:childTnLst>
                                </p:cTn>
                              </p:par>
                            </p:childTnLst>
                          </p:cTn>
                        </p:par>
                        <p:par>
                          <p:cTn id="8" fill="hold">
                            <p:stCondLst>
                              <p:cond delay="2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200"/>
                                        <p:tgtEl>
                                          <p:spTgt spid="26"/>
                                        </p:tgtEl>
                                      </p:cBhvr>
                                    </p:animEffect>
                                  </p:childTnLst>
                                </p:cTn>
                              </p:par>
                            </p:childTnLst>
                          </p:cTn>
                        </p:par>
                        <p:par>
                          <p:cTn id="12" fill="hold">
                            <p:stCondLst>
                              <p:cond delay="400"/>
                            </p:stCondLst>
                            <p:childTnLst>
                              <p:par>
                                <p:cTn id="13" presetID="42"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00"/>
                                        <p:tgtEl>
                                          <p:spTgt spid="4"/>
                                        </p:tgtEl>
                                      </p:cBhvr>
                                    </p:animEffect>
                                    <p:anim calcmode="lin" valueType="num">
                                      <p:cBhvr>
                                        <p:cTn id="16" dur="200" fill="hold"/>
                                        <p:tgtEl>
                                          <p:spTgt spid="4"/>
                                        </p:tgtEl>
                                        <p:attrNameLst>
                                          <p:attrName>ppt_x</p:attrName>
                                        </p:attrNameLst>
                                      </p:cBhvr>
                                      <p:tavLst>
                                        <p:tav tm="0">
                                          <p:val>
                                            <p:strVal val="#ppt_x"/>
                                          </p:val>
                                        </p:tav>
                                        <p:tav tm="100000">
                                          <p:val>
                                            <p:strVal val="#ppt_x"/>
                                          </p:val>
                                        </p:tav>
                                      </p:tavLst>
                                    </p:anim>
                                    <p:anim calcmode="lin" valueType="num">
                                      <p:cBhvr>
                                        <p:cTn id="17" dur="2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00"/>
                            </p:stCondLst>
                            <p:childTnLst>
                              <p:par>
                                <p:cTn id="19" presetID="42"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200"/>
                                        <p:tgtEl>
                                          <p:spTgt spid="5"/>
                                        </p:tgtEl>
                                      </p:cBhvr>
                                    </p:animEffect>
                                    <p:anim calcmode="lin" valueType="num">
                                      <p:cBhvr>
                                        <p:cTn id="22" dur="200" fill="hold"/>
                                        <p:tgtEl>
                                          <p:spTgt spid="5"/>
                                        </p:tgtEl>
                                        <p:attrNameLst>
                                          <p:attrName>ppt_x</p:attrName>
                                        </p:attrNameLst>
                                      </p:cBhvr>
                                      <p:tavLst>
                                        <p:tav tm="0">
                                          <p:val>
                                            <p:strVal val="#ppt_x"/>
                                          </p:val>
                                        </p:tav>
                                        <p:tav tm="100000">
                                          <p:val>
                                            <p:strVal val="#ppt_x"/>
                                          </p:val>
                                        </p:tav>
                                      </p:tavLst>
                                    </p:anim>
                                    <p:anim calcmode="lin" valueType="num">
                                      <p:cBhvr>
                                        <p:cTn id="23" dur="2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800"/>
                            </p:stCondLst>
                            <p:childTnLst>
                              <p:par>
                                <p:cTn id="25" presetID="22" presetClass="entr" presetSubtype="8" fill="hold"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200"/>
                                        <p:tgtEl>
                                          <p:spTgt spid="25"/>
                                        </p:tgtEl>
                                      </p:cBhvr>
                                    </p:animEffect>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200"/>
                                        <p:tgtEl>
                                          <p:spTgt spid="6"/>
                                        </p:tgtEl>
                                      </p:cBhvr>
                                    </p:animEffect>
                                    <p:anim calcmode="lin" valueType="num">
                                      <p:cBhvr>
                                        <p:cTn id="32" dur="200" fill="hold"/>
                                        <p:tgtEl>
                                          <p:spTgt spid="6"/>
                                        </p:tgtEl>
                                        <p:attrNameLst>
                                          <p:attrName>ppt_x</p:attrName>
                                        </p:attrNameLst>
                                      </p:cBhvr>
                                      <p:tavLst>
                                        <p:tav tm="0">
                                          <p:val>
                                            <p:strVal val="#ppt_x"/>
                                          </p:val>
                                        </p:tav>
                                        <p:tav tm="100000">
                                          <p:val>
                                            <p:strVal val="#ppt_x"/>
                                          </p:val>
                                        </p:tav>
                                      </p:tavLst>
                                    </p:anim>
                                    <p:anim calcmode="lin" valueType="num">
                                      <p:cBhvr>
                                        <p:cTn id="33" dur="2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1200"/>
                            </p:stCondLst>
                            <p:childTnLst>
                              <p:par>
                                <p:cTn id="35" presetID="22" presetClass="entr" presetSubtype="8" fill="hold"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200"/>
                                        <p:tgtEl>
                                          <p:spTgt spid="11"/>
                                        </p:tgtEl>
                                      </p:cBhvr>
                                    </p:animEffect>
                                  </p:childTnLst>
                                </p:cTn>
                              </p:par>
                            </p:childTnLst>
                          </p:cTn>
                        </p:par>
                        <p:par>
                          <p:cTn id="38" fill="hold">
                            <p:stCondLst>
                              <p:cond delay="1400"/>
                            </p:stCondLst>
                            <p:childTnLst>
                              <p:par>
                                <p:cTn id="39" presetID="42" presetClass="entr" presetSubtype="0"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
                                        <p:tgtEl>
                                          <p:spTgt spid="7"/>
                                        </p:tgtEl>
                                      </p:cBhvr>
                                    </p:animEffect>
                                    <p:anim calcmode="lin" valueType="num">
                                      <p:cBhvr>
                                        <p:cTn id="42" dur="200" fill="hold"/>
                                        <p:tgtEl>
                                          <p:spTgt spid="7"/>
                                        </p:tgtEl>
                                        <p:attrNameLst>
                                          <p:attrName>ppt_x</p:attrName>
                                        </p:attrNameLst>
                                      </p:cBhvr>
                                      <p:tavLst>
                                        <p:tav tm="0">
                                          <p:val>
                                            <p:strVal val="#ppt_x"/>
                                          </p:val>
                                        </p:tav>
                                        <p:tav tm="100000">
                                          <p:val>
                                            <p:strVal val="#ppt_x"/>
                                          </p:val>
                                        </p:tav>
                                      </p:tavLst>
                                    </p:anim>
                                    <p:anim calcmode="lin" valueType="num">
                                      <p:cBhvr>
                                        <p:cTn id="43" dur="200" fill="hold"/>
                                        <p:tgtEl>
                                          <p:spTgt spid="7"/>
                                        </p:tgtEl>
                                        <p:attrNameLst>
                                          <p:attrName>ppt_y</p:attrName>
                                        </p:attrNameLst>
                                      </p:cBhvr>
                                      <p:tavLst>
                                        <p:tav tm="0">
                                          <p:val>
                                            <p:strVal val="#ppt_y+.1"/>
                                          </p:val>
                                        </p:tav>
                                        <p:tav tm="100000">
                                          <p:val>
                                            <p:strVal val="#ppt_y"/>
                                          </p:val>
                                        </p:tav>
                                      </p:tavLst>
                                    </p:anim>
                                  </p:childTnLst>
                                </p:cTn>
                              </p:par>
                            </p:childTnLst>
                          </p:cTn>
                        </p:par>
                        <p:par>
                          <p:cTn id="44" fill="hold">
                            <p:stCondLst>
                              <p:cond delay="1600"/>
                            </p:stCondLst>
                            <p:childTnLst>
                              <p:par>
                                <p:cTn id="45" presetID="22" presetClass="entr" presetSubtype="8" fill="hold"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
                                        <p:tgtEl>
                                          <p:spTgt spid="12"/>
                                        </p:tgtEl>
                                      </p:cBhvr>
                                    </p:animEffect>
                                  </p:childTnLst>
                                </p:cTn>
                              </p:par>
                            </p:childTnLst>
                          </p:cTn>
                        </p:par>
                        <p:par>
                          <p:cTn id="48" fill="hold">
                            <p:stCondLst>
                              <p:cond delay="1800"/>
                            </p:stCondLst>
                            <p:childTnLst>
                              <p:par>
                                <p:cTn id="49" presetID="42" presetClass="entr" presetSubtype="0" fill="hold"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00"/>
                                        <p:tgtEl>
                                          <p:spTgt spid="8"/>
                                        </p:tgtEl>
                                      </p:cBhvr>
                                    </p:animEffect>
                                    <p:anim calcmode="lin" valueType="num">
                                      <p:cBhvr>
                                        <p:cTn id="52" dur="200" fill="hold"/>
                                        <p:tgtEl>
                                          <p:spTgt spid="8"/>
                                        </p:tgtEl>
                                        <p:attrNameLst>
                                          <p:attrName>ppt_x</p:attrName>
                                        </p:attrNameLst>
                                      </p:cBhvr>
                                      <p:tavLst>
                                        <p:tav tm="0">
                                          <p:val>
                                            <p:strVal val="#ppt_x"/>
                                          </p:val>
                                        </p:tav>
                                        <p:tav tm="100000">
                                          <p:val>
                                            <p:strVal val="#ppt_x"/>
                                          </p:val>
                                        </p:tav>
                                      </p:tavLst>
                                    </p:anim>
                                    <p:anim calcmode="lin" valueType="num">
                                      <p:cBhvr>
                                        <p:cTn id="53" dur="200" fill="hold"/>
                                        <p:tgtEl>
                                          <p:spTgt spid="8"/>
                                        </p:tgtEl>
                                        <p:attrNameLst>
                                          <p:attrName>ppt_y</p:attrName>
                                        </p:attrNameLst>
                                      </p:cBhvr>
                                      <p:tavLst>
                                        <p:tav tm="0">
                                          <p:val>
                                            <p:strVal val="#ppt_y+.1"/>
                                          </p:val>
                                        </p:tav>
                                        <p:tav tm="100000">
                                          <p:val>
                                            <p:strVal val="#ppt_y"/>
                                          </p:val>
                                        </p:tav>
                                      </p:tavLst>
                                    </p:anim>
                                  </p:childTnLst>
                                </p:cTn>
                              </p:par>
                            </p:childTnLst>
                          </p:cTn>
                        </p:par>
                        <p:par>
                          <p:cTn id="54" fill="hold">
                            <p:stCondLst>
                              <p:cond delay="2000"/>
                            </p:stCondLst>
                            <p:childTnLst>
                              <p:par>
                                <p:cTn id="55" presetID="22" presetClass="entr" presetSubtype="8" fill="hold" nodeType="after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200"/>
                                        <p:tgtEl>
                                          <p:spTgt spid="13"/>
                                        </p:tgtEl>
                                      </p:cBhvr>
                                    </p:animEffect>
                                  </p:childTnLst>
                                </p:cTn>
                              </p:par>
                            </p:childTnLst>
                          </p:cTn>
                        </p:par>
                        <p:par>
                          <p:cTn id="58" fill="hold">
                            <p:stCondLst>
                              <p:cond delay="2200"/>
                            </p:stCondLst>
                            <p:childTnLst>
                              <p:par>
                                <p:cTn id="59" presetID="47" presetClass="entr" presetSubtype="0" fill="hold" grpId="0" nodeType="afterEffect">
                                  <p:stCondLst>
                                    <p:cond delay="0"/>
                                  </p:stCondLst>
                                  <p:childTnLst>
                                    <p:set>
                                      <p:cBhvr>
                                        <p:cTn id="60" dur="1" fill="hold">
                                          <p:stCondLst>
                                            <p:cond delay="0"/>
                                          </p:stCondLst>
                                        </p:cTn>
                                        <p:tgtEl>
                                          <p:spTgt spid="2"/>
                                        </p:tgtEl>
                                        <p:attrNameLst>
                                          <p:attrName>style.visibility</p:attrName>
                                        </p:attrNameLst>
                                      </p:cBhvr>
                                      <p:to>
                                        <p:strVal val="visible"/>
                                      </p:to>
                                    </p:set>
                                    <p:animEffect transition="in" filter="fade">
                                      <p:cBhvr>
                                        <p:cTn id="61" dur="500"/>
                                        <p:tgtEl>
                                          <p:spTgt spid="2"/>
                                        </p:tgtEl>
                                      </p:cBhvr>
                                    </p:animEffect>
                                    <p:anim calcmode="lin" valueType="num">
                                      <p:cBhvr>
                                        <p:cTn id="62" dur="500" fill="hold"/>
                                        <p:tgtEl>
                                          <p:spTgt spid="2"/>
                                        </p:tgtEl>
                                        <p:attrNameLst>
                                          <p:attrName>ppt_x</p:attrName>
                                        </p:attrNameLst>
                                      </p:cBhvr>
                                      <p:tavLst>
                                        <p:tav tm="0">
                                          <p:val>
                                            <p:strVal val="#ppt_x"/>
                                          </p:val>
                                        </p:tav>
                                        <p:tav tm="100000">
                                          <p:val>
                                            <p:strVal val="#ppt_x"/>
                                          </p:val>
                                        </p:tav>
                                      </p:tavLst>
                                    </p:anim>
                                    <p:anim calcmode="lin" valueType="num">
                                      <p:cBhvr>
                                        <p:cTn id="63" dur="500" fill="hold"/>
                                        <p:tgtEl>
                                          <p:spTgt spid="2"/>
                                        </p:tgtEl>
                                        <p:attrNameLst>
                                          <p:attrName>ppt_y</p:attrName>
                                        </p:attrNameLst>
                                      </p:cBhvr>
                                      <p:tavLst>
                                        <p:tav tm="0">
                                          <p:val>
                                            <p:strVal val="#ppt_y-.1"/>
                                          </p:val>
                                        </p:tav>
                                        <p:tav tm="100000">
                                          <p:val>
                                            <p:strVal val="#ppt_y"/>
                                          </p:val>
                                        </p:tav>
                                      </p:tavLst>
                                    </p:anim>
                                  </p:childTnLst>
                                </p:cTn>
                              </p:par>
                            </p:childTnLst>
                          </p:cTn>
                        </p:par>
                        <p:par>
                          <p:cTn id="64" fill="hold">
                            <p:stCondLst>
                              <p:cond delay="2700"/>
                            </p:stCondLst>
                            <p:childTnLst>
                              <p:par>
                                <p:cTn id="65" presetID="42" presetClass="entr" presetSubtype="0" fill="hold" grpId="0" nodeType="afterEffect">
                                  <p:stCondLst>
                                    <p:cond delay="0"/>
                                  </p:stCondLst>
                                  <p:childTnLst>
                                    <p:set>
                                      <p:cBhvr>
                                        <p:cTn id="66" dur="1" fill="hold">
                                          <p:stCondLst>
                                            <p:cond delay="0"/>
                                          </p:stCondLst>
                                        </p:cTn>
                                        <p:tgtEl>
                                          <p:spTgt spid="3">
                                            <p:txEl>
                                              <p:pRg st="0" end="0"/>
                                            </p:txEl>
                                          </p:spTgt>
                                        </p:tgtEl>
                                        <p:attrNameLst>
                                          <p:attrName>style.visibility</p:attrName>
                                        </p:attrNameLst>
                                      </p:cBhvr>
                                      <p:to>
                                        <p:strVal val="visible"/>
                                      </p:to>
                                    </p:set>
                                    <p:animEffect transition="in" filter="fade">
                                      <p:cBhvr>
                                        <p:cTn id="67" dur="500"/>
                                        <p:tgtEl>
                                          <p:spTgt spid="3">
                                            <p:txEl>
                                              <p:pRg st="0" end="0"/>
                                            </p:txEl>
                                          </p:spTgt>
                                        </p:tgtEl>
                                      </p:cBhvr>
                                    </p:animEffect>
                                    <p:anim calcmode="lin" valueType="num">
                                      <p:cBhvr>
                                        <p:cTn id="68"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69" dur="5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302000"/>
            <a:ext cx="11157494" cy="1479931"/>
            <a:chOff x="517253" y="3302000"/>
            <a:chExt cx="11157494" cy="1479931"/>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57494" cy="1247584"/>
              <a:chOff x="517253" y="2111058"/>
              <a:chExt cx="11157494" cy="1247584"/>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8025614" cy="11916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4BD040AA-A2DF-076B-486B-3689EFD7291E}"/>
              </a:ext>
            </a:extLst>
          </p:cNvPr>
          <p:cNvGrpSpPr/>
          <p:nvPr/>
        </p:nvGrpSpPr>
        <p:grpSpPr>
          <a:xfrm>
            <a:off x="517253" y="4868330"/>
            <a:ext cx="11107479" cy="1665010"/>
            <a:chOff x="517253" y="4868330"/>
            <a:chExt cx="11107479" cy="1665010"/>
          </a:xfrm>
        </p:grpSpPr>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9970061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5" name="Group 4">
            <a:extLst>
              <a:ext uri="{FF2B5EF4-FFF2-40B4-BE49-F238E27FC236}">
                <a16:creationId xmlns:a16="http://schemas.microsoft.com/office/drawing/2014/main" id="{68DB71BD-167F-0D09-193E-50B93BD2F789}"/>
              </a:ext>
            </a:extLst>
          </p:cNvPr>
          <p:cNvGrpSpPr/>
          <p:nvPr/>
        </p:nvGrpSpPr>
        <p:grpSpPr>
          <a:xfrm>
            <a:off x="4146008" y="3302000"/>
            <a:ext cx="7639592" cy="1620696"/>
            <a:chOff x="4146008" y="3302000"/>
            <a:chExt cx="7639592" cy="1620696"/>
          </a:xfrm>
        </p:grpSpPr>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7235553" y="3575950"/>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dirty="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4146008" y="3524991"/>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1E4F5482-4D2C-46A4-DFF7-5C05D3DCAB96}"/>
              </a:ext>
            </a:extLst>
          </p:cNvPr>
          <p:cNvGrpSpPr/>
          <p:nvPr/>
        </p:nvGrpSpPr>
        <p:grpSpPr>
          <a:xfrm>
            <a:off x="4146008" y="4978400"/>
            <a:ext cx="7639592" cy="1646096"/>
            <a:chOff x="4146008" y="4978400"/>
            <a:chExt cx="7639592" cy="1646096"/>
          </a:xfrm>
        </p:grpSpPr>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7235553" y="5277750"/>
              <a:ext cx="45500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4146008" y="5226791"/>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dirty="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2" name="Group 1">
            <a:extLst>
              <a:ext uri="{FF2B5EF4-FFF2-40B4-BE49-F238E27FC236}">
                <a16:creationId xmlns:a16="http://schemas.microsoft.com/office/drawing/2014/main" id="{E5BF9C46-5F0D-582A-6332-83EEE08C8FE1}"/>
              </a:ext>
            </a:extLst>
          </p:cNvPr>
          <p:cNvGrpSpPr/>
          <p:nvPr/>
        </p:nvGrpSpPr>
        <p:grpSpPr>
          <a:xfrm>
            <a:off x="-68900" y="2606578"/>
            <a:ext cx="3558334" cy="4160936"/>
            <a:chOff x="-68900" y="2606578"/>
            <a:chExt cx="3558334" cy="4160936"/>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gr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dirty="0"/>
              <a:t>PL</a:t>
            </a:r>
          </a:p>
        </p:txBody>
      </p:sp>
    </p:spTree>
    <p:extLst>
      <p:ext uri="{BB962C8B-B14F-4D97-AF65-F5344CB8AC3E}">
        <p14:creationId xmlns:p14="http://schemas.microsoft.com/office/powerpoint/2010/main" val="9082096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53" presetClass="entr" presetSubtype="16"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p:cTn id="11" dur="1000" fill="hold"/>
                                        <p:tgtEl>
                                          <p:spTgt spid="2"/>
                                        </p:tgtEl>
                                        <p:attrNameLst>
                                          <p:attrName>ppt_w</p:attrName>
                                        </p:attrNameLst>
                                      </p:cBhvr>
                                      <p:tavLst>
                                        <p:tav tm="0">
                                          <p:val>
                                            <p:fltVal val="0"/>
                                          </p:val>
                                        </p:tav>
                                        <p:tav tm="100000">
                                          <p:val>
                                            <p:strVal val="#ppt_w"/>
                                          </p:val>
                                        </p:tav>
                                      </p:tavLst>
                                    </p:anim>
                                    <p:anim calcmode="lin" valueType="num">
                                      <p:cBhvr>
                                        <p:cTn id="12" dur="1000" fill="hold"/>
                                        <p:tgtEl>
                                          <p:spTgt spid="2"/>
                                        </p:tgtEl>
                                        <p:attrNameLst>
                                          <p:attrName>ppt_h</p:attrName>
                                        </p:attrNameLst>
                                      </p:cBhvr>
                                      <p:tavLst>
                                        <p:tav tm="0">
                                          <p:val>
                                            <p:fltVal val="0"/>
                                          </p:val>
                                        </p:tav>
                                        <p:tav tm="100000">
                                          <p:val>
                                            <p:strVal val="#ppt_h"/>
                                          </p:val>
                                        </p:tav>
                                      </p:tavLst>
                                    </p:anim>
                                    <p:animEffect transition="in" filter="fade">
                                      <p:cBhvr>
                                        <p:cTn id="13" dur="1000"/>
                                        <p:tgtEl>
                                          <p:spTgt spid="2"/>
                                        </p:tgtEl>
                                      </p:cBhvr>
                                    </p:animEffect>
                                  </p:childTnLst>
                                </p:cTn>
                              </p:par>
                            </p:childTnLst>
                          </p:cTn>
                        </p:par>
                        <p:par>
                          <p:cTn id="14" fill="hold">
                            <p:stCondLst>
                              <p:cond delay="1500"/>
                            </p:stCondLst>
                            <p:childTnLst>
                              <p:par>
                                <p:cTn id="15" presetID="12" presetClass="entr" presetSubtype="1"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 calcmode="lin" valueType="num">
                                      <p:cBhvr additive="base">
                                        <p:cTn id="17" dur="1000"/>
                                        <p:tgtEl>
                                          <p:spTgt spid="35"/>
                                        </p:tgtEl>
                                        <p:attrNameLst>
                                          <p:attrName>ppt_y</p:attrName>
                                        </p:attrNameLst>
                                      </p:cBhvr>
                                      <p:tavLst>
                                        <p:tav tm="0">
                                          <p:val>
                                            <p:strVal val="#ppt_y-#ppt_h*1.125000"/>
                                          </p:val>
                                        </p:tav>
                                        <p:tav tm="100000">
                                          <p:val>
                                            <p:strVal val="#ppt_y"/>
                                          </p:val>
                                        </p:tav>
                                      </p:tavLst>
                                    </p:anim>
                                    <p:animEffect transition="in" filter="wipe(down)">
                                      <p:cBhvr>
                                        <p:cTn id="18" dur="1000"/>
                                        <p:tgtEl>
                                          <p:spTgt spid="35"/>
                                        </p:tgtEl>
                                      </p:cBhvr>
                                    </p:animEffect>
                                  </p:childTnLst>
                                </p:cTn>
                              </p:par>
                            </p:childTnLst>
                          </p:cTn>
                        </p:par>
                        <p:par>
                          <p:cTn id="19" fill="hold">
                            <p:stCondLst>
                              <p:cond delay="2500"/>
                            </p:stCondLst>
                            <p:childTnLst>
                              <p:par>
                                <p:cTn id="20" presetID="22" presetClass="entr" presetSubtype="4" fill="hold" nodeType="after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wipe(down)">
                                      <p:cBhvr>
                                        <p:cTn id="22" dur="1000"/>
                                        <p:tgtEl>
                                          <p:spTgt spid="59"/>
                                        </p:tgtEl>
                                      </p:cBhvr>
                                    </p:animEffect>
                                  </p:childTnLst>
                                </p:cTn>
                              </p:par>
                            </p:childTnLst>
                          </p:cTn>
                        </p:par>
                        <p:par>
                          <p:cTn id="23" fill="hold">
                            <p:stCondLst>
                              <p:cond delay="3500"/>
                            </p:stCondLst>
                            <p:childTnLst>
                              <p:par>
                                <p:cTn id="24" presetID="22" presetClass="entr" presetSubtype="8" fill="hold" nodeType="after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left)">
                                      <p:cBhvr>
                                        <p:cTn id="26" dur="10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wipe(left)">
                                      <p:cBhvr>
                                        <p:cTn id="31" dur="1000"/>
                                        <p:tgtEl>
                                          <p:spTgt spid="61"/>
                                        </p:tgtEl>
                                      </p:cBhvr>
                                    </p:animEffect>
                                  </p:childTnLst>
                                </p:cTn>
                              </p:par>
                            </p:childTnLst>
                          </p:cTn>
                        </p:par>
                        <p:par>
                          <p:cTn id="32" fill="hold">
                            <p:stCondLst>
                              <p:cond delay="1000"/>
                            </p:stCondLst>
                            <p:childTnLst>
                              <p:par>
                                <p:cTn id="33" presetID="22" presetClass="entr" presetSubtype="8" fill="hold" nodeType="after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10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1000"/>
                                        <p:tgtEl>
                                          <p:spTgt spid="64"/>
                                        </p:tgtEl>
                                      </p:cBhvr>
                                    </p:animEffect>
                                  </p:childTnLst>
                                </p:cTn>
                              </p:par>
                            </p:childTnLst>
                          </p:cTn>
                        </p:par>
                        <p:par>
                          <p:cTn id="41" fill="hold">
                            <p:stCondLst>
                              <p:cond delay="1000"/>
                            </p:stCondLst>
                            <p:childTnLst>
                              <p:par>
                                <p:cTn id="42" presetID="22" presetClass="entr" presetSubtype="8" fill="hold" nodeType="after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left)">
                                      <p:cBhvr>
                                        <p:cTn id="44"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dirty="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Extraire 100% des</a:t>
                </a:r>
                <a:br>
                  <a:rPr lang="fr-CA" b="1" noProof="0" dirty="0">
                    <a:latin typeface="+mj-lt"/>
                  </a:rPr>
                </a:br>
                <a:r>
                  <a:rPr lang="fr-CA" b="1" noProof="0" dirty="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4" name="Group 3">
            <a:extLst>
              <a:ext uri="{FF2B5EF4-FFF2-40B4-BE49-F238E27FC236}">
                <a16:creationId xmlns:a16="http://schemas.microsoft.com/office/drawing/2014/main" id="{ECB70EFF-E2C9-85BA-4EB1-94FA8FEF3484}"/>
              </a:ext>
            </a:extLst>
          </p:cNvPr>
          <p:cNvGrpSpPr/>
          <p:nvPr/>
        </p:nvGrpSpPr>
        <p:grpSpPr>
          <a:xfrm>
            <a:off x="517253" y="4224038"/>
            <a:ext cx="11107479" cy="1180185"/>
            <a:chOff x="517253" y="4224038"/>
            <a:chExt cx="11107479" cy="1180185"/>
          </a:xfrm>
        </p:grpSpPr>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Exporter les données dans un format structuré reconnu mondialement et compatible: </a:t>
                </a:r>
                <a:r>
                  <a:rPr lang="fr-CA" sz="2000" b="1" noProof="0" dirty="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Exporter les données</a:t>
                  </a:r>
                  <a:br>
                    <a:rPr lang="fr-CA" b="1" noProof="0" dirty="0">
                      <a:latin typeface="+mj-lt"/>
                    </a:rPr>
                  </a:br>
                  <a:r>
                    <a:rPr lang="fr-CA" b="1" noProof="0" dirty="0">
                      <a:latin typeface="+mj-lt"/>
                    </a:rPr>
                    <a:t>dans un format universel</a:t>
                  </a:r>
                  <a:endParaRPr lang="fr-CA" noProof="0" dirty="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grpSp>
      <p:grpSp>
        <p:nvGrpSpPr>
          <p:cNvPr id="5" name="Group 4">
            <a:extLst>
              <a:ext uri="{FF2B5EF4-FFF2-40B4-BE49-F238E27FC236}">
                <a16:creationId xmlns:a16="http://schemas.microsoft.com/office/drawing/2014/main" id="{19016555-9C7D-2EC4-C9E8-5EED311D5182}"/>
              </a:ext>
            </a:extLst>
          </p:cNvPr>
          <p:cNvGrpSpPr/>
          <p:nvPr/>
        </p:nvGrpSpPr>
        <p:grpSpPr>
          <a:xfrm>
            <a:off x="517253" y="3030742"/>
            <a:ext cx="11369945" cy="1123443"/>
            <a:chOff x="517253" y="3030742"/>
            <a:chExt cx="11369945" cy="1123443"/>
          </a:xfrm>
        </p:grpSpPr>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aux données via une </a:t>
                </a:r>
                <a:r>
                  <a:rPr lang="fr-CA" sz="2000" b="1" noProof="0" dirty="0"/>
                  <a:t>application </a:t>
                </a:r>
                <a:r>
                  <a:rPr lang="fr-CA" sz="2000" noProof="0" dirty="0"/>
                  <a:t>web</a:t>
                </a:r>
                <a:r>
                  <a:rPr lang="fr-CA" sz="2000" b="1" noProof="0" dirty="0"/>
                  <a:t>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interface web simple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grpSp>
      <p:grpSp>
        <p:nvGrpSpPr>
          <p:cNvPr id="3" name="Group 2">
            <a:extLst>
              <a:ext uri="{FF2B5EF4-FFF2-40B4-BE49-F238E27FC236}">
                <a16:creationId xmlns:a16="http://schemas.microsoft.com/office/drawing/2014/main" id="{1A026CAB-E7E2-C089-8744-699C09313D33}"/>
              </a:ext>
            </a:extLst>
          </p:cNvPr>
          <p:cNvGrpSpPr/>
          <p:nvPr/>
        </p:nvGrpSpPr>
        <p:grpSpPr>
          <a:xfrm>
            <a:off x="517253" y="5297064"/>
            <a:ext cx="11107479" cy="1218218"/>
            <a:chOff x="517253" y="5297064"/>
            <a:chExt cx="11107479" cy="1218218"/>
          </a:xfrm>
        </p:grpSpPr>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Générer un schéma de données de format standard (</a:t>
                </a:r>
                <a:r>
                  <a:rPr lang="fr-CA" sz="2000" b="1" noProof="0" dirty="0"/>
                  <a:t>XSD</a:t>
                </a:r>
                <a:r>
                  <a:rPr lang="fr-CA" sz="2000" noProof="0" dirty="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grpSp>
    </p:spTree>
    <p:extLst>
      <p:ext uri="{BB962C8B-B14F-4D97-AF65-F5344CB8AC3E}">
        <p14:creationId xmlns:p14="http://schemas.microsoft.com/office/powerpoint/2010/main" val="7990282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grpSp>
        <p:nvGrpSpPr>
          <p:cNvPr id="2" name="Group 1">
            <a:extLst>
              <a:ext uri="{FF2B5EF4-FFF2-40B4-BE49-F238E27FC236}">
                <a16:creationId xmlns:a16="http://schemas.microsoft.com/office/drawing/2014/main" id="{92D8EF8E-98D9-77CD-A864-A39A879ACCBC}"/>
              </a:ext>
            </a:extLst>
          </p:cNvPr>
          <p:cNvGrpSpPr/>
          <p:nvPr/>
        </p:nvGrpSpPr>
        <p:grpSpPr>
          <a:xfrm>
            <a:off x="0" y="2572837"/>
            <a:ext cx="2722884" cy="3849094"/>
            <a:chOff x="0" y="2572837"/>
            <a:chExt cx="2722884" cy="3849094"/>
          </a:xfrm>
        </p:grpSpPr>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grpSp>
      <p:grpSp>
        <p:nvGrpSpPr>
          <p:cNvPr id="3" name="Group 2">
            <a:extLst>
              <a:ext uri="{FF2B5EF4-FFF2-40B4-BE49-F238E27FC236}">
                <a16:creationId xmlns:a16="http://schemas.microsoft.com/office/drawing/2014/main" id="{08921A4E-24B6-3825-6157-9D809A6DC3D1}"/>
              </a:ext>
            </a:extLst>
          </p:cNvPr>
          <p:cNvGrpSpPr/>
          <p:nvPr/>
        </p:nvGrpSpPr>
        <p:grpSpPr>
          <a:xfrm>
            <a:off x="2788170" y="1032933"/>
            <a:ext cx="3245903" cy="5825067"/>
            <a:chOff x="2788170" y="1032933"/>
            <a:chExt cx="3245903" cy="5825067"/>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dirty="0">
                  <a:solidFill>
                    <a:srgbClr val="0063C1"/>
                  </a:solidFill>
                  <a:latin typeface="+mj-lt"/>
                </a:rPr>
                <a:t>Service</a:t>
              </a:r>
              <a:endParaRPr lang="fr-CA" sz="3600" noProof="0" dirty="0">
                <a:solidFill>
                  <a:srgbClr val="0063C1"/>
                </a:solidFill>
                <a:latin typeface="+mj-lt"/>
              </a:endParaRPr>
            </a:p>
            <a:p>
              <a:pPr algn="ctr">
                <a:lnSpc>
                  <a:spcPts val="3600"/>
                </a:lnSpc>
              </a:pPr>
              <a:r>
                <a:rPr lang="fr-CA" sz="4400" b="1" noProof="0" dirty="0">
                  <a:solidFill>
                    <a:srgbClr val="0063C1"/>
                  </a:solidFill>
                  <a:latin typeface="+mj-lt"/>
                </a:rPr>
                <a:t>Migration</a:t>
              </a:r>
              <a:r>
                <a:rPr lang="fr-CA" sz="4400" b="1" noProof="0" dirty="0">
                  <a:solidFill>
                    <a:srgbClr val="4D95D9"/>
                  </a:solidFill>
                  <a:latin typeface="+mj-lt"/>
                </a:rPr>
                <a:t>4o</a:t>
              </a:r>
              <a:endParaRPr lang="fr-CA" sz="3600" b="1" noProof="0" dirty="0">
                <a:solidFill>
                  <a:srgbClr val="4D95D9"/>
                </a:solidFill>
                <a:latin typeface="+mj-lt"/>
              </a:endParaRPr>
            </a:p>
          </p:txBody>
        </p:sp>
      </p:gr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3522067957"/>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59" name="Cross 258">
            <a:extLst>
              <a:ext uri="{FF2B5EF4-FFF2-40B4-BE49-F238E27FC236}">
                <a16:creationId xmlns:a16="http://schemas.microsoft.com/office/drawing/2014/main" id="{E8718150-85DC-DAF3-3313-7F4BF738DF0B}"/>
              </a:ext>
            </a:extLst>
          </p:cNvPr>
          <p:cNvSpPr/>
          <p:nvPr/>
        </p:nvSpPr>
        <p:spPr>
          <a:xfrm>
            <a:off x="7205958" y="3807638"/>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6808774" y="2085164"/>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dirty="0">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4643075"/>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dirty="0">
                  <a:solidFill>
                    <a:srgbClr val="2677B6"/>
                  </a:solidFill>
                  <a:latin typeface="+mj-lt"/>
                </a:rPr>
                <a:t>SCHÉMA</a:t>
              </a:r>
            </a:p>
          </p:txBody>
        </p:sp>
      </p:grpSp>
      <p:grpSp>
        <p:nvGrpSpPr>
          <p:cNvPr id="8" name="Group 7">
            <a:extLst>
              <a:ext uri="{FF2B5EF4-FFF2-40B4-BE49-F238E27FC236}">
                <a16:creationId xmlns:a16="http://schemas.microsoft.com/office/drawing/2014/main" id="{4FB4A620-6EE1-00D0-FF42-9F537D8E2E2A}"/>
              </a:ext>
            </a:extLst>
          </p:cNvPr>
          <p:cNvGrpSpPr/>
          <p:nvPr/>
        </p:nvGrpSpPr>
        <p:grpSpPr>
          <a:xfrm>
            <a:off x="11833821" y="1294608"/>
            <a:ext cx="296979" cy="5447142"/>
            <a:chOff x="11833821" y="1294608"/>
            <a:chExt cx="296979" cy="5447142"/>
          </a:xfrm>
        </p:grpSpPr>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gr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Analyse</a:t>
            </a:r>
          </a:p>
        </p:txBody>
      </p:sp>
      <p:grpSp>
        <p:nvGrpSpPr>
          <p:cNvPr id="4" name="Group 3">
            <a:extLst>
              <a:ext uri="{FF2B5EF4-FFF2-40B4-BE49-F238E27FC236}">
                <a16:creationId xmlns:a16="http://schemas.microsoft.com/office/drawing/2014/main" id="{BF75CE2F-F5D3-96D9-76EA-E5C99BB0633A}"/>
              </a:ext>
            </a:extLst>
          </p:cNvPr>
          <p:cNvGrpSpPr/>
          <p:nvPr/>
        </p:nvGrpSpPr>
        <p:grpSpPr>
          <a:xfrm>
            <a:off x="3499823" y="3102797"/>
            <a:ext cx="1854000" cy="797218"/>
            <a:chOff x="3499823" y="3102797"/>
            <a:chExt cx="1854000" cy="797218"/>
          </a:xfrm>
        </p:grpSpPr>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Assemblage</a:t>
              </a: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grpSp>
        <p:nvGrpSpPr>
          <p:cNvPr id="5" name="Group 4">
            <a:extLst>
              <a:ext uri="{FF2B5EF4-FFF2-40B4-BE49-F238E27FC236}">
                <a16:creationId xmlns:a16="http://schemas.microsoft.com/office/drawing/2014/main" id="{F80567EE-17BB-474B-4813-38341C634F13}"/>
              </a:ext>
            </a:extLst>
          </p:cNvPr>
          <p:cNvGrpSpPr/>
          <p:nvPr/>
        </p:nvGrpSpPr>
        <p:grpSpPr>
          <a:xfrm>
            <a:off x="3499823" y="3960445"/>
            <a:ext cx="1854000" cy="797218"/>
            <a:chOff x="3499823" y="3960445"/>
            <a:chExt cx="1854000" cy="797218"/>
          </a:xfrm>
        </p:grpSpPr>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Nettoyage</a:t>
              </a:r>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grpSp>
        <p:nvGrpSpPr>
          <p:cNvPr id="6" name="Group 5">
            <a:extLst>
              <a:ext uri="{FF2B5EF4-FFF2-40B4-BE49-F238E27FC236}">
                <a16:creationId xmlns:a16="http://schemas.microsoft.com/office/drawing/2014/main" id="{60F366E7-7CD0-777D-CCC7-ACEEAFA18BFD}"/>
              </a:ext>
            </a:extLst>
          </p:cNvPr>
          <p:cNvGrpSpPr/>
          <p:nvPr/>
        </p:nvGrpSpPr>
        <p:grpSpPr>
          <a:xfrm>
            <a:off x="3499823" y="4818093"/>
            <a:ext cx="1854000" cy="797218"/>
            <a:chOff x="3499823" y="4818093"/>
            <a:chExt cx="1854000" cy="797218"/>
          </a:xfrm>
        </p:grpSpPr>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Adaptation</a:t>
              </a:r>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grpSp>
        <p:nvGrpSpPr>
          <p:cNvPr id="7" name="Group 6">
            <a:extLst>
              <a:ext uri="{FF2B5EF4-FFF2-40B4-BE49-F238E27FC236}">
                <a16:creationId xmlns:a16="http://schemas.microsoft.com/office/drawing/2014/main" id="{B3CA8127-8065-8779-CA97-B2EB7B871623}"/>
              </a:ext>
            </a:extLst>
          </p:cNvPr>
          <p:cNvGrpSpPr/>
          <p:nvPr/>
        </p:nvGrpSpPr>
        <p:grpSpPr>
          <a:xfrm>
            <a:off x="3499823" y="5675741"/>
            <a:ext cx="1854000" cy="797218"/>
            <a:chOff x="3499823" y="5675741"/>
            <a:chExt cx="1854000" cy="797218"/>
          </a:xfrm>
        </p:grpSpPr>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Standardisation</a:t>
              </a:r>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Tree>
    <p:extLst>
      <p:ext uri="{BB962C8B-B14F-4D97-AF65-F5344CB8AC3E}">
        <p14:creationId xmlns:p14="http://schemas.microsoft.com/office/powerpoint/2010/main" val="26760384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8" fill="hold" grpId="0" nodeType="clickEffect">
                                  <p:stCondLst>
                                    <p:cond delay="0"/>
                                  </p:stCondLst>
                                  <p:childTnLst>
                                    <p:set>
                                      <p:cBhvr>
                                        <p:cTn id="13" dur="1" fill="hold">
                                          <p:stCondLst>
                                            <p:cond delay="0"/>
                                          </p:stCondLst>
                                        </p:cTn>
                                        <p:tgtEl>
                                          <p:spTgt spid="292"/>
                                        </p:tgtEl>
                                        <p:attrNameLst>
                                          <p:attrName>style.visibility</p:attrName>
                                        </p:attrNameLst>
                                      </p:cBhvr>
                                      <p:to>
                                        <p:strVal val="visible"/>
                                      </p:to>
                                    </p:set>
                                    <p:anim calcmode="lin" valueType="num">
                                      <p:cBhvr additive="base">
                                        <p:cTn id="14" dur="500"/>
                                        <p:tgtEl>
                                          <p:spTgt spid="292"/>
                                        </p:tgtEl>
                                        <p:attrNameLst>
                                          <p:attrName>ppt_x</p:attrName>
                                        </p:attrNameLst>
                                      </p:cBhvr>
                                      <p:tavLst>
                                        <p:tav tm="0">
                                          <p:val>
                                            <p:strVal val="#ppt_x-#ppt_w*1.125000"/>
                                          </p:val>
                                        </p:tav>
                                        <p:tav tm="100000">
                                          <p:val>
                                            <p:strVal val="#ppt_x"/>
                                          </p:val>
                                        </p:tav>
                                      </p:tavLst>
                                    </p:anim>
                                    <p:animEffect transition="in" filter="wipe(right)">
                                      <p:cBhvr>
                                        <p:cTn id="15" dur="500"/>
                                        <p:tgtEl>
                                          <p:spTgt spid="292"/>
                                        </p:tgtEl>
                                      </p:cBhvr>
                                    </p:animEffect>
                                  </p:childTnLst>
                                </p:cTn>
                              </p:par>
                            </p:childTnLst>
                          </p:cTn>
                        </p:par>
                        <p:par>
                          <p:cTn id="16" fill="hold">
                            <p:stCondLst>
                              <p:cond delay="500"/>
                            </p:stCondLst>
                            <p:childTnLst>
                              <p:par>
                                <p:cTn id="17" presetID="22" presetClass="entr" presetSubtype="8"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left)">
                                      <p:cBhvr>
                                        <p:cTn id="19" dur="500"/>
                                        <p:tgtEl>
                                          <p:spTgt spid="3"/>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47"/>
                                        </p:tgtEl>
                                        <p:attrNameLst>
                                          <p:attrName>style.visibility</p:attrName>
                                        </p:attrNameLst>
                                      </p:cBhvr>
                                      <p:to>
                                        <p:strVal val="visible"/>
                                      </p:to>
                                    </p:set>
                                    <p:anim calcmode="lin" valueType="num">
                                      <p:cBhvr>
                                        <p:cTn id="24" dur="500" fill="hold"/>
                                        <p:tgtEl>
                                          <p:spTgt spid="47"/>
                                        </p:tgtEl>
                                        <p:attrNameLst>
                                          <p:attrName>ppt_w</p:attrName>
                                        </p:attrNameLst>
                                      </p:cBhvr>
                                      <p:tavLst>
                                        <p:tav tm="0">
                                          <p:val>
                                            <p:fltVal val="0"/>
                                          </p:val>
                                        </p:tav>
                                        <p:tav tm="100000">
                                          <p:val>
                                            <p:strVal val="#ppt_w"/>
                                          </p:val>
                                        </p:tav>
                                      </p:tavLst>
                                    </p:anim>
                                    <p:anim calcmode="lin" valueType="num">
                                      <p:cBhvr>
                                        <p:cTn id="25" dur="500" fill="hold"/>
                                        <p:tgtEl>
                                          <p:spTgt spid="47"/>
                                        </p:tgtEl>
                                        <p:attrNameLst>
                                          <p:attrName>ppt_h</p:attrName>
                                        </p:attrNameLst>
                                      </p:cBhvr>
                                      <p:tavLst>
                                        <p:tav tm="0">
                                          <p:val>
                                            <p:fltVal val="0"/>
                                          </p:val>
                                        </p:tav>
                                        <p:tav tm="100000">
                                          <p:val>
                                            <p:strVal val="#ppt_h"/>
                                          </p:val>
                                        </p:tav>
                                      </p:tavLst>
                                    </p:anim>
                                    <p:animEffect transition="in" filter="fade">
                                      <p:cBhvr>
                                        <p:cTn id="26" dur="500"/>
                                        <p:tgtEl>
                                          <p:spTgt spid="47"/>
                                        </p:tgtEl>
                                      </p:cBhvr>
                                    </p:animEffect>
                                  </p:childTnLst>
                                </p:cTn>
                              </p:par>
                            </p:childTnLst>
                          </p:cTn>
                        </p:par>
                      </p:childTnLst>
                    </p:cTn>
                  </p:par>
                  <p:par>
                    <p:cTn id="27" fill="hold">
                      <p:stCondLst>
                        <p:cond delay="indefinite"/>
                      </p:stCondLst>
                      <p:childTnLst>
                        <p:par>
                          <p:cTn id="28" fill="hold">
                            <p:stCondLst>
                              <p:cond delay="0"/>
                            </p:stCondLst>
                            <p:childTnLst>
                              <p:par>
                                <p:cTn id="29" presetID="12" presetClass="entr" presetSubtype="1"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anim calcmode="lin" valueType="num">
                                      <p:cBhvr additive="base">
                                        <p:cTn id="31" dur="500"/>
                                        <p:tgtEl>
                                          <p:spTgt spid="4"/>
                                        </p:tgtEl>
                                        <p:attrNameLst>
                                          <p:attrName>ppt_y</p:attrName>
                                        </p:attrNameLst>
                                      </p:cBhvr>
                                      <p:tavLst>
                                        <p:tav tm="0">
                                          <p:val>
                                            <p:strVal val="#ppt_y-#ppt_h*1.125000"/>
                                          </p:val>
                                        </p:tav>
                                        <p:tav tm="100000">
                                          <p:val>
                                            <p:strVal val="#ppt_y"/>
                                          </p:val>
                                        </p:tav>
                                      </p:tavLst>
                                    </p:anim>
                                    <p:animEffect transition="in" filter="wipe(down)">
                                      <p:cBhvr>
                                        <p:cTn id="32" dur="500"/>
                                        <p:tgtEl>
                                          <p:spTgt spid="4"/>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1"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anim calcmode="lin" valueType="num">
                                      <p:cBhvr additive="base">
                                        <p:cTn id="37" dur="500"/>
                                        <p:tgtEl>
                                          <p:spTgt spid="5"/>
                                        </p:tgtEl>
                                        <p:attrNameLst>
                                          <p:attrName>ppt_y</p:attrName>
                                        </p:attrNameLst>
                                      </p:cBhvr>
                                      <p:tavLst>
                                        <p:tav tm="0">
                                          <p:val>
                                            <p:strVal val="#ppt_y-#ppt_h*1.125000"/>
                                          </p:val>
                                        </p:tav>
                                        <p:tav tm="100000">
                                          <p:val>
                                            <p:strVal val="#ppt_y"/>
                                          </p:val>
                                        </p:tav>
                                      </p:tavLst>
                                    </p:anim>
                                    <p:animEffect transition="in" filter="wipe(down)">
                                      <p:cBhvr>
                                        <p:cTn id="38" dur="500"/>
                                        <p:tgtEl>
                                          <p:spTgt spid="5"/>
                                        </p:tgtEl>
                                      </p:cBhvr>
                                    </p:animEffect>
                                  </p:childTnLst>
                                </p:cTn>
                              </p:par>
                            </p:childTnLst>
                          </p:cTn>
                        </p:par>
                      </p:childTnLst>
                    </p:cTn>
                  </p:par>
                  <p:par>
                    <p:cTn id="39" fill="hold">
                      <p:stCondLst>
                        <p:cond delay="indefinite"/>
                      </p:stCondLst>
                      <p:childTnLst>
                        <p:par>
                          <p:cTn id="40" fill="hold">
                            <p:stCondLst>
                              <p:cond delay="0"/>
                            </p:stCondLst>
                            <p:childTnLst>
                              <p:par>
                                <p:cTn id="41" presetID="12" presetClass="entr" presetSubtype="1" fill="hold" nodeType="clickEffect">
                                  <p:stCondLst>
                                    <p:cond delay="0"/>
                                  </p:stCondLst>
                                  <p:childTnLst>
                                    <p:set>
                                      <p:cBhvr>
                                        <p:cTn id="42" dur="1" fill="hold">
                                          <p:stCondLst>
                                            <p:cond delay="0"/>
                                          </p:stCondLst>
                                        </p:cTn>
                                        <p:tgtEl>
                                          <p:spTgt spid="6"/>
                                        </p:tgtEl>
                                        <p:attrNameLst>
                                          <p:attrName>style.visibility</p:attrName>
                                        </p:attrNameLst>
                                      </p:cBhvr>
                                      <p:to>
                                        <p:strVal val="visible"/>
                                      </p:to>
                                    </p:set>
                                    <p:anim calcmode="lin" valueType="num">
                                      <p:cBhvr additive="base">
                                        <p:cTn id="43" dur="500"/>
                                        <p:tgtEl>
                                          <p:spTgt spid="6"/>
                                        </p:tgtEl>
                                        <p:attrNameLst>
                                          <p:attrName>ppt_y</p:attrName>
                                        </p:attrNameLst>
                                      </p:cBhvr>
                                      <p:tavLst>
                                        <p:tav tm="0">
                                          <p:val>
                                            <p:strVal val="#ppt_y-#ppt_h*1.125000"/>
                                          </p:val>
                                        </p:tav>
                                        <p:tav tm="100000">
                                          <p:val>
                                            <p:strVal val="#ppt_y"/>
                                          </p:val>
                                        </p:tav>
                                      </p:tavLst>
                                    </p:anim>
                                    <p:animEffect transition="in" filter="wipe(down)">
                                      <p:cBhvr>
                                        <p:cTn id="44" dur="500"/>
                                        <p:tgtEl>
                                          <p:spTgt spid="6"/>
                                        </p:tgtEl>
                                      </p:cBhvr>
                                    </p:animEffect>
                                  </p:childTnLst>
                                </p:cTn>
                              </p:par>
                            </p:childTnLst>
                          </p:cTn>
                        </p:par>
                      </p:childTnLst>
                    </p:cTn>
                  </p:par>
                  <p:par>
                    <p:cTn id="45" fill="hold">
                      <p:stCondLst>
                        <p:cond delay="indefinite"/>
                      </p:stCondLst>
                      <p:childTnLst>
                        <p:par>
                          <p:cTn id="46" fill="hold">
                            <p:stCondLst>
                              <p:cond delay="0"/>
                            </p:stCondLst>
                            <p:childTnLst>
                              <p:par>
                                <p:cTn id="47" presetID="12" presetClass="entr" presetSubtype="1" fill="hold" nodeType="clickEffect">
                                  <p:stCondLst>
                                    <p:cond delay="0"/>
                                  </p:stCondLst>
                                  <p:childTnLst>
                                    <p:set>
                                      <p:cBhvr>
                                        <p:cTn id="48" dur="1" fill="hold">
                                          <p:stCondLst>
                                            <p:cond delay="0"/>
                                          </p:stCondLst>
                                        </p:cTn>
                                        <p:tgtEl>
                                          <p:spTgt spid="7"/>
                                        </p:tgtEl>
                                        <p:attrNameLst>
                                          <p:attrName>style.visibility</p:attrName>
                                        </p:attrNameLst>
                                      </p:cBhvr>
                                      <p:to>
                                        <p:strVal val="visible"/>
                                      </p:to>
                                    </p:set>
                                    <p:anim calcmode="lin" valueType="num">
                                      <p:cBhvr additive="base">
                                        <p:cTn id="49" dur="500"/>
                                        <p:tgtEl>
                                          <p:spTgt spid="7"/>
                                        </p:tgtEl>
                                        <p:attrNameLst>
                                          <p:attrName>ppt_y</p:attrName>
                                        </p:attrNameLst>
                                      </p:cBhvr>
                                      <p:tavLst>
                                        <p:tav tm="0">
                                          <p:val>
                                            <p:strVal val="#ppt_y-#ppt_h*1.125000"/>
                                          </p:val>
                                        </p:tav>
                                        <p:tav tm="100000">
                                          <p:val>
                                            <p:strVal val="#ppt_y"/>
                                          </p:val>
                                        </p:tav>
                                      </p:tavLst>
                                    </p:anim>
                                    <p:animEffect transition="in" filter="wipe(down)">
                                      <p:cBhvr>
                                        <p:cTn id="50" dur="500"/>
                                        <p:tgtEl>
                                          <p:spTgt spid="7"/>
                                        </p:tgtEl>
                                      </p:cBhvr>
                                    </p:animEffect>
                                  </p:childTnLst>
                                </p:cTn>
                              </p:par>
                            </p:childTnLst>
                          </p:cTn>
                        </p:par>
                      </p:childTnLst>
                    </p:cTn>
                  </p:par>
                  <p:par>
                    <p:cTn id="51" fill="hold">
                      <p:stCondLst>
                        <p:cond delay="indefinite"/>
                      </p:stCondLst>
                      <p:childTnLst>
                        <p:par>
                          <p:cTn id="52" fill="hold">
                            <p:stCondLst>
                              <p:cond delay="0"/>
                            </p:stCondLst>
                            <p:childTnLst>
                              <p:par>
                                <p:cTn id="53" presetID="12" presetClass="entr" presetSubtype="8" fill="hold" grpId="0" nodeType="clickEffect">
                                  <p:stCondLst>
                                    <p:cond delay="0"/>
                                  </p:stCondLst>
                                  <p:childTnLst>
                                    <p:set>
                                      <p:cBhvr>
                                        <p:cTn id="54" dur="1" fill="hold">
                                          <p:stCondLst>
                                            <p:cond delay="0"/>
                                          </p:stCondLst>
                                        </p:cTn>
                                        <p:tgtEl>
                                          <p:spTgt spid="293"/>
                                        </p:tgtEl>
                                        <p:attrNameLst>
                                          <p:attrName>style.visibility</p:attrName>
                                        </p:attrNameLst>
                                      </p:cBhvr>
                                      <p:to>
                                        <p:strVal val="visible"/>
                                      </p:to>
                                    </p:set>
                                    <p:anim calcmode="lin" valueType="num">
                                      <p:cBhvr additive="base">
                                        <p:cTn id="55" dur="500"/>
                                        <p:tgtEl>
                                          <p:spTgt spid="293"/>
                                        </p:tgtEl>
                                        <p:attrNameLst>
                                          <p:attrName>ppt_x</p:attrName>
                                        </p:attrNameLst>
                                      </p:cBhvr>
                                      <p:tavLst>
                                        <p:tav tm="0">
                                          <p:val>
                                            <p:strVal val="#ppt_x-#ppt_w*1.125000"/>
                                          </p:val>
                                        </p:tav>
                                        <p:tav tm="100000">
                                          <p:val>
                                            <p:strVal val="#ppt_x"/>
                                          </p:val>
                                        </p:tav>
                                      </p:tavLst>
                                    </p:anim>
                                    <p:animEffect transition="in" filter="wipe(right)">
                                      <p:cBhvr>
                                        <p:cTn id="56" dur="500"/>
                                        <p:tgtEl>
                                          <p:spTgt spid="293"/>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85"/>
                                        </p:tgtEl>
                                        <p:attrNameLst>
                                          <p:attrName>style.visibility</p:attrName>
                                        </p:attrNameLst>
                                      </p:cBhvr>
                                      <p:to>
                                        <p:strVal val="visible"/>
                                      </p:to>
                                    </p:set>
                                    <p:anim calcmode="lin" valueType="num">
                                      <p:cBhvr>
                                        <p:cTn id="60" dur="500" fill="hold"/>
                                        <p:tgtEl>
                                          <p:spTgt spid="285"/>
                                        </p:tgtEl>
                                        <p:attrNameLst>
                                          <p:attrName>ppt_w</p:attrName>
                                        </p:attrNameLst>
                                      </p:cBhvr>
                                      <p:tavLst>
                                        <p:tav tm="0">
                                          <p:val>
                                            <p:fltVal val="0"/>
                                          </p:val>
                                        </p:tav>
                                        <p:tav tm="100000">
                                          <p:val>
                                            <p:strVal val="#ppt_w"/>
                                          </p:val>
                                        </p:tav>
                                      </p:tavLst>
                                    </p:anim>
                                    <p:anim calcmode="lin" valueType="num">
                                      <p:cBhvr>
                                        <p:cTn id="61" dur="500" fill="hold"/>
                                        <p:tgtEl>
                                          <p:spTgt spid="285"/>
                                        </p:tgtEl>
                                        <p:attrNameLst>
                                          <p:attrName>ppt_h</p:attrName>
                                        </p:attrNameLst>
                                      </p:cBhvr>
                                      <p:tavLst>
                                        <p:tav tm="0">
                                          <p:val>
                                            <p:fltVal val="0"/>
                                          </p:val>
                                        </p:tav>
                                        <p:tav tm="100000">
                                          <p:val>
                                            <p:strVal val="#ppt_h"/>
                                          </p:val>
                                        </p:tav>
                                      </p:tavLst>
                                    </p:anim>
                                    <p:animEffect transition="in" filter="fade">
                                      <p:cBhvr>
                                        <p:cTn id="62" dur="500"/>
                                        <p:tgtEl>
                                          <p:spTgt spid="28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59"/>
                                        </p:tgtEl>
                                        <p:attrNameLst>
                                          <p:attrName>style.visibility</p:attrName>
                                        </p:attrNameLst>
                                      </p:cBhvr>
                                      <p:to>
                                        <p:strVal val="visible"/>
                                      </p:to>
                                    </p:set>
                                    <p:animEffect transition="in" filter="fade">
                                      <p:cBhvr>
                                        <p:cTn id="67" dur="500"/>
                                        <p:tgtEl>
                                          <p:spTgt spid="259"/>
                                        </p:tgtEl>
                                      </p:cBhvr>
                                    </p:animEffec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109">
                                            <p:graphicEl>
                                              <a:dgm id="{80574F1E-570B-5141-A9AB-8A9A52D0A140}"/>
                                            </p:graphicEl>
                                          </p:spTgt>
                                        </p:tgtEl>
                                        <p:attrNameLst>
                                          <p:attrName>style.visibility</p:attrName>
                                        </p:attrNameLst>
                                      </p:cBhvr>
                                      <p:to>
                                        <p:strVal val="visible"/>
                                      </p:to>
                                    </p:set>
                                    <p:animEffect transition="in" filter="wipe(left)">
                                      <p:cBhvr>
                                        <p:cTn id="71" dur="500"/>
                                        <p:tgtEl>
                                          <p:spTgt spid="109">
                                            <p:graphicEl>
                                              <a:dgm id="{80574F1E-570B-5141-A9AB-8A9A52D0A140}"/>
                                            </p:graphicEl>
                                          </p:spTgt>
                                        </p:tgtEl>
                                      </p:cBhvr>
                                    </p:animEffect>
                                  </p:childTnLst>
                                </p:cTn>
                              </p:par>
                            </p:childTnLst>
                          </p:cTn>
                        </p:par>
                        <p:par>
                          <p:cTn id="72" fill="hold">
                            <p:stCondLst>
                              <p:cond delay="1000"/>
                            </p:stCondLst>
                            <p:childTnLst>
                              <p:par>
                                <p:cTn id="73" presetID="22" presetClass="entr" presetSubtype="8" fill="hold" grpId="0" nodeType="afterEffect">
                                  <p:stCondLst>
                                    <p:cond delay="0"/>
                                  </p:stCondLst>
                                  <p:childTnLst>
                                    <p:set>
                                      <p:cBhvr>
                                        <p:cTn id="74" dur="1" fill="hold">
                                          <p:stCondLst>
                                            <p:cond delay="0"/>
                                          </p:stCondLst>
                                        </p:cTn>
                                        <p:tgtEl>
                                          <p:spTgt spid="109">
                                            <p:graphicEl>
                                              <a:dgm id="{BA0D9FC2-208D-4048-84C4-69AC3A1FDE15}"/>
                                            </p:graphicEl>
                                          </p:spTgt>
                                        </p:tgtEl>
                                        <p:attrNameLst>
                                          <p:attrName>style.visibility</p:attrName>
                                        </p:attrNameLst>
                                      </p:cBhvr>
                                      <p:to>
                                        <p:strVal val="visible"/>
                                      </p:to>
                                    </p:set>
                                    <p:animEffect transition="in" filter="wipe(left)">
                                      <p:cBhvr>
                                        <p:cTn id="75" dur="250"/>
                                        <p:tgtEl>
                                          <p:spTgt spid="109">
                                            <p:graphicEl>
                                              <a:dgm id="{BA0D9FC2-208D-4048-84C4-69AC3A1FDE15}"/>
                                            </p:graphicEl>
                                          </p:spTgt>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109">
                                            <p:graphicEl>
                                              <a:dgm id="{C488B9ED-2769-304A-B495-1FB2969497A9}"/>
                                            </p:graphicEl>
                                          </p:spTgt>
                                        </p:tgtEl>
                                        <p:attrNameLst>
                                          <p:attrName>style.visibility</p:attrName>
                                        </p:attrNameLst>
                                      </p:cBhvr>
                                      <p:to>
                                        <p:strVal val="visible"/>
                                      </p:to>
                                    </p:set>
                                    <p:animEffect transition="in" filter="wipe(left)">
                                      <p:cBhvr>
                                        <p:cTn id="78" dur="500"/>
                                        <p:tgtEl>
                                          <p:spTgt spid="109">
                                            <p:graphicEl>
                                              <a:dgm id="{C488B9ED-2769-304A-B495-1FB2969497A9}"/>
                                            </p:graphicEl>
                                          </p:spTgt>
                                        </p:tgtEl>
                                      </p:cBhvr>
                                    </p:animEffect>
                                  </p:childTnLst>
                                </p:cTn>
                              </p:par>
                            </p:childTnLst>
                          </p:cTn>
                        </p:par>
                        <p:par>
                          <p:cTn id="79" fill="hold">
                            <p:stCondLst>
                              <p:cond delay="1500"/>
                            </p:stCondLst>
                            <p:childTnLst>
                              <p:par>
                                <p:cTn id="80" presetID="22" presetClass="entr" presetSubtype="8" fill="hold" grpId="0" nodeType="afterEffect">
                                  <p:stCondLst>
                                    <p:cond delay="0"/>
                                  </p:stCondLst>
                                  <p:childTnLst>
                                    <p:set>
                                      <p:cBhvr>
                                        <p:cTn id="81" dur="1" fill="hold">
                                          <p:stCondLst>
                                            <p:cond delay="0"/>
                                          </p:stCondLst>
                                        </p:cTn>
                                        <p:tgtEl>
                                          <p:spTgt spid="109">
                                            <p:graphicEl>
                                              <a:dgm id="{29D1CCD4-03F8-F941-9ABB-AD6230BDCC86}"/>
                                            </p:graphicEl>
                                          </p:spTgt>
                                        </p:tgtEl>
                                        <p:attrNameLst>
                                          <p:attrName>style.visibility</p:attrName>
                                        </p:attrNameLst>
                                      </p:cBhvr>
                                      <p:to>
                                        <p:strVal val="visible"/>
                                      </p:to>
                                    </p:set>
                                    <p:animEffect transition="in" filter="wipe(left)">
                                      <p:cBhvr>
                                        <p:cTn id="82" dur="250"/>
                                        <p:tgtEl>
                                          <p:spTgt spid="109">
                                            <p:graphicEl>
                                              <a:dgm id="{29D1CCD4-03F8-F941-9ABB-AD6230BDCC86}"/>
                                            </p:graphicEl>
                                          </p:spTgt>
                                        </p:tgtEl>
                                      </p:cBhvr>
                                    </p:animEffect>
                                  </p:childTnLst>
                                </p:cTn>
                              </p:par>
                              <p:par>
                                <p:cTn id="83" presetID="22" presetClass="entr" presetSubtype="8" fill="hold" grpId="0" nodeType="withEffect">
                                  <p:stCondLst>
                                    <p:cond delay="0"/>
                                  </p:stCondLst>
                                  <p:childTnLst>
                                    <p:set>
                                      <p:cBhvr>
                                        <p:cTn id="84" dur="1" fill="hold">
                                          <p:stCondLst>
                                            <p:cond delay="0"/>
                                          </p:stCondLst>
                                        </p:cTn>
                                        <p:tgtEl>
                                          <p:spTgt spid="109">
                                            <p:graphicEl>
                                              <a:dgm id="{59B30B39-CBE9-B64D-8A2F-F8BF7DFCE8E4}"/>
                                            </p:graphicEl>
                                          </p:spTgt>
                                        </p:tgtEl>
                                        <p:attrNameLst>
                                          <p:attrName>style.visibility</p:attrName>
                                        </p:attrNameLst>
                                      </p:cBhvr>
                                      <p:to>
                                        <p:strVal val="visible"/>
                                      </p:to>
                                    </p:set>
                                    <p:animEffect transition="in" filter="wipe(left)">
                                      <p:cBhvr>
                                        <p:cTn id="85" dur="500"/>
                                        <p:tgtEl>
                                          <p:spTgt spid="109">
                                            <p:graphicEl>
                                              <a:dgm id="{59B30B39-CBE9-B64D-8A2F-F8BF7DFCE8E4}"/>
                                            </p:graphicEl>
                                          </p:spTgt>
                                        </p:tgtEl>
                                      </p:cBhvr>
                                    </p:animEffect>
                                  </p:childTnLst>
                                </p:cTn>
                              </p:par>
                            </p:childTnLst>
                          </p:cTn>
                        </p:par>
                        <p:par>
                          <p:cTn id="86" fill="hold">
                            <p:stCondLst>
                              <p:cond delay="2000"/>
                            </p:stCondLst>
                            <p:childTnLst>
                              <p:par>
                                <p:cTn id="87" presetID="22" presetClass="entr" presetSubtype="8" fill="hold" grpId="0" nodeType="afterEffect">
                                  <p:stCondLst>
                                    <p:cond delay="0"/>
                                  </p:stCondLst>
                                  <p:childTnLst>
                                    <p:set>
                                      <p:cBhvr>
                                        <p:cTn id="88" dur="1" fill="hold">
                                          <p:stCondLst>
                                            <p:cond delay="0"/>
                                          </p:stCondLst>
                                        </p:cTn>
                                        <p:tgtEl>
                                          <p:spTgt spid="109">
                                            <p:graphicEl>
                                              <a:dgm id="{A8A75E39-3F6A-494A-9A5F-4B4120D0E0AA}"/>
                                            </p:graphicEl>
                                          </p:spTgt>
                                        </p:tgtEl>
                                        <p:attrNameLst>
                                          <p:attrName>style.visibility</p:attrName>
                                        </p:attrNameLst>
                                      </p:cBhvr>
                                      <p:to>
                                        <p:strVal val="visible"/>
                                      </p:to>
                                    </p:set>
                                    <p:animEffect transition="in" filter="wipe(left)">
                                      <p:cBhvr>
                                        <p:cTn id="89" dur="250"/>
                                        <p:tgtEl>
                                          <p:spTgt spid="109">
                                            <p:graphicEl>
                                              <a:dgm id="{A8A75E39-3F6A-494A-9A5F-4B4120D0E0AA}"/>
                                            </p:graphicEl>
                                          </p:spTgt>
                                        </p:tgtEl>
                                      </p:cBhvr>
                                    </p:animEffect>
                                  </p:childTnLst>
                                </p:cTn>
                              </p:par>
                              <p:par>
                                <p:cTn id="90" presetID="22" presetClass="entr" presetSubtype="8" fill="hold" grpId="0" nodeType="withEffect">
                                  <p:stCondLst>
                                    <p:cond delay="0"/>
                                  </p:stCondLst>
                                  <p:childTnLst>
                                    <p:set>
                                      <p:cBhvr>
                                        <p:cTn id="91" dur="1" fill="hold">
                                          <p:stCondLst>
                                            <p:cond delay="0"/>
                                          </p:stCondLst>
                                        </p:cTn>
                                        <p:tgtEl>
                                          <p:spTgt spid="109">
                                            <p:graphicEl>
                                              <a:dgm id="{22A4CB7E-5D0A-CE4A-935A-FB9717A091B1}"/>
                                            </p:graphicEl>
                                          </p:spTgt>
                                        </p:tgtEl>
                                        <p:attrNameLst>
                                          <p:attrName>style.visibility</p:attrName>
                                        </p:attrNameLst>
                                      </p:cBhvr>
                                      <p:to>
                                        <p:strVal val="visible"/>
                                      </p:to>
                                    </p:set>
                                    <p:animEffect transition="in" filter="wipe(left)">
                                      <p:cBhvr>
                                        <p:cTn id="92" dur="500"/>
                                        <p:tgtEl>
                                          <p:spTgt spid="109">
                                            <p:graphicEl>
                                              <a:dgm id="{22A4CB7E-5D0A-CE4A-935A-FB9717A091B1}"/>
                                            </p:graphicEl>
                                          </p:spTgt>
                                        </p:tgtEl>
                                      </p:cBhvr>
                                    </p:animEffect>
                                  </p:childTnLst>
                                </p:cTn>
                              </p:par>
                            </p:childTnLst>
                          </p:cTn>
                        </p:par>
                        <p:par>
                          <p:cTn id="93" fill="hold">
                            <p:stCondLst>
                              <p:cond delay="2500"/>
                            </p:stCondLst>
                            <p:childTnLst>
                              <p:par>
                                <p:cTn id="94" presetID="22" presetClass="entr" presetSubtype="8" fill="hold" grpId="0" nodeType="afterEffect">
                                  <p:stCondLst>
                                    <p:cond delay="0"/>
                                  </p:stCondLst>
                                  <p:childTnLst>
                                    <p:set>
                                      <p:cBhvr>
                                        <p:cTn id="95" dur="1" fill="hold">
                                          <p:stCondLst>
                                            <p:cond delay="0"/>
                                          </p:stCondLst>
                                        </p:cTn>
                                        <p:tgtEl>
                                          <p:spTgt spid="109">
                                            <p:graphicEl>
                                              <a:dgm id="{F7E7EC80-58F4-3E44-B799-6DDC417836E8}"/>
                                            </p:graphicEl>
                                          </p:spTgt>
                                        </p:tgtEl>
                                        <p:attrNameLst>
                                          <p:attrName>style.visibility</p:attrName>
                                        </p:attrNameLst>
                                      </p:cBhvr>
                                      <p:to>
                                        <p:strVal val="visible"/>
                                      </p:to>
                                    </p:set>
                                    <p:animEffect transition="in" filter="wipe(left)">
                                      <p:cBhvr>
                                        <p:cTn id="96" dur="250"/>
                                        <p:tgtEl>
                                          <p:spTgt spid="109">
                                            <p:graphicEl>
                                              <a:dgm id="{F7E7EC80-58F4-3E44-B799-6DDC417836E8}"/>
                                            </p:graphicEl>
                                          </p:spTgt>
                                        </p:tgtEl>
                                      </p:cBhvr>
                                    </p:animEffect>
                                  </p:childTnLst>
                                </p:cTn>
                              </p:par>
                              <p:par>
                                <p:cTn id="97" presetID="22" presetClass="entr" presetSubtype="8" fill="hold" grpId="0" nodeType="withEffect">
                                  <p:stCondLst>
                                    <p:cond delay="0"/>
                                  </p:stCondLst>
                                  <p:childTnLst>
                                    <p:set>
                                      <p:cBhvr>
                                        <p:cTn id="98" dur="1" fill="hold">
                                          <p:stCondLst>
                                            <p:cond delay="0"/>
                                          </p:stCondLst>
                                        </p:cTn>
                                        <p:tgtEl>
                                          <p:spTgt spid="109">
                                            <p:graphicEl>
                                              <a:dgm id="{A433B012-32A4-3C4F-82C0-2C6C465BA804}"/>
                                            </p:graphicEl>
                                          </p:spTgt>
                                        </p:tgtEl>
                                        <p:attrNameLst>
                                          <p:attrName>style.visibility</p:attrName>
                                        </p:attrNameLst>
                                      </p:cBhvr>
                                      <p:to>
                                        <p:strVal val="visible"/>
                                      </p:to>
                                    </p:set>
                                    <p:animEffect transition="in" filter="wipe(left)">
                                      <p:cBhvr>
                                        <p:cTn id="99" dur="500"/>
                                        <p:tgtEl>
                                          <p:spTgt spid="109">
                                            <p:graphicEl>
                                              <a:dgm id="{A433B012-32A4-3C4F-82C0-2C6C465BA804}"/>
                                            </p:graphicEl>
                                          </p:spTgt>
                                        </p:tgtEl>
                                      </p:cBhvr>
                                    </p:animEffect>
                                  </p:childTnLst>
                                </p:cTn>
                              </p:par>
                            </p:childTnLst>
                          </p:cTn>
                        </p:par>
                        <p:par>
                          <p:cTn id="100" fill="hold">
                            <p:stCondLst>
                              <p:cond delay="3000"/>
                            </p:stCondLst>
                            <p:childTnLst>
                              <p:par>
                                <p:cTn id="101" presetID="22" presetClass="entr" presetSubtype="8" fill="hold" grpId="0" nodeType="afterEffect">
                                  <p:stCondLst>
                                    <p:cond delay="0"/>
                                  </p:stCondLst>
                                  <p:childTnLst>
                                    <p:set>
                                      <p:cBhvr>
                                        <p:cTn id="102" dur="1" fill="hold">
                                          <p:stCondLst>
                                            <p:cond delay="0"/>
                                          </p:stCondLst>
                                        </p:cTn>
                                        <p:tgtEl>
                                          <p:spTgt spid="109">
                                            <p:graphicEl>
                                              <a:dgm id="{80DD587E-5A9B-9D4D-AFC9-EC6A4C53614F}"/>
                                            </p:graphicEl>
                                          </p:spTgt>
                                        </p:tgtEl>
                                        <p:attrNameLst>
                                          <p:attrName>style.visibility</p:attrName>
                                        </p:attrNameLst>
                                      </p:cBhvr>
                                      <p:to>
                                        <p:strVal val="visible"/>
                                      </p:to>
                                    </p:set>
                                    <p:animEffect transition="in" filter="wipe(left)">
                                      <p:cBhvr>
                                        <p:cTn id="103" dur="250"/>
                                        <p:tgtEl>
                                          <p:spTgt spid="109">
                                            <p:graphicEl>
                                              <a:dgm id="{80DD587E-5A9B-9D4D-AFC9-EC6A4C53614F}"/>
                                            </p:graphicEl>
                                          </p:spTgt>
                                        </p:tgtEl>
                                      </p:cBhvr>
                                    </p:animEffect>
                                  </p:childTnLst>
                                </p:cTn>
                              </p:par>
                              <p:par>
                                <p:cTn id="104" presetID="22" presetClass="entr" presetSubtype="8" fill="hold" grpId="0" nodeType="withEffect">
                                  <p:stCondLst>
                                    <p:cond delay="0"/>
                                  </p:stCondLst>
                                  <p:childTnLst>
                                    <p:set>
                                      <p:cBhvr>
                                        <p:cTn id="105" dur="1" fill="hold">
                                          <p:stCondLst>
                                            <p:cond delay="0"/>
                                          </p:stCondLst>
                                        </p:cTn>
                                        <p:tgtEl>
                                          <p:spTgt spid="109">
                                            <p:graphicEl>
                                              <a:dgm id="{541F6071-7809-CC44-973A-6FA760119F63}"/>
                                            </p:graphicEl>
                                          </p:spTgt>
                                        </p:tgtEl>
                                        <p:attrNameLst>
                                          <p:attrName>style.visibility</p:attrName>
                                        </p:attrNameLst>
                                      </p:cBhvr>
                                      <p:to>
                                        <p:strVal val="visible"/>
                                      </p:to>
                                    </p:set>
                                    <p:animEffect transition="in" filter="wipe(left)">
                                      <p:cBhvr>
                                        <p:cTn id="106" dur="500"/>
                                        <p:tgtEl>
                                          <p:spTgt spid="109">
                                            <p:graphicEl>
                                              <a:dgm id="{541F6071-7809-CC44-973A-6FA760119F63}"/>
                                            </p:graphicEl>
                                          </p:spTgt>
                                        </p:tgtEl>
                                      </p:cBhvr>
                                    </p:animEffect>
                                  </p:childTnLst>
                                </p:cTn>
                              </p:par>
                            </p:childTnLst>
                          </p:cTn>
                        </p:par>
                        <p:par>
                          <p:cTn id="107" fill="hold">
                            <p:stCondLst>
                              <p:cond delay="3500"/>
                            </p:stCondLst>
                            <p:childTnLst>
                              <p:par>
                                <p:cTn id="108" presetID="22" presetClass="entr" presetSubtype="8" fill="hold" grpId="0" nodeType="afterEffect">
                                  <p:stCondLst>
                                    <p:cond delay="0"/>
                                  </p:stCondLst>
                                  <p:childTnLst>
                                    <p:set>
                                      <p:cBhvr>
                                        <p:cTn id="109" dur="1" fill="hold">
                                          <p:stCondLst>
                                            <p:cond delay="0"/>
                                          </p:stCondLst>
                                        </p:cTn>
                                        <p:tgtEl>
                                          <p:spTgt spid="109">
                                            <p:graphicEl>
                                              <a:dgm id="{82AC5FB4-AFCE-CF4C-A178-8E255AF4690D}"/>
                                            </p:graphicEl>
                                          </p:spTgt>
                                        </p:tgtEl>
                                        <p:attrNameLst>
                                          <p:attrName>style.visibility</p:attrName>
                                        </p:attrNameLst>
                                      </p:cBhvr>
                                      <p:to>
                                        <p:strVal val="visible"/>
                                      </p:to>
                                    </p:set>
                                    <p:animEffect transition="in" filter="wipe(left)">
                                      <p:cBhvr>
                                        <p:cTn id="110" dur="250"/>
                                        <p:tgtEl>
                                          <p:spTgt spid="109">
                                            <p:graphicEl>
                                              <a:dgm id="{82AC5FB4-AFCE-CF4C-A178-8E255AF4690D}"/>
                                            </p:graphicEl>
                                          </p:spTgt>
                                        </p:tgtEl>
                                      </p:cBhvr>
                                    </p:animEffect>
                                  </p:childTnLst>
                                </p:cTn>
                              </p:par>
                              <p:par>
                                <p:cTn id="111" presetID="22" presetClass="entr" presetSubtype="8" fill="hold" grpId="0" nodeType="withEffect">
                                  <p:stCondLst>
                                    <p:cond delay="0"/>
                                  </p:stCondLst>
                                  <p:childTnLst>
                                    <p:set>
                                      <p:cBhvr>
                                        <p:cTn id="112" dur="1" fill="hold">
                                          <p:stCondLst>
                                            <p:cond delay="0"/>
                                          </p:stCondLst>
                                        </p:cTn>
                                        <p:tgtEl>
                                          <p:spTgt spid="109">
                                            <p:graphicEl>
                                              <a:dgm id="{04DED7E8-518C-D540-9F4E-2D51092C0E5C}"/>
                                            </p:graphicEl>
                                          </p:spTgt>
                                        </p:tgtEl>
                                        <p:attrNameLst>
                                          <p:attrName>style.visibility</p:attrName>
                                        </p:attrNameLst>
                                      </p:cBhvr>
                                      <p:to>
                                        <p:strVal val="visible"/>
                                      </p:to>
                                    </p:set>
                                    <p:animEffect transition="in" filter="wipe(left)">
                                      <p:cBhvr>
                                        <p:cTn id="113" dur="500"/>
                                        <p:tgtEl>
                                          <p:spTgt spid="109">
                                            <p:graphicEl>
                                              <a:dgm id="{04DED7E8-518C-D540-9F4E-2D51092C0E5C}"/>
                                            </p:graphicEl>
                                          </p:spTgt>
                                        </p:tgtEl>
                                      </p:cBhvr>
                                    </p:animEffect>
                                  </p:childTnLst>
                                </p:cTn>
                              </p:par>
                            </p:childTnLst>
                          </p:cTn>
                        </p:par>
                        <p:par>
                          <p:cTn id="114" fill="hold">
                            <p:stCondLst>
                              <p:cond delay="4000"/>
                            </p:stCondLst>
                            <p:childTnLst>
                              <p:par>
                                <p:cTn id="115" presetID="22" presetClass="entr" presetSubtype="8" fill="hold" grpId="0" nodeType="afterEffect">
                                  <p:stCondLst>
                                    <p:cond delay="0"/>
                                  </p:stCondLst>
                                  <p:childTnLst>
                                    <p:set>
                                      <p:cBhvr>
                                        <p:cTn id="116" dur="1" fill="hold">
                                          <p:stCondLst>
                                            <p:cond delay="0"/>
                                          </p:stCondLst>
                                        </p:cTn>
                                        <p:tgtEl>
                                          <p:spTgt spid="109">
                                            <p:graphicEl>
                                              <a:dgm id="{91BBEB3C-7BDD-2146-A823-1DAD6F53A5C0}"/>
                                            </p:graphicEl>
                                          </p:spTgt>
                                        </p:tgtEl>
                                        <p:attrNameLst>
                                          <p:attrName>style.visibility</p:attrName>
                                        </p:attrNameLst>
                                      </p:cBhvr>
                                      <p:to>
                                        <p:strVal val="visible"/>
                                      </p:to>
                                    </p:set>
                                    <p:animEffect transition="in" filter="wipe(left)">
                                      <p:cBhvr>
                                        <p:cTn id="117" dur="250"/>
                                        <p:tgtEl>
                                          <p:spTgt spid="109">
                                            <p:graphicEl>
                                              <a:dgm id="{91BBEB3C-7BDD-2146-A823-1DAD6F53A5C0}"/>
                                            </p:graphicEl>
                                          </p:spTgt>
                                        </p:tgtEl>
                                      </p:cBhvr>
                                    </p:animEffect>
                                  </p:childTnLst>
                                </p:cTn>
                              </p:par>
                              <p:par>
                                <p:cTn id="118" presetID="22" presetClass="entr" presetSubtype="8" fill="hold" grpId="0" nodeType="withEffect">
                                  <p:stCondLst>
                                    <p:cond delay="0"/>
                                  </p:stCondLst>
                                  <p:childTnLst>
                                    <p:set>
                                      <p:cBhvr>
                                        <p:cTn id="119" dur="1" fill="hold">
                                          <p:stCondLst>
                                            <p:cond delay="0"/>
                                          </p:stCondLst>
                                        </p:cTn>
                                        <p:tgtEl>
                                          <p:spTgt spid="109">
                                            <p:graphicEl>
                                              <a:dgm id="{84B6EC93-7F84-8F47-923A-92C42ECFAA28}"/>
                                            </p:graphicEl>
                                          </p:spTgt>
                                        </p:tgtEl>
                                        <p:attrNameLst>
                                          <p:attrName>style.visibility</p:attrName>
                                        </p:attrNameLst>
                                      </p:cBhvr>
                                      <p:to>
                                        <p:strVal val="visible"/>
                                      </p:to>
                                    </p:set>
                                    <p:animEffect transition="in" filter="wipe(left)">
                                      <p:cBhvr>
                                        <p:cTn id="120" dur="500"/>
                                        <p:tgtEl>
                                          <p:spTgt spid="109">
                                            <p:graphicEl>
                                              <a:dgm id="{84B6EC93-7F84-8F47-923A-92C42ECFAA28}"/>
                                            </p:graphicEl>
                                          </p:spTgt>
                                        </p:tgtEl>
                                      </p:cBhvr>
                                    </p:animEffect>
                                  </p:childTnLst>
                                </p:cTn>
                              </p:par>
                            </p:childTnLst>
                          </p:cTn>
                        </p:par>
                        <p:par>
                          <p:cTn id="121" fill="hold">
                            <p:stCondLst>
                              <p:cond delay="4500"/>
                            </p:stCondLst>
                            <p:childTnLst>
                              <p:par>
                                <p:cTn id="122" presetID="22" presetClass="entr" presetSubtype="8" fill="hold" grpId="0" nodeType="afterEffect">
                                  <p:stCondLst>
                                    <p:cond delay="0"/>
                                  </p:stCondLst>
                                  <p:childTnLst>
                                    <p:set>
                                      <p:cBhvr>
                                        <p:cTn id="123" dur="1" fill="hold">
                                          <p:stCondLst>
                                            <p:cond delay="0"/>
                                          </p:stCondLst>
                                        </p:cTn>
                                        <p:tgtEl>
                                          <p:spTgt spid="109">
                                            <p:graphicEl>
                                              <a:dgm id="{7F41A388-CAF6-D54D-BFB4-4BEB2E5A80CC}"/>
                                            </p:graphicEl>
                                          </p:spTgt>
                                        </p:tgtEl>
                                        <p:attrNameLst>
                                          <p:attrName>style.visibility</p:attrName>
                                        </p:attrNameLst>
                                      </p:cBhvr>
                                      <p:to>
                                        <p:strVal val="visible"/>
                                      </p:to>
                                    </p:set>
                                    <p:animEffect transition="in" filter="wipe(left)">
                                      <p:cBhvr>
                                        <p:cTn id="124" dur="250"/>
                                        <p:tgtEl>
                                          <p:spTgt spid="109">
                                            <p:graphicEl>
                                              <a:dgm id="{7F41A388-CAF6-D54D-BFB4-4BEB2E5A80CC}"/>
                                            </p:graphicEl>
                                          </p:spTgt>
                                        </p:tgtEl>
                                      </p:cBhvr>
                                    </p:animEffect>
                                  </p:childTnLst>
                                </p:cTn>
                              </p:par>
                              <p:par>
                                <p:cTn id="125" presetID="22" presetClass="entr" presetSubtype="8" fill="hold" grpId="0" nodeType="withEffect">
                                  <p:stCondLst>
                                    <p:cond delay="0"/>
                                  </p:stCondLst>
                                  <p:childTnLst>
                                    <p:set>
                                      <p:cBhvr>
                                        <p:cTn id="126" dur="1" fill="hold">
                                          <p:stCondLst>
                                            <p:cond delay="0"/>
                                          </p:stCondLst>
                                        </p:cTn>
                                        <p:tgtEl>
                                          <p:spTgt spid="109">
                                            <p:graphicEl>
                                              <a:dgm id="{211054A3-F477-C849-8A63-B4AE5E355D3F}"/>
                                            </p:graphicEl>
                                          </p:spTgt>
                                        </p:tgtEl>
                                        <p:attrNameLst>
                                          <p:attrName>style.visibility</p:attrName>
                                        </p:attrNameLst>
                                      </p:cBhvr>
                                      <p:to>
                                        <p:strVal val="visible"/>
                                      </p:to>
                                    </p:set>
                                    <p:animEffect transition="in" filter="wipe(left)">
                                      <p:cBhvr>
                                        <p:cTn id="127" dur="500"/>
                                        <p:tgtEl>
                                          <p:spTgt spid="109">
                                            <p:graphicEl>
                                              <a:dgm id="{211054A3-F477-C849-8A63-B4AE5E355D3F}"/>
                                            </p:graphicEl>
                                          </p:spTgt>
                                        </p:tgtEl>
                                      </p:cBhvr>
                                    </p:animEffect>
                                  </p:childTnLst>
                                </p:cTn>
                              </p:par>
                            </p:childTnLst>
                          </p:cTn>
                        </p:par>
                        <p:par>
                          <p:cTn id="128" fill="hold">
                            <p:stCondLst>
                              <p:cond delay="5000"/>
                            </p:stCondLst>
                            <p:childTnLst>
                              <p:par>
                                <p:cTn id="129" presetID="22" presetClass="entr" presetSubtype="8" fill="hold" grpId="0" nodeType="afterEffect">
                                  <p:stCondLst>
                                    <p:cond delay="0"/>
                                  </p:stCondLst>
                                  <p:childTnLst>
                                    <p:set>
                                      <p:cBhvr>
                                        <p:cTn id="130" dur="1" fill="hold">
                                          <p:stCondLst>
                                            <p:cond delay="0"/>
                                          </p:stCondLst>
                                        </p:cTn>
                                        <p:tgtEl>
                                          <p:spTgt spid="109">
                                            <p:graphicEl>
                                              <a:dgm id="{0552F4E7-B625-EF4A-B564-AB82C7F33F48}"/>
                                            </p:graphicEl>
                                          </p:spTgt>
                                        </p:tgtEl>
                                        <p:attrNameLst>
                                          <p:attrName>style.visibility</p:attrName>
                                        </p:attrNameLst>
                                      </p:cBhvr>
                                      <p:to>
                                        <p:strVal val="visible"/>
                                      </p:to>
                                    </p:set>
                                    <p:animEffect transition="in" filter="wipe(left)">
                                      <p:cBhvr>
                                        <p:cTn id="131" dur="250"/>
                                        <p:tgtEl>
                                          <p:spTgt spid="109">
                                            <p:graphicEl>
                                              <a:dgm id="{0552F4E7-B625-EF4A-B564-AB82C7F33F48}"/>
                                            </p:graphicEl>
                                          </p:spTgt>
                                        </p:tgtEl>
                                      </p:cBhvr>
                                    </p:animEffect>
                                  </p:childTnLst>
                                </p:cTn>
                              </p:par>
                              <p:par>
                                <p:cTn id="132" presetID="22" presetClass="entr" presetSubtype="8" fill="hold" grpId="0" nodeType="withEffect">
                                  <p:stCondLst>
                                    <p:cond delay="0"/>
                                  </p:stCondLst>
                                  <p:childTnLst>
                                    <p:set>
                                      <p:cBhvr>
                                        <p:cTn id="133" dur="1" fill="hold">
                                          <p:stCondLst>
                                            <p:cond delay="0"/>
                                          </p:stCondLst>
                                        </p:cTn>
                                        <p:tgtEl>
                                          <p:spTgt spid="109">
                                            <p:graphicEl>
                                              <a:dgm id="{89466E15-E01B-E74D-9294-4193B26C98B4}"/>
                                            </p:graphicEl>
                                          </p:spTgt>
                                        </p:tgtEl>
                                        <p:attrNameLst>
                                          <p:attrName>style.visibility</p:attrName>
                                        </p:attrNameLst>
                                      </p:cBhvr>
                                      <p:to>
                                        <p:strVal val="visible"/>
                                      </p:to>
                                    </p:set>
                                    <p:animEffect transition="in" filter="wipe(left)">
                                      <p:cBhvr>
                                        <p:cTn id="134" dur="500"/>
                                        <p:tgtEl>
                                          <p:spTgt spid="109">
                                            <p:graphicEl>
                                              <a:dgm id="{89466E15-E01B-E74D-9294-4193B26C98B4}"/>
                                            </p:graphicEl>
                                          </p:spTgt>
                                        </p:tgtEl>
                                      </p:cBhvr>
                                    </p:animEffect>
                                  </p:childTnLst>
                                </p:cTn>
                              </p:par>
                            </p:childTnLst>
                          </p:cTn>
                        </p:par>
                        <p:par>
                          <p:cTn id="135" fill="hold">
                            <p:stCondLst>
                              <p:cond delay="5500"/>
                            </p:stCondLst>
                            <p:childTnLst>
                              <p:par>
                                <p:cTn id="136" presetID="22" presetClass="entr" presetSubtype="8" fill="hold" grpId="0" nodeType="afterEffect">
                                  <p:stCondLst>
                                    <p:cond delay="0"/>
                                  </p:stCondLst>
                                  <p:childTnLst>
                                    <p:set>
                                      <p:cBhvr>
                                        <p:cTn id="137" dur="1" fill="hold">
                                          <p:stCondLst>
                                            <p:cond delay="0"/>
                                          </p:stCondLst>
                                        </p:cTn>
                                        <p:tgtEl>
                                          <p:spTgt spid="109">
                                            <p:graphicEl>
                                              <a:dgm id="{98AE55E7-9272-824D-99DF-E81C208BA2CE}"/>
                                            </p:graphicEl>
                                          </p:spTgt>
                                        </p:tgtEl>
                                        <p:attrNameLst>
                                          <p:attrName>style.visibility</p:attrName>
                                        </p:attrNameLst>
                                      </p:cBhvr>
                                      <p:to>
                                        <p:strVal val="visible"/>
                                      </p:to>
                                    </p:set>
                                    <p:animEffect transition="in" filter="wipe(left)">
                                      <p:cBhvr>
                                        <p:cTn id="138" dur="250"/>
                                        <p:tgtEl>
                                          <p:spTgt spid="109">
                                            <p:graphicEl>
                                              <a:dgm id="{98AE55E7-9272-824D-99DF-E81C208BA2CE}"/>
                                            </p:graphicEl>
                                          </p:spTgt>
                                        </p:tgtEl>
                                      </p:cBhvr>
                                    </p:animEffect>
                                  </p:childTnLst>
                                </p:cTn>
                              </p:par>
                              <p:par>
                                <p:cTn id="139" presetID="22" presetClass="entr" presetSubtype="8" fill="hold" grpId="0" nodeType="withEffect">
                                  <p:stCondLst>
                                    <p:cond delay="0"/>
                                  </p:stCondLst>
                                  <p:childTnLst>
                                    <p:set>
                                      <p:cBhvr>
                                        <p:cTn id="140" dur="1" fill="hold">
                                          <p:stCondLst>
                                            <p:cond delay="0"/>
                                          </p:stCondLst>
                                        </p:cTn>
                                        <p:tgtEl>
                                          <p:spTgt spid="109">
                                            <p:graphicEl>
                                              <a:dgm id="{BE128432-A68E-3A46-8B3F-542D17CC6F0F}"/>
                                            </p:graphicEl>
                                          </p:spTgt>
                                        </p:tgtEl>
                                        <p:attrNameLst>
                                          <p:attrName>style.visibility</p:attrName>
                                        </p:attrNameLst>
                                      </p:cBhvr>
                                      <p:to>
                                        <p:strVal val="visible"/>
                                      </p:to>
                                    </p:set>
                                    <p:animEffect transition="in" filter="wipe(left)">
                                      <p:cBhvr>
                                        <p:cTn id="141" dur="500"/>
                                        <p:tgtEl>
                                          <p:spTgt spid="109">
                                            <p:graphicEl>
                                              <a:dgm id="{BE128432-A68E-3A46-8B3F-542D17CC6F0F}"/>
                                            </p:graphicEl>
                                          </p:spTgt>
                                        </p:tgtEl>
                                      </p:cBhvr>
                                    </p:animEffect>
                                  </p:childTnLst>
                                </p:cTn>
                              </p:par>
                            </p:childTnLst>
                          </p:cTn>
                        </p:par>
                        <p:par>
                          <p:cTn id="142" fill="hold">
                            <p:stCondLst>
                              <p:cond delay="6000"/>
                            </p:stCondLst>
                            <p:childTnLst>
                              <p:par>
                                <p:cTn id="143" presetID="22" presetClass="entr" presetSubtype="8" fill="hold" grpId="0" nodeType="afterEffect">
                                  <p:stCondLst>
                                    <p:cond delay="0"/>
                                  </p:stCondLst>
                                  <p:childTnLst>
                                    <p:set>
                                      <p:cBhvr>
                                        <p:cTn id="144" dur="1" fill="hold">
                                          <p:stCondLst>
                                            <p:cond delay="0"/>
                                          </p:stCondLst>
                                        </p:cTn>
                                        <p:tgtEl>
                                          <p:spTgt spid="109">
                                            <p:graphicEl>
                                              <a:dgm id="{D850B91D-6316-4647-9C62-C7C8F5D37507}"/>
                                            </p:graphicEl>
                                          </p:spTgt>
                                        </p:tgtEl>
                                        <p:attrNameLst>
                                          <p:attrName>style.visibility</p:attrName>
                                        </p:attrNameLst>
                                      </p:cBhvr>
                                      <p:to>
                                        <p:strVal val="visible"/>
                                      </p:to>
                                    </p:set>
                                    <p:animEffect transition="in" filter="wipe(left)">
                                      <p:cBhvr>
                                        <p:cTn id="145" dur="250"/>
                                        <p:tgtEl>
                                          <p:spTgt spid="109">
                                            <p:graphicEl>
                                              <a:dgm id="{D850B91D-6316-4647-9C62-C7C8F5D37507}"/>
                                            </p:graphicEl>
                                          </p:spTgt>
                                        </p:tgtEl>
                                      </p:cBhvr>
                                    </p:animEffect>
                                  </p:childTnLst>
                                </p:cTn>
                              </p:par>
                              <p:par>
                                <p:cTn id="146" presetID="22" presetClass="entr" presetSubtype="8" fill="hold" grpId="0" nodeType="withEffect">
                                  <p:stCondLst>
                                    <p:cond delay="0"/>
                                  </p:stCondLst>
                                  <p:childTnLst>
                                    <p:set>
                                      <p:cBhvr>
                                        <p:cTn id="147" dur="1" fill="hold">
                                          <p:stCondLst>
                                            <p:cond delay="0"/>
                                          </p:stCondLst>
                                        </p:cTn>
                                        <p:tgtEl>
                                          <p:spTgt spid="109">
                                            <p:graphicEl>
                                              <a:dgm id="{2D9A46F8-09F4-5843-A133-89458B63ABAA}"/>
                                            </p:graphicEl>
                                          </p:spTgt>
                                        </p:tgtEl>
                                        <p:attrNameLst>
                                          <p:attrName>style.visibility</p:attrName>
                                        </p:attrNameLst>
                                      </p:cBhvr>
                                      <p:to>
                                        <p:strVal val="visible"/>
                                      </p:to>
                                    </p:set>
                                    <p:animEffect transition="in" filter="wipe(left)">
                                      <p:cBhvr>
                                        <p:cTn id="148" dur="500"/>
                                        <p:tgtEl>
                                          <p:spTgt spid="109">
                                            <p:graphicEl>
                                              <a:dgm id="{2D9A46F8-09F4-5843-A133-89458B63ABAA}"/>
                                            </p:graphicEl>
                                          </p:spTgt>
                                        </p:tgtEl>
                                      </p:cBhvr>
                                    </p:animEffect>
                                  </p:childTnLst>
                                </p:cTn>
                              </p:par>
                            </p:childTnLst>
                          </p:cTn>
                        </p:par>
                        <p:par>
                          <p:cTn id="149" fill="hold">
                            <p:stCondLst>
                              <p:cond delay="6500"/>
                            </p:stCondLst>
                            <p:childTnLst>
                              <p:par>
                                <p:cTn id="150" presetID="22" presetClass="entr" presetSubtype="8" fill="hold" grpId="0" nodeType="afterEffect">
                                  <p:stCondLst>
                                    <p:cond delay="0"/>
                                  </p:stCondLst>
                                  <p:childTnLst>
                                    <p:set>
                                      <p:cBhvr>
                                        <p:cTn id="151" dur="1" fill="hold">
                                          <p:stCondLst>
                                            <p:cond delay="0"/>
                                          </p:stCondLst>
                                        </p:cTn>
                                        <p:tgtEl>
                                          <p:spTgt spid="109">
                                            <p:graphicEl>
                                              <a:dgm id="{ECC9DFC6-6DD5-704E-9EFE-6B4C17EA74BB}"/>
                                            </p:graphicEl>
                                          </p:spTgt>
                                        </p:tgtEl>
                                        <p:attrNameLst>
                                          <p:attrName>style.visibility</p:attrName>
                                        </p:attrNameLst>
                                      </p:cBhvr>
                                      <p:to>
                                        <p:strVal val="visible"/>
                                      </p:to>
                                    </p:set>
                                    <p:animEffect transition="in" filter="wipe(left)">
                                      <p:cBhvr>
                                        <p:cTn id="152" dur="250"/>
                                        <p:tgtEl>
                                          <p:spTgt spid="109">
                                            <p:graphicEl>
                                              <a:dgm id="{ECC9DFC6-6DD5-704E-9EFE-6B4C17EA74BB}"/>
                                            </p:graphicEl>
                                          </p:spTgt>
                                        </p:tgtEl>
                                      </p:cBhvr>
                                    </p:animEffect>
                                  </p:childTnLst>
                                </p:cTn>
                              </p:par>
                              <p:par>
                                <p:cTn id="153" presetID="22" presetClass="entr" presetSubtype="8" fill="hold" grpId="0" nodeType="withEffect">
                                  <p:stCondLst>
                                    <p:cond delay="0"/>
                                  </p:stCondLst>
                                  <p:childTnLst>
                                    <p:set>
                                      <p:cBhvr>
                                        <p:cTn id="154" dur="1" fill="hold">
                                          <p:stCondLst>
                                            <p:cond delay="0"/>
                                          </p:stCondLst>
                                        </p:cTn>
                                        <p:tgtEl>
                                          <p:spTgt spid="109">
                                            <p:graphicEl>
                                              <a:dgm id="{69119B04-4CF8-A64D-89AF-3E4BFB78585F}"/>
                                            </p:graphicEl>
                                          </p:spTgt>
                                        </p:tgtEl>
                                        <p:attrNameLst>
                                          <p:attrName>style.visibility</p:attrName>
                                        </p:attrNameLst>
                                      </p:cBhvr>
                                      <p:to>
                                        <p:strVal val="visible"/>
                                      </p:to>
                                    </p:set>
                                    <p:animEffect transition="in" filter="wipe(left)">
                                      <p:cBhvr>
                                        <p:cTn id="155" dur="500"/>
                                        <p:tgtEl>
                                          <p:spTgt spid="109">
                                            <p:graphicEl>
                                              <a:dgm id="{69119B04-4CF8-A64D-89AF-3E4BFB78585F}"/>
                                            </p:graphicEl>
                                          </p:spTgt>
                                        </p:tgtEl>
                                      </p:cBhvr>
                                    </p:animEffect>
                                  </p:childTnLst>
                                </p:cTn>
                              </p:par>
                            </p:childTnLst>
                          </p:cTn>
                        </p:par>
                        <p:par>
                          <p:cTn id="156" fill="hold">
                            <p:stCondLst>
                              <p:cond delay="7000"/>
                            </p:stCondLst>
                            <p:childTnLst>
                              <p:par>
                                <p:cTn id="157" presetID="22" presetClass="entr" presetSubtype="8" fill="hold" grpId="0" nodeType="afterEffect">
                                  <p:stCondLst>
                                    <p:cond delay="0"/>
                                  </p:stCondLst>
                                  <p:childTnLst>
                                    <p:set>
                                      <p:cBhvr>
                                        <p:cTn id="158" dur="1" fill="hold">
                                          <p:stCondLst>
                                            <p:cond delay="0"/>
                                          </p:stCondLst>
                                        </p:cTn>
                                        <p:tgtEl>
                                          <p:spTgt spid="109">
                                            <p:graphicEl>
                                              <a:dgm id="{741F5C4B-81B5-F440-84B5-5BE16AAA4CF8}"/>
                                            </p:graphicEl>
                                          </p:spTgt>
                                        </p:tgtEl>
                                        <p:attrNameLst>
                                          <p:attrName>style.visibility</p:attrName>
                                        </p:attrNameLst>
                                      </p:cBhvr>
                                      <p:to>
                                        <p:strVal val="visible"/>
                                      </p:to>
                                    </p:set>
                                    <p:animEffect transition="in" filter="wipe(left)">
                                      <p:cBhvr>
                                        <p:cTn id="159" dur="250"/>
                                        <p:tgtEl>
                                          <p:spTgt spid="109">
                                            <p:graphicEl>
                                              <a:dgm id="{741F5C4B-81B5-F440-84B5-5BE16AAA4CF8}"/>
                                            </p:graphicEl>
                                          </p:spTgt>
                                        </p:tgtEl>
                                      </p:cBhvr>
                                    </p:animEffect>
                                  </p:childTnLst>
                                </p:cTn>
                              </p:par>
                              <p:par>
                                <p:cTn id="160" presetID="22" presetClass="entr" presetSubtype="8" fill="hold" grpId="0" nodeType="withEffect">
                                  <p:stCondLst>
                                    <p:cond delay="0"/>
                                  </p:stCondLst>
                                  <p:childTnLst>
                                    <p:set>
                                      <p:cBhvr>
                                        <p:cTn id="161" dur="1" fill="hold">
                                          <p:stCondLst>
                                            <p:cond delay="0"/>
                                          </p:stCondLst>
                                        </p:cTn>
                                        <p:tgtEl>
                                          <p:spTgt spid="109">
                                            <p:graphicEl>
                                              <a:dgm id="{EE9092A8-9228-0E49-BFEA-58C22FA4970A}"/>
                                            </p:graphicEl>
                                          </p:spTgt>
                                        </p:tgtEl>
                                        <p:attrNameLst>
                                          <p:attrName>style.visibility</p:attrName>
                                        </p:attrNameLst>
                                      </p:cBhvr>
                                      <p:to>
                                        <p:strVal val="visible"/>
                                      </p:to>
                                    </p:set>
                                    <p:animEffect transition="in" filter="wipe(left)">
                                      <p:cBhvr>
                                        <p:cTn id="162" dur="500"/>
                                        <p:tgtEl>
                                          <p:spTgt spid="109">
                                            <p:graphicEl>
                                              <a:dgm id="{EE9092A8-9228-0E49-BFEA-58C22FA4970A}"/>
                                            </p:graphicEl>
                                          </p:spTgt>
                                        </p:tgtEl>
                                      </p:cBhvr>
                                    </p:animEffect>
                                  </p:childTnLst>
                                </p:cTn>
                              </p:par>
                            </p:childTnLst>
                          </p:cTn>
                        </p:par>
                        <p:par>
                          <p:cTn id="163" fill="hold">
                            <p:stCondLst>
                              <p:cond delay="7500"/>
                            </p:stCondLst>
                            <p:childTnLst>
                              <p:par>
                                <p:cTn id="164" presetID="22" presetClass="entr" presetSubtype="8" fill="hold" grpId="0" nodeType="afterEffect">
                                  <p:stCondLst>
                                    <p:cond delay="0"/>
                                  </p:stCondLst>
                                  <p:childTnLst>
                                    <p:set>
                                      <p:cBhvr>
                                        <p:cTn id="165" dur="1" fill="hold">
                                          <p:stCondLst>
                                            <p:cond delay="0"/>
                                          </p:stCondLst>
                                        </p:cTn>
                                        <p:tgtEl>
                                          <p:spTgt spid="109">
                                            <p:graphicEl>
                                              <a:dgm id="{D9E699DB-8A91-6345-AEE7-8495C0709F54}"/>
                                            </p:graphicEl>
                                          </p:spTgt>
                                        </p:tgtEl>
                                        <p:attrNameLst>
                                          <p:attrName>style.visibility</p:attrName>
                                        </p:attrNameLst>
                                      </p:cBhvr>
                                      <p:to>
                                        <p:strVal val="visible"/>
                                      </p:to>
                                    </p:set>
                                    <p:animEffect transition="in" filter="wipe(left)">
                                      <p:cBhvr>
                                        <p:cTn id="166" dur="250"/>
                                        <p:tgtEl>
                                          <p:spTgt spid="109">
                                            <p:graphicEl>
                                              <a:dgm id="{D9E699DB-8A91-6345-AEE7-8495C0709F54}"/>
                                            </p:graphicEl>
                                          </p:spTgt>
                                        </p:tgtEl>
                                      </p:cBhvr>
                                    </p:animEffect>
                                  </p:childTnLst>
                                </p:cTn>
                              </p:par>
                              <p:par>
                                <p:cTn id="167" presetID="22" presetClass="entr" presetSubtype="8" fill="hold" grpId="0" nodeType="withEffect">
                                  <p:stCondLst>
                                    <p:cond delay="0"/>
                                  </p:stCondLst>
                                  <p:childTnLst>
                                    <p:set>
                                      <p:cBhvr>
                                        <p:cTn id="168" dur="1" fill="hold">
                                          <p:stCondLst>
                                            <p:cond delay="0"/>
                                          </p:stCondLst>
                                        </p:cTn>
                                        <p:tgtEl>
                                          <p:spTgt spid="109">
                                            <p:graphicEl>
                                              <a:dgm id="{D9FC7307-AF62-F34E-95B1-27F9CD513142}"/>
                                            </p:graphicEl>
                                          </p:spTgt>
                                        </p:tgtEl>
                                        <p:attrNameLst>
                                          <p:attrName>style.visibility</p:attrName>
                                        </p:attrNameLst>
                                      </p:cBhvr>
                                      <p:to>
                                        <p:strVal val="visible"/>
                                      </p:to>
                                    </p:set>
                                    <p:animEffect transition="in" filter="wipe(left)">
                                      <p:cBhvr>
                                        <p:cTn id="169" dur="500"/>
                                        <p:tgtEl>
                                          <p:spTgt spid="109">
                                            <p:graphicEl>
                                              <a:dgm id="{D9FC7307-AF62-F34E-95B1-27F9CD513142}"/>
                                            </p:graphicEl>
                                          </p:spTgt>
                                        </p:tgtEl>
                                      </p:cBhvr>
                                    </p:animEffect>
                                  </p:childTnLst>
                                </p:cTn>
                              </p:par>
                            </p:childTnLst>
                          </p:cTn>
                        </p:par>
                        <p:par>
                          <p:cTn id="170" fill="hold">
                            <p:stCondLst>
                              <p:cond delay="8000"/>
                            </p:stCondLst>
                            <p:childTnLst>
                              <p:par>
                                <p:cTn id="171" presetID="22" presetClass="entr" presetSubtype="8" fill="hold" grpId="0" nodeType="afterEffect">
                                  <p:stCondLst>
                                    <p:cond delay="0"/>
                                  </p:stCondLst>
                                  <p:childTnLst>
                                    <p:set>
                                      <p:cBhvr>
                                        <p:cTn id="172" dur="1" fill="hold">
                                          <p:stCondLst>
                                            <p:cond delay="0"/>
                                          </p:stCondLst>
                                        </p:cTn>
                                        <p:tgtEl>
                                          <p:spTgt spid="109">
                                            <p:graphicEl>
                                              <a:dgm id="{F5549227-84BE-744B-8D13-B48DF71100DF}"/>
                                            </p:graphicEl>
                                          </p:spTgt>
                                        </p:tgtEl>
                                        <p:attrNameLst>
                                          <p:attrName>style.visibility</p:attrName>
                                        </p:attrNameLst>
                                      </p:cBhvr>
                                      <p:to>
                                        <p:strVal val="visible"/>
                                      </p:to>
                                    </p:set>
                                    <p:animEffect transition="in" filter="wipe(left)">
                                      <p:cBhvr>
                                        <p:cTn id="173" dur="250"/>
                                        <p:tgtEl>
                                          <p:spTgt spid="109">
                                            <p:graphicEl>
                                              <a:dgm id="{F5549227-84BE-744B-8D13-B48DF71100DF}"/>
                                            </p:graphicEl>
                                          </p:spTgt>
                                        </p:tgtEl>
                                      </p:cBhvr>
                                    </p:animEffect>
                                  </p:childTnLst>
                                </p:cTn>
                              </p:par>
                              <p:par>
                                <p:cTn id="174" presetID="22" presetClass="entr" presetSubtype="8" fill="hold" grpId="0" nodeType="withEffect">
                                  <p:stCondLst>
                                    <p:cond delay="0"/>
                                  </p:stCondLst>
                                  <p:childTnLst>
                                    <p:set>
                                      <p:cBhvr>
                                        <p:cTn id="175" dur="1" fill="hold">
                                          <p:stCondLst>
                                            <p:cond delay="0"/>
                                          </p:stCondLst>
                                        </p:cTn>
                                        <p:tgtEl>
                                          <p:spTgt spid="109">
                                            <p:graphicEl>
                                              <a:dgm id="{99EEDDF1-6656-984D-AF2A-A00624D7F592}"/>
                                            </p:graphicEl>
                                          </p:spTgt>
                                        </p:tgtEl>
                                        <p:attrNameLst>
                                          <p:attrName>style.visibility</p:attrName>
                                        </p:attrNameLst>
                                      </p:cBhvr>
                                      <p:to>
                                        <p:strVal val="visible"/>
                                      </p:to>
                                    </p:set>
                                    <p:animEffect transition="in" filter="wipe(left)">
                                      <p:cBhvr>
                                        <p:cTn id="176" dur="500"/>
                                        <p:tgtEl>
                                          <p:spTgt spid="109">
                                            <p:graphicEl>
                                              <a:dgm id="{99EEDDF1-6656-984D-AF2A-A00624D7F592}"/>
                                            </p:graphicEl>
                                          </p:spTgt>
                                        </p:tgtEl>
                                      </p:cBhvr>
                                    </p:animEffect>
                                  </p:childTnLst>
                                </p:cTn>
                              </p:par>
                            </p:childTnLst>
                          </p:cTn>
                        </p:par>
                        <p:par>
                          <p:cTn id="177" fill="hold">
                            <p:stCondLst>
                              <p:cond delay="8500"/>
                            </p:stCondLst>
                            <p:childTnLst>
                              <p:par>
                                <p:cTn id="178" presetID="22" presetClass="entr" presetSubtype="8" fill="hold" grpId="0" nodeType="afterEffect">
                                  <p:stCondLst>
                                    <p:cond delay="0"/>
                                  </p:stCondLst>
                                  <p:childTnLst>
                                    <p:set>
                                      <p:cBhvr>
                                        <p:cTn id="179" dur="1" fill="hold">
                                          <p:stCondLst>
                                            <p:cond delay="0"/>
                                          </p:stCondLst>
                                        </p:cTn>
                                        <p:tgtEl>
                                          <p:spTgt spid="109">
                                            <p:graphicEl>
                                              <a:dgm id="{B781BD14-2BE5-074F-BD77-3E50CF1401A0}"/>
                                            </p:graphicEl>
                                          </p:spTgt>
                                        </p:tgtEl>
                                        <p:attrNameLst>
                                          <p:attrName>style.visibility</p:attrName>
                                        </p:attrNameLst>
                                      </p:cBhvr>
                                      <p:to>
                                        <p:strVal val="visible"/>
                                      </p:to>
                                    </p:set>
                                    <p:animEffect transition="in" filter="wipe(left)">
                                      <p:cBhvr>
                                        <p:cTn id="180" dur="250"/>
                                        <p:tgtEl>
                                          <p:spTgt spid="109">
                                            <p:graphicEl>
                                              <a:dgm id="{B781BD14-2BE5-074F-BD77-3E50CF1401A0}"/>
                                            </p:graphicEl>
                                          </p:spTgt>
                                        </p:tgtEl>
                                      </p:cBhvr>
                                    </p:animEffect>
                                  </p:childTnLst>
                                </p:cTn>
                              </p:par>
                              <p:par>
                                <p:cTn id="181" presetID="22" presetClass="entr" presetSubtype="8" fill="hold" grpId="0" nodeType="withEffect">
                                  <p:stCondLst>
                                    <p:cond delay="0"/>
                                  </p:stCondLst>
                                  <p:childTnLst>
                                    <p:set>
                                      <p:cBhvr>
                                        <p:cTn id="182" dur="1" fill="hold">
                                          <p:stCondLst>
                                            <p:cond delay="0"/>
                                          </p:stCondLst>
                                        </p:cTn>
                                        <p:tgtEl>
                                          <p:spTgt spid="109">
                                            <p:graphicEl>
                                              <a:dgm id="{12FC843B-EF1A-1044-AA60-C341A3149EA0}"/>
                                            </p:graphicEl>
                                          </p:spTgt>
                                        </p:tgtEl>
                                        <p:attrNameLst>
                                          <p:attrName>style.visibility</p:attrName>
                                        </p:attrNameLst>
                                      </p:cBhvr>
                                      <p:to>
                                        <p:strVal val="visible"/>
                                      </p:to>
                                    </p:set>
                                    <p:animEffect transition="in" filter="wipe(left)">
                                      <p:cBhvr>
                                        <p:cTn id="183" dur="500"/>
                                        <p:tgtEl>
                                          <p:spTgt spid="109">
                                            <p:graphicEl>
                                              <a:dgm id="{12FC843B-EF1A-1044-AA60-C341A3149EA0}"/>
                                            </p:graphicEl>
                                          </p:spTgt>
                                        </p:tgtEl>
                                      </p:cBhvr>
                                    </p:animEffect>
                                  </p:childTnLst>
                                </p:cTn>
                              </p:par>
                            </p:childTnLst>
                          </p:cTn>
                        </p:par>
                        <p:par>
                          <p:cTn id="184" fill="hold">
                            <p:stCondLst>
                              <p:cond delay="9000"/>
                            </p:stCondLst>
                            <p:childTnLst>
                              <p:par>
                                <p:cTn id="185" presetID="22" presetClass="entr" presetSubtype="8" fill="hold" grpId="0" nodeType="afterEffect">
                                  <p:stCondLst>
                                    <p:cond delay="0"/>
                                  </p:stCondLst>
                                  <p:childTnLst>
                                    <p:set>
                                      <p:cBhvr>
                                        <p:cTn id="186" dur="1" fill="hold">
                                          <p:stCondLst>
                                            <p:cond delay="0"/>
                                          </p:stCondLst>
                                        </p:cTn>
                                        <p:tgtEl>
                                          <p:spTgt spid="109">
                                            <p:graphicEl>
                                              <a:dgm id="{5157B47F-DA1D-CA45-BF63-4ABA9B7BDBFA}"/>
                                            </p:graphicEl>
                                          </p:spTgt>
                                        </p:tgtEl>
                                        <p:attrNameLst>
                                          <p:attrName>style.visibility</p:attrName>
                                        </p:attrNameLst>
                                      </p:cBhvr>
                                      <p:to>
                                        <p:strVal val="visible"/>
                                      </p:to>
                                    </p:set>
                                    <p:animEffect transition="in" filter="wipe(left)">
                                      <p:cBhvr>
                                        <p:cTn id="187" dur="250"/>
                                        <p:tgtEl>
                                          <p:spTgt spid="109">
                                            <p:graphicEl>
                                              <a:dgm id="{5157B47F-DA1D-CA45-BF63-4ABA9B7BDBFA}"/>
                                            </p:graphicEl>
                                          </p:spTgt>
                                        </p:tgtEl>
                                      </p:cBhvr>
                                    </p:animEffect>
                                  </p:childTnLst>
                                </p:cTn>
                              </p:par>
                              <p:par>
                                <p:cTn id="188" presetID="22" presetClass="entr" presetSubtype="8" fill="hold" grpId="0" nodeType="withEffect">
                                  <p:stCondLst>
                                    <p:cond delay="0"/>
                                  </p:stCondLst>
                                  <p:childTnLst>
                                    <p:set>
                                      <p:cBhvr>
                                        <p:cTn id="189" dur="1" fill="hold">
                                          <p:stCondLst>
                                            <p:cond delay="0"/>
                                          </p:stCondLst>
                                        </p:cTn>
                                        <p:tgtEl>
                                          <p:spTgt spid="109">
                                            <p:graphicEl>
                                              <a:dgm id="{8BA9C05F-F29F-7642-B753-EECD821263D0}"/>
                                            </p:graphicEl>
                                          </p:spTgt>
                                        </p:tgtEl>
                                        <p:attrNameLst>
                                          <p:attrName>style.visibility</p:attrName>
                                        </p:attrNameLst>
                                      </p:cBhvr>
                                      <p:to>
                                        <p:strVal val="visible"/>
                                      </p:to>
                                    </p:set>
                                    <p:animEffect transition="in" filter="wipe(left)">
                                      <p:cBhvr>
                                        <p:cTn id="190" dur="500"/>
                                        <p:tgtEl>
                                          <p:spTgt spid="109">
                                            <p:graphicEl>
                                              <a:dgm id="{8BA9C05F-F29F-7642-B753-EECD821263D0}"/>
                                            </p:graphicEl>
                                          </p:spTgt>
                                        </p:tgtEl>
                                      </p:cBhvr>
                                    </p:animEffect>
                                  </p:childTnLst>
                                </p:cTn>
                              </p:par>
                            </p:childTnLst>
                          </p:cTn>
                        </p:par>
                        <p:par>
                          <p:cTn id="191" fill="hold">
                            <p:stCondLst>
                              <p:cond delay="9500"/>
                            </p:stCondLst>
                            <p:childTnLst>
                              <p:par>
                                <p:cTn id="192" presetID="22" presetClass="entr" presetSubtype="8" fill="hold" grpId="0" nodeType="afterEffect">
                                  <p:stCondLst>
                                    <p:cond delay="0"/>
                                  </p:stCondLst>
                                  <p:childTnLst>
                                    <p:set>
                                      <p:cBhvr>
                                        <p:cTn id="193" dur="1" fill="hold">
                                          <p:stCondLst>
                                            <p:cond delay="0"/>
                                          </p:stCondLst>
                                        </p:cTn>
                                        <p:tgtEl>
                                          <p:spTgt spid="109">
                                            <p:graphicEl>
                                              <a:dgm id="{69853B35-D33E-6944-9B36-270921C1975B}"/>
                                            </p:graphicEl>
                                          </p:spTgt>
                                        </p:tgtEl>
                                        <p:attrNameLst>
                                          <p:attrName>style.visibility</p:attrName>
                                        </p:attrNameLst>
                                      </p:cBhvr>
                                      <p:to>
                                        <p:strVal val="visible"/>
                                      </p:to>
                                    </p:set>
                                    <p:animEffect transition="in" filter="wipe(left)">
                                      <p:cBhvr>
                                        <p:cTn id="194" dur="250"/>
                                        <p:tgtEl>
                                          <p:spTgt spid="109">
                                            <p:graphicEl>
                                              <a:dgm id="{69853B35-D33E-6944-9B36-270921C1975B}"/>
                                            </p:graphicEl>
                                          </p:spTgt>
                                        </p:tgtEl>
                                      </p:cBhvr>
                                    </p:animEffect>
                                  </p:childTnLst>
                                </p:cTn>
                              </p:par>
                              <p:par>
                                <p:cTn id="195" presetID="22" presetClass="entr" presetSubtype="8" fill="hold" grpId="0" nodeType="withEffect">
                                  <p:stCondLst>
                                    <p:cond delay="0"/>
                                  </p:stCondLst>
                                  <p:childTnLst>
                                    <p:set>
                                      <p:cBhvr>
                                        <p:cTn id="196" dur="1" fill="hold">
                                          <p:stCondLst>
                                            <p:cond delay="0"/>
                                          </p:stCondLst>
                                        </p:cTn>
                                        <p:tgtEl>
                                          <p:spTgt spid="109">
                                            <p:graphicEl>
                                              <a:dgm id="{B5401A6E-C14E-F247-8FA1-F4F70C3BEA2D}"/>
                                            </p:graphicEl>
                                          </p:spTgt>
                                        </p:tgtEl>
                                        <p:attrNameLst>
                                          <p:attrName>style.visibility</p:attrName>
                                        </p:attrNameLst>
                                      </p:cBhvr>
                                      <p:to>
                                        <p:strVal val="visible"/>
                                      </p:to>
                                    </p:set>
                                    <p:animEffect transition="in" filter="wipe(left)">
                                      <p:cBhvr>
                                        <p:cTn id="197" dur="500"/>
                                        <p:tgtEl>
                                          <p:spTgt spid="109">
                                            <p:graphicEl>
                                              <a:dgm id="{B5401A6E-C14E-F247-8FA1-F4F70C3BEA2D}"/>
                                            </p:graphicEl>
                                          </p:spTgt>
                                        </p:tgtEl>
                                      </p:cBhvr>
                                    </p:animEffect>
                                  </p:childTnLst>
                                </p:cTn>
                              </p:par>
                            </p:childTnLst>
                          </p:cTn>
                        </p:par>
                        <p:par>
                          <p:cTn id="198" fill="hold">
                            <p:stCondLst>
                              <p:cond delay="10000"/>
                            </p:stCondLst>
                            <p:childTnLst>
                              <p:par>
                                <p:cTn id="199" presetID="22" presetClass="entr" presetSubtype="8" fill="hold" grpId="0" nodeType="afterEffect">
                                  <p:stCondLst>
                                    <p:cond delay="0"/>
                                  </p:stCondLst>
                                  <p:childTnLst>
                                    <p:set>
                                      <p:cBhvr>
                                        <p:cTn id="200" dur="1" fill="hold">
                                          <p:stCondLst>
                                            <p:cond delay="0"/>
                                          </p:stCondLst>
                                        </p:cTn>
                                        <p:tgtEl>
                                          <p:spTgt spid="109">
                                            <p:graphicEl>
                                              <a:dgm id="{35D070D9-3457-BB47-AF59-94E973A60D7E}"/>
                                            </p:graphicEl>
                                          </p:spTgt>
                                        </p:tgtEl>
                                        <p:attrNameLst>
                                          <p:attrName>style.visibility</p:attrName>
                                        </p:attrNameLst>
                                      </p:cBhvr>
                                      <p:to>
                                        <p:strVal val="visible"/>
                                      </p:to>
                                    </p:set>
                                    <p:animEffect transition="in" filter="wipe(left)">
                                      <p:cBhvr>
                                        <p:cTn id="201" dur="250"/>
                                        <p:tgtEl>
                                          <p:spTgt spid="109">
                                            <p:graphicEl>
                                              <a:dgm id="{35D070D9-3457-BB47-AF59-94E973A60D7E}"/>
                                            </p:graphicEl>
                                          </p:spTgt>
                                        </p:tgtEl>
                                      </p:cBhvr>
                                    </p:animEffect>
                                  </p:childTnLst>
                                </p:cTn>
                              </p:par>
                              <p:par>
                                <p:cTn id="202" presetID="22" presetClass="entr" presetSubtype="8" fill="hold" grpId="0" nodeType="withEffect">
                                  <p:stCondLst>
                                    <p:cond delay="0"/>
                                  </p:stCondLst>
                                  <p:childTnLst>
                                    <p:set>
                                      <p:cBhvr>
                                        <p:cTn id="203" dur="1" fill="hold">
                                          <p:stCondLst>
                                            <p:cond delay="0"/>
                                          </p:stCondLst>
                                        </p:cTn>
                                        <p:tgtEl>
                                          <p:spTgt spid="109">
                                            <p:graphicEl>
                                              <a:dgm id="{635E1555-82A1-CE4C-8217-5BF1B764D6CC}"/>
                                            </p:graphicEl>
                                          </p:spTgt>
                                        </p:tgtEl>
                                        <p:attrNameLst>
                                          <p:attrName>style.visibility</p:attrName>
                                        </p:attrNameLst>
                                      </p:cBhvr>
                                      <p:to>
                                        <p:strVal val="visible"/>
                                      </p:to>
                                    </p:set>
                                    <p:animEffect transition="in" filter="wipe(left)">
                                      <p:cBhvr>
                                        <p:cTn id="204" dur="500"/>
                                        <p:tgtEl>
                                          <p:spTgt spid="109">
                                            <p:graphicEl>
                                              <a:dgm id="{635E1555-82A1-CE4C-8217-5BF1B764D6CC}"/>
                                            </p:graphicEl>
                                          </p:spTgt>
                                        </p:tgtEl>
                                      </p:cBhvr>
                                    </p:animEffect>
                                  </p:childTnLst>
                                </p:cTn>
                              </p:par>
                            </p:childTnLst>
                          </p:cTn>
                        </p:par>
                        <p:par>
                          <p:cTn id="205" fill="hold">
                            <p:stCondLst>
                              <p:cond delay="10500"/>
                            </p:stCondLst>
                            <p:childTnLst>
                              <p:par>
                                <p:cTn id="206" presetID="22" presetClass="entr" presetSubtype="8" fill="hold" grpId="0" nodeType="afterEffect">
                                  <p:stCondLst>
                                    <p:cond delay="0"/>
                                  </p:stCondLst>
                                  <p:childTnLst>
                                    <p:set>
                                      <p:cBhvr>
                                        <p:cTn id="207" dur="1" fill="hold">
                                          <p:stCondLst>
                                            <p:cond delay="0"/>
                                          </p:stCondLst>
                                        </p:cTn>
                                        <p:tgtEl>
                                          <p:spTgt spid="109">
                                            <p:graphicEl>
                                              <a:dgm id="{E8902E91-7009-4142-9E5A-0EBA47C9FB9A}"/>
                                            </p:graphicEl>
                                          </p:spTgt>
                                        </p:tgtEl>
                                        <p:attrNameLst>
                                          <p:attrName>style.visibility</p:attrName>
                                        </p:attrNameLst>
                                      </p:cBhvr>
                                      <p:to>
                                        <p:strVal val="visible"/>
                                      </p:to>
                                    </p:set>
                                    <p:animEffect transition="in" filter="wipe(left)">
                                      <p:cBhvr>
                                        <p:cTn id="208" dur="250"/>
                                        <p:tgtEl>
                                          <p:spTgt spid="109">
                                            <p:graphicEl>
                                              <a:dgm id="{E8902E91-7009-4142-9E5A-0EBA47C9FB9A}"/>
                                            </p:graphicEl>
                                          </p:spTgt>
                                        </p:tgtEl>
                                      </p:cBhvr>
                                    </p:animEffect>
                                  </p:childTnLst>
                                </p:cTn>
                              </p:par>
                              <p:par>
                                <p:cTn id="209" presetID="22" presetClass="entr" presetSubtype="8" fill="hold" grpId="0" nodeType="withEffect">
                                  <p:stCondLst>
                                    <p:cond delay="0"/>
                                  </p:stCondLst>
                                  <p:childTnLst>
                                    <p:set>
                                      <p:cBhvr>
                                        <p:cTn id="210" dur="1" fill="hold">
                                          <p:stCondLst>
                                            <p:cond delay="0"/>
                                          </p:stCondLst>
                                        </p:cTn>
                                        <p:tgtEl>
                                          <p:spTgt spid="109">
                                            <p:graphicEl>
                                              <a:dgm id="{8EC479E1-FAA0-5B46-9001-3C6AC82ED22D}"/>
                                            </p:graphicEl>
                                          </p:spTgt>
                                        </p:tgtEl>
                                        <p:attrNameLst>
                                          <p:attrName>style.visibility</p:attrName>
                                        </p:attrNameLst>
                                      </p:cBhvr>
                                      <p:to>
                                        <p:strVal val="visible"/>
                                      </p:to>
                                    </p:set>
                                    <p:animEffect transition="in" filter="wipe(left)">
                                      <p:cBhvr>
                                        <p:cTn id="211" dur="500"/>
                                        <p:tgtEl>
                                          <p:spTgt spid="109">
                                            <p:graphicEl>
                                              <a:dgm id="{8EC479E1-FAA0-5B46-9001-3C6AC82ED22D}"/>
                                            </p:graphicEl>
                                          </p:spTgt>
                                        </p:tgtEl>
                                      </p:cBhvr>
                                    </p:animEffect>
                                  </p:childTnLst>
                                </p:cTn>
                              </p:par>
                            </p:childTnLst>
                          </p:cTn>
                        </p:par>
                        <p:par>
                          <p:cTn id="212" fill="hold">
                            <p:stCondLst>
                              <p:cond delay="11000"/>
                            </p:stCondLst>
                            <p:childTnLst>
                              <p:par>
                                <p:cTn id="213" presetID="22" presetClass="entr" presetSubtype="8" fill="hold" grpId="0" nodeType="afterEffect">
                                  <p:stCondLst>
                                    <p:cond delay="0"/>
                                  </p:stCondLst>
                                  <p:childTnLst>
                                    <p:set>
                                      <p:cBhvr>
                                        <p:cTn id="214" dur="1" fill="hold">
                                          <p:stCondLst>
                                            <p:cond delay="0"/>
                                          </p:stCondLst>
                                        </p:cTn>
                                        <p:tgtEl>
                                          <p:spTgt spid="109">
                                            <p:graphicEl>
                                              <a:dgm id="{F9640B6D-3E86-7343-8C27-CF14A21DCBC7}"/>
                                            </p:graphicEl>
                                          </p:spTgt>
                                        </p:tgtEl>
                                        <p:attrNameLst>
                                          <p:attrName>style.visibility</p:attrName>
                                        </p:attrNameLst>
                                      </p:cBhvr>
                                      <p:to>
                                        <p:strVal val="visible"/>
                                      </p:to>
                                    </p:set>
                                    <p:animEffect transition="in" filter="wipe(left)">
                                      <p:cBhvr>
                                        <p:cTn id="215" dur="250"/>
                                        <p:tgtEl>
                                          <p:spTgt spid="109">
                                            <p:graphicEl>
                                              <a:dgm id="{F9640B6D-3E86-7343-8C27-CF14A21DCBC7}"/>
                                            </p:graphicEl>
                                          </p:spTgt>
                                        </p:tgtEl>
                                      </p:cBhvr>
                                    </p:animEffect>
                                  </p:childTnLst>
                                </p:cTn>
                              </p:par>
                              <p:par>
                                <p:cTn id="216" presetID="22" presetClass="entr" presetSubtype="8" fill="hold" grpId="0" nodeType="withEffect">
                                  <p:stCondLst>
                                    <p:cond delay="0"/>
                                  </p:stCondLst>
                                  <p:childTnLst>
                                    <p:set>
                                      <p:cBhvr>
                                        <p:cTn id="217" dur="1" fill="hold">
                                          <p:stCondLst>
                                            <p:cond delay="0"/>
                                          </p:stCondLst>
                                        </p:cTn>
                                        <p:tgtEl>
                                          <p:spTgt spid="109">
                                            <p:graphicEl>
                                              <a:dgm id="{8BD45A57-0BC9-8345-9BE7-90EAEF55D2C2}"/>
                                            </p:graphicEl>
                                          </p:spTgt>
                                        </p:tgtEl>
                                        <p:attrNameLst>
                                          <p:attrName>style.visibility</p:attrName>
                                        </p:attrNameLst>
                                      </p:cBhvr>
                                      <p:to>
                                        <p:strVal val="visible"/>
                                      </p:to>
                                    </p:set>
                                    <p:animEffect transition="in" filter="wipe(left)">
                                      <p:cBhvr>
                                        <p:cTn id="218" dur="500"/>
                                        <p:tgtEl>
                                          <p:spTgt spid="109">
                                            <p:graphicEl>
                                              <a:dgm id="{8BD45A57-0BC9-8345-9BE7-90EAEF55D2C2}"/>
                                            </p:graphicEl>
                                          </p:spTgt>
                                        </p:tgtEl>
                                      </p:cBhvr>
                                    </p:animEffect>
                                  </p:childTnLst>
                                </p:cTn>
                              </p:par>
                            </p:childTnLst>
                          </p:cTn>
                        </p:par>
                        <p:par>
                          <p:cTn id="219" fill="hold">
                            <p:stCondLst>
                              <p:cond delay="11500"/>
                            </p:stCondLst>
                            <p:childTnLst>
                              <p:par>
                                <p:cTn id="220" presetID="22" presetClass="entr" presetSubtype="8" fill="hold" grpId="0" nodeType="afterEffect">
                                  <p:stCondLst>
                                    <p:cond delay="0"/>
                                  </p:stCondLst>
                                  <p:childTnLst>
                                    <p:set>
                                      <p:cBhvr>
                                        <p:cTn id="221" dur="1" fill="hold">
                                          <p:stCondLst>
                                            <p:cond delay="0"/>
                                          </p:stCondLst>
                                        </p:cTn>
                                        <p:tgtEl>
                                          <p:spTgt spid="109">
                                            <p:graphicEl>
                                              <a:dgm id="{6CBCD4E5-194F-2E47-870F-DCFE04246BBB}"/>
                                            </p:graphicEl>
                                          </p:spTgt>
                                        </p:tgtEl>
                                        <p:attrNameLst>
                                          <p:attrName>style.visibility</p:attrName>
                                        </p:attrNameLst>
                                      </p:cBhvr>
                                      <p:to>
                                        <p:strVal val="visible"/>
                                      </p:to>
                                    </p:set>
                                    <p:animEffect transition="in" filter="wipe(left)">
                                      <p:cBhvr>
                                        <p:cTn id="222" dur="250"/>
                                        <p:tgtEl>
                                          <p:spTgt spid="109">
                                            <p:graphicEl>
                                              <a:dgm id="{6CBCD4E5-194F-2E47-870F-DCFE04246BBB}"/>
                                            </p:graphicEl>
                                          </p:spTgt>
                                        </p:tgtEl>
                                      </p:cBhvr>
                                    </p:animEffect>
                                  </p:childTnLst>
                                </p:cTn>
                              </p:par>
                              <p:par>
                                <p:cTn id="223" presetID="22" presetClass="entr" presetSubtype="8" fill="hold" grpId="0" nodeType="withEffect">
                                  <p:stCondLst>
                                    <p:cond delay="0"/>
                                  </p:stCondLst>
                                  <p:childTnLst>
                                    <p:set>
                                      <p:cBhvr>
                                        <p:cTn id="224" dur="1" fill="hold">
                                          <p:stCondLst>
                                            <p:cond delay="0"/>
                                          </p:stCondLst>
                                        </p:cTn>
                                        <p:tgtEl>
                                          <p:spTgt spid="109">
                                            <p:graphicEl>
                                              <a:dgm id="{F14C3F55-079C-F148-BEC4-5668FEBE256B}"/>
                                            </p:graphicEl>
                                          </p:spTgt>
                                        </p:tgtEl>
                                        <p:attrNameLst>
                                          <p:attrName>style.visibility</p:attrName>
                                        </p:attrNameLst>
                                      </p:cBhvr>
                                      <p:to>
                                        <p:strVal val="visible"/>
                                      </p:to>
                                    </p:set>
                                    <p:animEffect transition="in" filter="wipe(left)">
                                      <p:cBhvr>
                                        <p:cTn id="225" dur="500"/>
                                        <p:tgtEl>
                                          <p:spTgt spid="109">
                                            <p:graphicEl>
                                              <a:dgm id="{F14C3F55-079C-F148-BEC4-5668FEBE256B}"/>
                                            </p:graphicEl>
                                          </p:spTgt>
                                        </p:tgtEl>
                                      </p:cBhvr>
                                    </p:animEffect>
                                  </p:childTnLst>
                                </p:cTn>
                              </p:par>
                            </p:childTnLst>
                          </p:cTn>
                        </p:par>
                        <p:par>
                          <p:cTn id="226" fill="hold">
                            <p:stCondLst>
                              <p:cond delay="12000"/>
                            </p:stCondLst>
                            <p:childTnLst>
                              <p:par>
                                <p:cTn id="227" presetID="22" presetClass="entr" presetSubtype="8" fill="hold" grpId="0" nodeType="afterEffect">
                                  <p:stCondLst>
                                    <p:cond delay="0"/>
                                  </p:stCondLst>
                                  <p:childTnLst>
                                    <p:set>
                                      <p:cBhvr>
                                        <p:cTn id="228" dur="1" fill="hold">
                                          <p:stCondLst>
                                            <p:cond delay="0"/>
                                          </p:stCondLst>
                                        </p:cTn>
                                        <p:tgtEl>
                                          <p:spTgt spid="109">
                                            <p:graphicEl>
                                              <a:dgm id="{7EB6BCE5-CAD8-2A44-919B-12FD28A9877A}"/>
                                            </p:graphicEl>
                                          </p:spTgt>
                                        </p:tgtEl>
                                        <p:attrNameLst>
                                          <p:attrName>style.visibility</p:attrName>
                                        </p:attrNameLst>
                                      </p:cBhvr>
                                      <p:to>
                                        <p:strVal val="visible"/>
                                      </p:to>
                                    </p:set>
                                    <p:animEffect transition="in" filter="wipe(left)">
                                      <p:cBhvr>
                                        <p:cTn id="229" dur="250"/>
                                        <p:tgtEl>
                                          <p:spTgt spid="109">
                                            <p:graphicEl>
                                              <a:dgm id="{7EB6BCE5-CAD8-2A44-919B-12FD28A9877A}"/>
                                            </p:graphicEl>
                                          </p:spTgt>
                                        </p:tgtEl>
                                      </p:cBhvr>
                                    </p:animEffect>
                                  </p:childTnLst>
                                </p:cTn>
                              </p:par>
                              <p:par>
                                <p:cTn id="230" presetID="22" presetClass="entr" presetSubtype="8" fill="hold" grpId="0" nodeType="withEffect">
                                  <p:stCondLst>
                                    <p:cond delay="0"/>
                                  </p:stCondLst>
                                  <p:childTnLst>
                                    <p:set>
                                      <p:cBhvr>
                                        <p:cTn id="231" dur="1" fill="hold">
                                          <p:stCondLst>
                                            <p:cond delay="0"/>
                                          </p:stCondLst>
                                        </p:cTn>
                                        <p:tgtEl>
                                          <p:spTgt spid="109">
                                            <p:graphicEl>
                                              <a:dgm id="{FAB8CCBF-5E4E-0641-8034-E8E0790B46B3}"/>
                                            </p:graphicEl>
                                          </p:spTgt>
                                        </p:tgtEl>
                                        <p:attrNameLst>
                                          <p:attrName>style.visibility</p:attrName>
                                        </p:attrNameLst>
                                      </p:cBhvr>
                                      <p:to>
                                        <p:strVal val="visible"/>
                                      </p:to>
                                    </p:set>
                                    <p:animEffect transition="in" filter="wipe(left)">
                                      <p:cBhvr>
                                        <p:cTn id="232" dur="500"/>
                                        <p:tgtEl>
                                          <p:spTgt spid="109">
                                            <p:graphicEl>
                                              <a:dgm id="{FAB8CCBF-5E4E-0641-8034-E8E0790B46B3}"/>
                                            </p:graphicEl>
                                          </p:spTgt>
                                        </p:tgtEl>
                                      </p:cBhvr>
                                    </p:animEffect>
                                  </p:childTnLst>
                                </p:cTn>
                              </p:par>
                            </p:childTnLst>
                          </p:cTn>
                        </p:par>
                      </p:childTnLst>
                    </p:cTn>
                  </p:par>
                  <p:par>
                    <p:cTn id="233" fill="hold">
                      <p:stCondLst>
                        <p:cond delay="indefinite"/>
                      </p:stCondLst>
                      <p:childTnLst>
                        <p:par>
                          <p:cTn id="234" fill="hold">
                            <p:stCondLst>
                              <p:cond delay="0"/>
                            </p:stCondLst>
                            <p:childTnLst>
                              <p:par>
                                <p:cTn id="235" presetID="12" presetClass="entr" presetSubtype="2" fill="hold" nodeType="clickEffect">
                                  <p:stCondLst>
                                    <p:cond delay="0"/>
                                  </p:stCondLst>
                                  <p:childTnLst>
                                    <p:set>
                                      <p:cBhvr>
                                        <p:cTn id="236" dur="1" fill="hold">
                                          <p:stCondLst>
                                            <p:cond delay="0"/>
                                          </p:stCondLst>
                                        </p:cTn>
                                        <p:tgtEl>
                                          <p:spTgt spid="8"/>
                                        </p:tgtEl>
                                        <p:attrNameLst>
                                          <p:attrName>style.visibility</p:attrName>
                                        </p:attrNameLst>
                                      </p:cBhvr>
                                      <p:to>
                                        <p:strVal val="visible"/>
                                      </p:to>
                                    </p:set>
                                    <p:anim calcmode="lin" valueType="num">
                                      <p:cBhvr additive="base">
                                        <p:cTn id="237" dur="500"/>
                                        <p:tgtEl>
                                          <p:spTgt spid="8"/>
                                        </p:tgtEl>
                                        <p:attrNameLst>
                                          <p:attrName>ppt_x</p:attrName>
                                        </p:attrNameLst>
                                      </p:cBhvr>
                                      <p:tavLst>
                                        <p:tav tm="0">
                                          <p:val>
                                            <p:strVal val="#ppt_x+#ppt_w*1.125000"/>
                                          </p:val>
                                        </p:tav>
                                        <p:tav tm="100000">
                                          <p:val>
                                            <p:strVal val="#ppt_x"/>
                                          </p:val>
                                        </p:tav>
                                      </p:tavLst>
                                    </p:anim>
                                    <p:animEffect transition="in" filter="wipe(left)">
                                      <p:cBhvr>
                                        <p:cTn id="238" dur="500"/>
                                        <p:tgtEl>
                                          <p:spTgt spid="8"/>
                                        </p:tgtEl>
                                      </p:cBhvr>
                                    </p:animEffect>
                                  </p:childTnLst>
                                </p:cTn>
                              </p:par>
                            </p:childTnLst>
                          </p:cTn>
                        </p:par>
                        <p:par>
                          <p:cTn id="239" fill="hold">
                            <p:stCondLst>
                              <p:cond delay="500"/>
                            </p:stCondLst>
                            <p:childTnLst>
                              <p:par>
                                <p:cTn id="240" presetID="10" presetClass="entr" presetSubtype="0" fill="hold" nodeType="afterEffect">
                                  <p:stCondLst>
                                    <p:cond delay="0"/>
                                  </p:stCondLst>
                                  <p:childTnLst>
                                    <p:set>
                                      <p:cBhvr>
                                        <p:cTn id="241" dur="1" fill="hold">
                                          <p:stCondLst>
                                            <p:cond delay="0"/>
                                          </p:stCondLst>
                                        </p:cTn>
                                        <p:tgtEl>
                                          <p:spTgt spid="264"/>
                                        </p:tgtEl>
                                        <p:attrNameLst>
                                          <p:attrName>style.visibility</p:attrName>
                                        </p:attrNameLst>
                                      </p:cBhvr>
                                      <p:to>
                                        <p:strVal val="visible"/>
                                      </p:to>
                                    </p:set>
                                    <p:animEffect transition="in" filter="fade">
                                      <p:cBhvr>
                                        <p:cTn id="242" dur="500"/>
                                        <p:tgtEl>
                                          <p:spTgt spid="2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9" grpId="0" uiExpand="1">
        <p:bldSub>
          <a:bldDgm bld="one"/>
        </p:bldSub>
      </p:bldGraphic>
      <p:bldP spid="259" grpId="0" animBg="1"/>
      <p:bldP spid="293" grpId="0" animBg="1"/>
      <p:bldP spid="292" grpId="0" animBg="1"/>
      <p:bldP spid="4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dirty="0"/>
              <a:t>La </a:t>
            </a:r>
            <a:r>
              <a:rPr lang="fr-CA" sz="2200" b="1" noProof="0" dirty="0">
                <a:solidFill>
                  <a:srgbClr val="0063C1"/>
                </a:solidFill>
              </a:rPr>
              <a:t>totalité</a:t>
            </a:r>
            <a:r>
              <a:rPr lang="fr-CA" sz="2200" noProof="0" dirty="0"/>
              <a:t> des données est extraite et migrée, dans les moindres détails.</a:t>
            </a:r>
            <a:br>
              <a:rPr lang="fr-CA" sz="2200" noProof="0" dirty="0"/>
            </a:br>
            <a:r>
              <a:rPr lang="fr-CA" sz="2200" noProof="0" dirty="0"/>
              <a:t>Si la donnée est visible dans PL, elle est migrée.</a:t>
            </a:r>
          </a:p>
          <a:p>
            <a:pPr>
              <a:spcAft>
                <a:spcPts val="1000"/>
              </a:spcAft>
            </a:pPr>
            <a:r>
              <a:rPr lang="fr-CA" sz="2200" noProof="0" dirty="0"/>
              <a:t>Les liens avec les </a:t>
            </a:r>
            <a:r>
              <a:rPr lang="fr-CA" sz="2200" b="1" noProof="0" dirty="0">
                <a:solidFill>
                  <a:srgbClr val="0063C1"/>
                </a:solidFill>
              </a:rPr>
              <a:t>pièces jointes </a:t>
            </a:r>
            <a:r>
              <a:rPr lang="fr-CA" sz="2200" noProof="0" dirty="0"/>
              <a:t>sont également migrés, permettant d'accéder à toutes les photos, documents numérisés, plans, etc. </a:t>
            </a:r>
          </a:p>
          <a:p>
            <a:pPr>
              <a:spcAft>
                <a:spcPts val="1000"/>
              </a:spcAft>
            </a:pPr>
            <a:r>
              <a:rPr lang="fr-CA" sz="2200" noProof="0" dirty="0"/>
              <a:t>Les </a:t>
            </a:r>
            <a:r>
              <a:rPr lang="fr-CA" sz="2200" b="1" noProof="0" dirty="0">
                <a:solidFill>
                  <a:srgbClr val="0063C1"/>
                </a:solidFill>
              </a:rPr>
              <a:t>dossiers adresse </a:t>
            </a:r>
            <a:r>
              <a:rPr lang="fr-CA" sz="2200" noProof="0" dirty="0"/>
              <a:t>sont exportés tel qu'ils sont dans votre PL. Si votre PL est à jour par rapport au rôle d'évaluation, vos données exportées seront à jour.</a:t>
            </a:r>
          </a:p>
          <a:p>
            <a:pPr>
              <a:spcAft>
                <a:spcPts val="1000"/>
              </a:spcAft>
            </a:pPr>
            <a:r>
              <a:rPr lang="fr-CA" sz="2200" noProof="0" dirty="0"/>
              <a:t>Tous les petits détails sont exportés, tel que le temps payé pour chaque employé pour chaque activité, les champs persos, les plans d'intervention,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Granularité des données:</a:t>
            </a:r>
          </a:p>
        </p:txBody>
      </p:sp>
    </p:spTree>
    <p:extLst>
      <p:ext uri="{BB962C8B-B14F-4D97-AF65-F5344CB8AC3E}">
        <p14:creationId xmlns:p14="http://schemas.microsoft.com/office/powerpoint/2010/main" val="6590835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dirty="0"/>
              <a:t>Il n'est </a:t>
            </a:r>
            <a:r>
              <a:rPr lang="fr-CA" sz="2200" u="sng" noProof="0" dirty="0"/>
              <a:t>pas possible </a:t>
            </a:r>
            <a:r>
              <a:rPr lang="fr-CA" sz="2200" noProof="0" dirty="0"/>
              <a:t>d'extraire seulement </a:t>
            </a:r>
            <a:r>
              <a:rPr lang="fr-CA" sz="2200" b="1" noProof="0" dirty="0"/>
              <a:t>une partie </a:t>
            </a:r>
            <a:r>
              <a:rPr lang="fr-CA" sz="2200" noProof="0" dirty="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dirty="0">
                <a:solidFill>
                  <a:srgbClr val="0063C1"/>
                </a:solidFill>
              </a:rPr>
              <a:t>Cependant</a:t>
            </a:r>
            <a:r>
              <a:rPr lang="fr-CA" sz="2200" noProof="0" dirty="0"/>
              <a:t>, pour répondre à des préoccupations de confidentialité des données sensibles, </a:t>
            </a:r>
            <a:r>
              <a:rPr lang="fr-CA" sz="2200" u="sng" noProof="0" dirty="0"/>
              <a:t>il est possible </a:t>
            </a:r>
            <a:r>
              <a:rPr lang="fr-CA" sz="2200" noProof="0" dirty="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dirty="0" err="1">
                <a:latin typeface="Courier New" panose="02070309020205020404" pitchFamily="49" charset="0"/>
                <a:cs typeface="Courier New" panose="02070309020205020404" pitchFamily="49" charset="0"/>
              </a:rPr>
              <a:t>Employé.NAS</a:t>
            </a:r>
            <a:endParaRPr lang="fr-CA" sz="1800" noProof="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dirty="0">
                <a:latin typeface="Courier New" panose="02070309020205020404" pitchFamily="49" charset="0"/>
                <a:cs typeface="Courier New" panose="02070309020205020404" pitchFamily="49" charset="0"/>
              </a:rPr>
              <a:t>Employé.</a:t>
            </a:r>
            <a:r>
              <a:rPr lang="fr-CA" sz="1800" dirty="0" err="1">
                <a:latin typeface="Courier New" panose="02070309020205020404" pitchFamily="49" charset="0"/>
                <a:cs typeface="Courier New" panose="02070309020205020404" pitchFamily="49" charset="0"/>
              </a:rPr>
              <a:t>NumeroAssuranceMaladie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Employé.NumeroPermisConduire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Employé.DateDeNaissance</a:t>
            </a:r>
            <a:endParaRPr lang="fr-CA" sz="1800" noProof="0" dirty="0">
              <a:latin typeface="Courier New" panose="02070309020205020404" pitchFamily="49" charset="0"/>
              <a:cs typeface="Courier New" panose="02070309020205020404" pitchFamily="49" charset="0"/>
            </a:endParaRPr>
          </a:p>
          <a:p>
            <a:pPr>
              <a:spcAft>
                <a:spcPts val="1000"/>
              </a:spcAft>
            </a:pPr>
            <a:endParaRPr lang="fr-CA" sz="2200" noProof="0" dirty="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par>
                          <p:cTn id="25" fill="hold">
                            <p:stCondLst>
                              <p:cond delay="2000"/>
                            </p:stCondLst>
                            <p:childTnLst>
                              <p:par>
                                <p:cTn id="26" presetID="10" presetClass="entr" presetSubtype="0" fill="hold" grpId="0"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sp>
        <p:nvSpPr>
          <p:cNvPr id="17" name="Rounded Rectangle 16">
            <a:extLst>
              <a:ext uri="{FF2B5EF4-FFF2-40B4-BE49-F238E27FC236}">
                <a16:creationId xmlns:a16="http://schemas.microsoft.com/office/drawing/2014/main" id="{44B672D9-52EC-CF51-F0BC-7931FF21320D}"/>
              </a:ext>
            </a:extLst>
          </p:cNvPr>
          <p:cNvSpPr/>
          <p:nvPr/>
        </p:nvSpPr>
        <p:spPr>
          <a:xfrm>
            <a:off x="825503" y="2571118"/>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2628904" y="2571118"/>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4542370" y="2571118"/>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sp>
        <p:nvSpPr>
          <p:cNvPr id="21" name="Rounded Rectangle 20">
            <a:extLst>
              <a:ext uri="{FF2B5EF4-FFF2-40B4-BE49-F238E27FC236}">
                <a16:creationId xmlns:a16="http://schemas.microsoft.com/office/drawing/2014/main" id="{49805065-5151-292A-E4AF-B4E068ACEF40}"/>
              </a:ext>
            </a:extLst>
          </p:cNvPr>
          <p:cNvSpPr/>
          <p:nvPr/>
        </p:nvSpPr>
        <p:spPr>
          <a:xfrm>
            <a:off x="829733" y="2878239"/>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2937930" y="2878239"/>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3920068" y="2878239"/>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32" name="Rounded Rectangle 31">
            <a:extLst>
              <a:ext uri="{FF2B5EF4-FFF2-40B4-BE49-F238E27FC236}">
                <a16:creationId xmlns:a16="http://schemas.microsoft.com/office/drawing/2014/main" id="{9D2BB270-56FD-3CF7-1140-94927A96B87D}"/>
              </a:ext>
            </a:extLst>
          </p:cNvPr>
          <p:cNvSpPr/>
          <p:nvPr/>
        </p:nvSpPr>
        <p:spPr>
          <a:xfrm>
            <a:off x="1574800" y="3798726"/>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4004741" y="3798726"/>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4682077" y="3798726"/>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sp>
        <p:nvSpPr>
          <p:cNvPr id="35" name="Rounded Rectangle 34">
            <a:extLst>
              <a:ext uri="{FF2B5EF4-FFF2-40B4-BE49-F238E27FC236}">
                <a16:creationId xmlns:a16="http://schemas.microsoft.com/office/drawing/2014/main" id="{257F4BEB-A5F9-A1A0-A2B7-F023C4B68BE8}"/>
              </a:ext>
            </a:extLst>
          </p:cNvPr>
          <p:cNvSpPr/>
          <p:nvPr/>
        </p:nvSpPr>
        <p:spPr>
          <a:xfrm>
            <a:off x="1574800" y="410352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2556939" y="410352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4347646" y="410352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dirty="0"/>
              <a:t>Dossier </a:t>
            </a:r>
            <a:r>
              <a:rPr lang="fr-CA" b="1" noProof="0" dirty="0" err="1"/>
              <a:t>adresse.xml</a:t>
            </a:r>
            <a:endParaRPr lang="fr-CA" b="1" noProof="0" dirty="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cs typeface="Courier New" panose="02070309020205020404" pitchFamily="49" charset="0"/>
              </a:rPr>
              <a:t>Autres propriétés de l'adresse...</a:t>
            </a:r>
          </a:p>
        </p:txBody>
      </p:sp>
      <p:sp>
        <p:nvSpPr>
          <p:cNvPr id="77" name="Rounded Rectangle 76">
            <a:extLst>
              <a:ext uri="{FF2B5EF4-FFF2-40B4-BE49-F238E27FC236}">
                <a16:creationId xmlns:a16="http://schemas.microsoft.com/office/drawing/2014/main" id="{8AF81BF6-B68F-85F4-D7DA-D414667CB11D}"/>
              </a:ext>
            </a:extLst>
          </p:cNvPr>
          <p:cNvSpPr/>
          <p:nvPr/>
        </p:nvSpPr>
        <p:spPr>
          <a:xfrm>
            <a:off x="804333" y="5325106"/>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3158067" y="5325106"/>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4140205" y="5325106"/>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dirty="0"/>
              <a:t>Schéma de </a:t>
            </a:r>
            <a:r>
              <a:rPr lang="fr-CA" b="1" noProof="0" dirty="0" err="1"/>
              <a:t>données.xsd</a:t>
            </a:r>
            <a:endParaRPr lang="fr-CA" b="1" noProof="0" dirty="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dirty="0" err="1">
                <a:solidFill>
                  <a:srgbClr val="004F9A"/>
                </a:solidFill>
                <a:latin typeface="Courier New" panose="02070309020205020404" pitchFamily="49" charset="0"/>
                <a:cs typeface="Courier New" panose="02070309020205020404" pitchFamily="49" charset="0"/>
              </a:rPr>
              <a:t>DossierAdresse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id</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matricule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subdivision</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 format </a:t>
            </a:r>
            <a:r>
              <a:rPr lang="fr-CA" sz="1200" b="1" spc="-100" noProof="0" dirty="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raisonSociale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anneeConstruction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valeurImmeuble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valeurTerrain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listePersonneRessource</a:t>
            </a:r>
            <a:r>
              <a:rPr lang="fr-CA" sz="1200" spc="-100" noProof="0" dirty="0">
                <a:latin typeface="Courier New" panose="02070309020205020404" pitchFamily="49" charset="0"/>
                <a:cs typeface="Courier New" panose="02070309020205020404" pitchFamily="49" charset="0"/>
              </a:rPr>
              <a:t>": </a:t>
            </a:r>
            <a:br>
              <a:rPr lang="fr-CA" sz="1200" spc="-100" noProof="0" dirty="0">
                <a:latin typeface="Courier New" panose="02070309020205020404" pitchFamily="49" charset="0"/>
                <a:cs typeface="Courier New" panose="02070309020205020404" pitchFamily="49" charset="0"/>
              </a:rPr>
            </a:br>
            <a:r>
              <a:rPr lang="fr-CA" sz="1200" spc="-100" noProof="0" dirty="0">
                <a:latin typeface="Courier New" panose="02070309020205020404" pitchFamily="49" charset="0"/>
                <a:cs typeface="Courier New" panose="02070309020205020404" pitchFamily="49" charset="0"/>
              </a:rPr>
              <a:t>		 format </a:t>
            </a: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 0 à N</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a:solidFill>
                  <a:srgbClr val="9437FF"/>
                </a:solidFill>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numeroCivique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rue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arrondissement</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secteur</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codePostal</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nom</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dirty="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dirty="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dirty="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dirty="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dirty="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dirty="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dirty="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dirty="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dirty="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dirty="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dirty="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dirty="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dirty="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dirty="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dirty="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E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dirty="0">
                <a:solidFill>
                  <a:schemeClr val="bg1"/>
                </a:solidFill>
              </a:rPr>
              <a:t>Conformité</a:t>
            </a:r>
            <a:br>
              <a:rPr lang="fr-CA" sz="1600" b="1" noProof="0" dirty="0">
                <a:solidFill>
                  <a:schemeClr val="bg1"/>
                </a:solidFill>
              </a:rPr>
            </a:br>
            <a:r>
              <a:rPr lang="fr-CA" sz="1600" b="1" noProof="0" dirty="0">
                <a:solidFill>
                  <a:schemeClr val="bg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27861222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50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62"/>
                                        </p:tgtEl>
                                        <p:attrNameLst>
                                          <p:attrName>style.visibility</p:attrName>
                                        </p:attrNameLst>
                                      </p:cBhvr>
                                      <p:to>
                                        <p:strVal val="visible"/>
                                      </p:to>
                                    </p:set>
                                    <p:animEffect transition="in" filter="fade">
                                      <p:cBhvr>
                                        <p:cTn id="14" dur="500"/>
                                        <p:tgtEl>
                                          <p:spTgt spid="62"/>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right)">
                                      <p:cBhvr>
                                        <p:cTn id="22" dur="500"/>
                                        <p:tgtEl>
                                          <p:spTgt spid="28"/>
                                        </p:tgtEl>
                                      </p:cBhvr>
                                    </p:animEffect>
                                  </p:childTnLst>
                                </p:cTn>
                              </p:par>
                            </p:childTnLst>
                          </p:cTn>
                        </p:par>
                        <p:par>
                          <p:cTn id="23" fill="hold">
                            <p:stCondLst>
                              <p:cond delay="500"/>
                            </p:stCondLst>
                            <p:childTnLst>
                              <p:par>
                                <p:cTn id="24" presetID="16" presetClass="entr" presetSubtype="26"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barn(inHorizontal)">
                                      <p:cBhvr>
                                        <p:cTn id="26" dur="10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500"/>
                                        <p:tgtEl>
                                          <p:spTgt spid="13"/>
                                        </p:tgtEl>
                                      </p:cBhvr>
                                    </p:animEffect>
                                  </p:childTnLst>
                                </p:cTn>
                              </p:par>
                              <p:par>
                                <p:cTn id="32" presetID="22" presetClass="entr" presetSubtype="2"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500"/>
                                        <p:tgtEl>
                                          <p:spTgt spid="16"/>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par>
                                <p:cTn id="44" presetID="22" presetClass="entr" presetSubtype="2"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right)">
                                      <p:cBhvr>
                                        <p:cTn id="46" dur="500"/>
                                        <p:tgtEl>
                                          <p:spTgt spid="20"/>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500"/>
                                        <p:tgtEl>
                                          <p:spTgt spid="21"/>
                                        </p:tgtEl>
                                      </p:cBhvr>
                                    </p:animEffect>
                                  </p:childTnLst>
                                </p:cTn>
                              </p:par>
                              <p:par>
                                <p:cTn id="56" presetID="22" presetClass="entr" presetSubtype="2"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right)">
                                      <p:cBhvr>
                                        <p:cTn id="58" dur="500"/>
                                        <p:tgtEl>
                                          <p:spTgt spid="23"/>
                                        </p:tgtEl>
                                      </p:cBhvr>
                                    </p:animEffect>
                                  </p:childTnLst>
                                </p:cTn>
                              </p:par>
                            </p:childTnLst>
                          </p:cTn>
                        </p:par>
                        <p:par>
                          <p:cTn id="59" fill="hold">
                            <p:stCondLst>
                              <p:cond delay="500"/>
                            </p:stCondLst>
                            <p:childTnLst>
                              <p:par>
                                <p:cTn id="60" presetID="10" presetClass="entr" presetSubtype="0" fill="hold" grpId="0"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left)">
                                      <p:cBhvr>
                                        <p:cTn id="67" dur="500"/>
                                        <p:tgtEl>
                                          <p:spTgt spid="26"/>
                                        </p:tgtEl>
                                      </p:cBhvr>
                                    </p:animEffect>
                                  </p:childTnLst>
                                </p:cTn>
                              </p:par>
                              <p:par>
                                <p:cTn id="68" presetID="22" presetClass="entr" presetSubtype="2"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right)">
                                      <p:cBhvr>
                                        <p:cTn id="70" dur="500"/>
                                        <p:tgtEl>
                                          <p:spTgt spid="27"/>
                                        </p:tgtEl>
                                      </p:cBhvr>
                                    </p:animEffect>
                                  </p:childTnLst>
                                </p:cTn>
                              </p:par>
                            </p:childTnLst>
                          </p:cTn>
                        </p:par>
                        <p:par>
                          <p:cTn id="71" fill="hold">
                            <p:stCondLst>
                              <p:cond delay="500"/>
                            </p:stCondLst>
                            <p:childTnLst>
                              <p:par>
                                <p:cTn id="72" presetID="16" presetClass="entr" presetSubtype="26"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barn(inHorizontal)">
                                      <p:cBhvr>
                                        <p:cTn id="74" dur="10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wipe(left)">
                                      <p:cBhvr>
                                        <p:cTn id="79" dur="500"/>
                                        <p:tgtEl>
                                          <p:spTgt spid="30"/>
                                        </p:tgtEl>
                                      </p:cBhvr>
                                    </p:animEffect>
                                  </p:childTnLst>
                                </p:cTn>
                              </p:par>
                              <p:par>
                                <p:cTn id="80" presetID="22" presetClass="entr" presetSubtype="2" fill="hold" grpId="0"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wipe(right)">
                                      <p:cBhvr>
                                        <p:cTn id="82" dur="500"/>
                                        <p:tgtEl>
                                          <p:spTgt spid="31"/>
                                        </p:tgtEl>
                                      </p:cBhvr>
                                    </p:animEffect>
                                  </p:childTnLst>
                                </p:cTn>
                              </p:par>
                            </p:childTnLst>
                          </p:cTn>
                        </p:par>
                        <p:par>
                          <p:cTn id="83" fill="hold">
                            <p:stCondLst>
                              <p:cond delay="500"/>
                            </p:stCondLst>
                            <p:childTnLst>
                              <p:par>
                                <p:cTn id="84" presetID="16" presetClass="entr" presetSubtype="26" fill="hold" grpId="0" nodeType="after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barn(inHorizontal)">
                                      <p:cBhvr>
                                        <p:cTn id="86" dur="1000"/>
                                        <p:tgtEl>
                                          <p:spTgt spid="38"/>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par>
                                <p:cTn id="92" presetID="22" presetClass="entr" presetSubtype="2"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wipe(right)">
                                      <p:cBhvr>
                                        <p:cTn id="94" dur="500"/>
                                        <p:tgtEl>
                                          <p:spTgt spid="34"/>
                                        </p:tgtEl>
                                      </p:cBhvr>
                                    </p:animEffect>
                                  </p:childTnLst>
                                </p:cTn>
                              </p:par>
                            </p:childTnLst>
                          </p:cTn>
                        </p:par>
                        <p:par>
                          <p:cTn id="95" fill="hold">
                            <p:stCondLst>
                              <p:cond delay="500"/>
                            </p:stCondLst>
                            <p:childTnLst>
                              <p:par>
                                <p:cTn id="96" presetID="10"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par>
                                <p:cTn id="104" presetID="22" presetClass="entr" presetSubtype="2"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wipe(right)">
                                      <p:cBhvr>
                                        <p:cTn id="106" dur="500"/>
                                        <p:tgtEl>
                                          <p:spTgt spid="37"/>
                                        </p:tgtEl>
                                      </p:cBhvr>
                                    </p:animEffect>
                                  </p:childTnLst>
                                </p:cTn>
                              </p:par>
                            </p:childTnLst>
                          </p:cTn>
                        </p:par>
                        <p:par>
                          <p:cTn id="107" fill="hold">
                            <p:stCondLst>
                              <p:cond delay="50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childTnLst>
                          </p:cTn>
                        </p:par>
                      </p:childTnLst>
                    </p:cTn>
                  </p:par>
                  <p:par>
                    <p:cTn id="111" fill="hold">
                      <p:stCondLst>
                        <p:cond delay="indefinite"/>
                      </p:stCondLst>
                      <p:childTnLst>
                        <p:par>
                          <p:cTn id="112" fill="hold">
                            <p:stCondLst>
                              <p:cond delay="0"/>
                            </p:stCondLst>
                            <p:childTnLst>
                              <p:par>
                                <p:cTn id="113" presetID="12" presetClass="entr" presetSubtype="8" fill="hold" grpId="0" nodeType="clickEffect">
                                  <p:stCondLst>
                                    <p:cond delay="0"/>
                                  </p:stCondLst>
                                  <p:childTnLst>
                                    <p:set>
                                      <p:cBhvr>
                                        <p:cTn id="114" dur="1" fill="hold">
                                          <p:stCondLst>
                                            <p:cond delay="0"/>
                                          </p:stCondLst>
                                        </p:cTn>
                                        <p:tgtEl>
                                          <p:spTgt spid="75"/>
                                        </p:tgtEl>
                                        <p:attrNameLst>
                                          <p:attrName>style.visibility</p:attrName>
                                        </p:attrNameLst>
                                      </p:cBhvr>
                                      <p:to>
                                        <p:strVal val="visible"/>
                                      </p:to>
                                    </p:set>
                                    <p:anim calcmode="lin" valueType="num">
                                      <p:cBhvr additive="base">
                                        <p:cTn id="115" dur="500"/>
                                        <p:tgtEl>
                                          <p:spTgt spid="75"/>
                                        </p:tgtEl>
                                        <p:attrNameLst>
                                          <p:attrName>ppt_x</p:attrName>
                                        </p:attrNameLst>
                                      </p:cBhvr>
                                      <p:tavLst>
                                        <p:tav tm="0">
                                          <p:val>
                                            <p:strVal val="#ppt_x-#ppt_w*1.125000"/>
                                          </p:val>
                                        </p:tav>
                                        <p:tav tm="100000">
                                          <p:val>
                                            <p:strVal val="#ppt_x"/>
                                          </p:val>
                                        </p:tav>
                                      </p:tavLst>
                                    </p:anim>
                                    <p:animEffect transition="in" filter="wipe(right)">
                                      <p:cBhvr>
                                        <p:cTn id="116" dur="500"/>
                                        <p:tgtEl>
                                          <p:spTgt spid="75"/>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grpId="0" nodeType="clickEffect">
                                  <p:stCondLst>
                                    <p:cond delay="0"/>
                                  </p:stCondLst>
                                  <p:childTnLst>
                                    <p:set>
                                      <p:cBhvr>
                                        <p:cTn id="120" dur="1" fill="hold">
                                          <p:stCondLst>
                                            <p:cond delay="0"/>
                                          </p:stCondLst>
                                        </p:cTn>
                                        <p:tgtEl>
                                          <p:spTgt spid="77"/>
                                        </p:tgtEl>
                                        <p:attrNameLst>
                                          <p:attrName>style.visibility</p:attrName>
                                        </p:attrNameLst>
                                      </p:cBhvr>
                                      <p:to>
                                        <p:strVal val="visible"/>
                                      </p:to>
                                    </p:set>
                                    <p:animEffect transition="in" filter="wipe(left)">
                                      <p:cBhvr>
                                        <p:cTn id="121" dur="500"/>
                                        <p:tgtEl>
                                          <p:spTgt spid="77"/>
                                        </p:tgtEl>
                                      </p:cBhvr>
                                    </p:animEffect>
                                  </p:childTnLst>
                                </p:cTn>
                              </p:par>
                              <p:par>
                                <p:cTn id="122" presetID="22" presetClass="entr" presetSubtype="2" fill="hold" grpId="0" nodeType="withEffect">
                                  <p:stCondLst>
                                    <p:cond delay="0"/>
                                  </p:stCondLst>
                                  <p:childTnLst>
                                    <p:set>
                                      <p:cBhvr>
                                        <p:cTn id="123" dur="1" fill="hold">
                                          <p:stCondLst>
                                            <p:cond delay="0"/>
                                          </p:stCondLst>
                                        </p:cTn>
                                        <p:tgtEl>
                                          <p:spTgt spid="79"/>
                                        </p:tgtEl>
                                        <p:attrNameLst>
                                          <p:attrName>style.visibility</p:attrName>
                                        </p:attrNameLst>
                                      </p:cBhvr>
                                      <p:to>
                                        <p:strVal val="visible"/>
                                      </p:to>
                                    </p:set>
                                    <p:animEffect transition="in" filter="wipe(right)">
                                      <p:cBhvr>
                                        <p:cTn id="124" dur="500"/>
                                        <p:tgtEl>
                                          <p:spTgt spid="79"/>
                                        </p:tgtEl>
                                      </p:cBhvr>
                                    </p:animEffect>
                                  </p:childTnLst>
                                </p:cTn>
                              </p:par>
                            </p:childTnLst>
                          </p:cTn>
                        </p:par>
                        <p:par>
                          <p:cTn id="125" fill="hold">
                            <p:stCondLst>
                              <p:cond delay="500"/>
                            </p:stCondLst>
                            <p:childTnLst>
                              <p:par>
                                <p:cTn id="126" presetID="10" presetClass="entr" presetSubtype="0" fill="hold" grpId="0" nodeType="afterEffect">
                                  <p:stCondLst>
                                    <p:cond delay="0"/>
                                  </p:stCondLst>
                                  <p:childTnLst>
                                    <p:set>
                                      <p:cBhvr>
                                        <p:cTn id="127" dur="1" fill="hold">
                                          <p:stCondLst>
                                            <p:cond delay="0"/>
                                          </p:stCondLst>
                                        </p:cTn>
                                        <p:tgtEl>
                                          <p:spTgt spid="78"/>
                                        </p:tgtEl>
                                        <p:attrNameLst>
                                          <p:attrName>style.visibility</p:attrName>
                                        </p:attrNameLst>
                                      </p:cBhvr>
                                      <p:to>
                                        <p:strVal val="visible"/>
                                      </p:to>
                                    </p:set>
                                    <p:animEffect transition="in" filter="fade">
                                      <p:cBhvr>
                                        <p:cTn id="128" dur="500"/>
                                        <p:tgtEl>
                                          <p:spTgt spid="78"/>
                                        </p:tgtEl>
                                      </p:cBhvr>
                                    </p:animEffect>
                                  </p:childTnLst>
                                </p:cTn>
                              </p:par>
                            </p:childTnLst>
                          </p:cTn>
                        </p:par>
                      </p:childTnLst>
                    </p:cTn>
                  </p:par>
                  <p:par>
                    <p:cTn id="129" fill="hold">
                      <p:stCondLst>
                        <p:cond delay="indefinite"/>
                      </p:stCondLst>
                      <p:childTnLst>
                        <p:par>
                          <p:cTn id="130" fill="hold">
                            <p:stCondLst>
                              <p:cond delay="0"/>
                            </p:stCondLst>
                            <p:childTnLst>
                              <p:par>
                                <p:cTn id="131" presetID="12" presetClass="entr" presetSubtype="8" fill="hold" grpId="0" nodeType="clickEffect">
                                  <p:stCondLst>
                                    <p:cond delay="0"/>
                                  </p:stCondLst>
                                  <p:childTnLst>
                                    <p:set>
                                      <p:cBhvr>
                                        <p:cTn id="132" dur="1" fill="hold">
                                          <p:stCondLst>
                                            <p:cond delay="0"/>
                                          </p:stCondLst>
                                        </p:cTn>
                                        <p:tgtEl>
                                          <p:spTgt spid="100"/>
                                        </p:tgtEl>
                                        <p:attrNameLst>
                                          <p:attrName>style.visibility</p:attrName>
                                        </p:attrNameLst>
                                      </p:cBhvr>
                                      <p:to>
                                        <p:strVal val="visible"/>
                                      </p:to>
                                    </p:set>
                                    <p:anim calcmode="lin" valueType="num">
                                      <p:cBhvr additive="base">
                                        <p:cTn id="133" dur="500"/>
                                        <p:tgtEl>
                                          <p:spTgt spid="100"/>
                                        </p:tgtEl>
                                        <p:attrNameLst>
                                          <p:attrName>ppt_x</p:attrName>
                                        </p:attrNameLst>
                                      </p:cBhvr>
                                      <p:tavLst>
                                        <p:tav tm="0">
                                          <p:val>
                                            <p:strVal val="#ppt_x-#ppt_w*1.125000"/>
                                          </p:val>
                                        </p:tav>
                                        <p:tav tm="100000">
                                          <p:val>
                                            <p:strVal val="#ppt_x"/>
                                          </p:val>
                                        </p:tav>
                                      </p:tavLst>
                                    </p:anim>
                                    <p:animEffect transition="in" filter="wipe(right)">
                                      <p:cBhvr>
                                        <p:cTn id="134" dur="500"/>
                                        <p:tgtEl>
                                          <p:spTgt spid="100"/>
                                        </p:tgtEl>
                                      </p:cBhvr>
                                    </p:animEffect>
                                  </p:childTnLst>
                                </p:cTn>
                              </p:par>
                            </p:childTnLst>
                          </p:cTn>
                        </p:par>
                      </p:childTnLst>
                    </p:cTn>
                  </p:par>
                  <p:par>
                    <p:cTn id="135" fill="hold">
                      <p:stCondLst>
                        <p:cond delay="indefinite"/>
                      </p:stCondLst>
                      <p:childTnLst>
                        <p:par>
                          <p:cTn id="136" fill="hold">
                            <p:stCondLst>
                              <p:cond delay="0"/>
                            </p:stCondLst>
                            <p:childTnLst>
                              <p:par>
                                <p:cTn id="137" presetID="12" presetClass="entr" presetSubtype="8" fill="hold" grpId="0" nodeType="clickEffect">
                                  <p:stCondLst>
                                    <p:cond delay="0"/>
                                  </p:stCondLst>
                                  <p:childTnLst>
                                    <p:set>
                                      <p:cBhvr>
                                        <p:cTn id="138" dur="1" fill="hold">
                                          <p:stCondLst>
                                            <p:cond delay="0"/>
                                          </p:stCondLst>
                                        </p:cTn>
                                        <p:tgtEl>
                                          <p:spTgt spid="101"/>
                                        </p:tgtEl>
                                        <p:attrNameLst>
                                          <p:attrName>style.visibility</p:attrName>
                                        </p:attrNameLst>
                                      </p:cBhvr>
                                      <p:to>
                                        <p:strVal val="visible"/>
                                      </p:to>
                                    </p:set>
                                    <p:anim calcmode="lin" valueType="num">
                                      <p:cBhvr additive="base">
                                        <p:cTn id="139" dur="500"/>
                                        <p:tgtEl>
                                          <p:spTgt spid="101"/>
                                        </p:tgtEl>
                                        <p:attrNameLst>
                                          <p:attrName>ppt_x</p:attrName>
                                        </p:attrNameLst>
                                      </p:cBhvr>
                                      <p:tavLst>
                                        <p:tav tm="0">
                                          <p:val>
                                            <p:strVal val="#ppt_x-#ppt_w*1.125000"/>
                                          </p:val>
                                        </p:tav>
                                        <p:tav tm="100000">
                                          <p:val>
                                            <p:strVal val="#ppt_x"/>
                                          </p:val>
                                        </p:tav>
                                      </p:tavLst>
                                    </p:anim>
                                    <p:animEffect transition="in" filter="wipe(right)">
                                      <p:cBhvr>
                                        <p:cTn id="140" dur="500"/>
                                        <p:tgtEl>
                                          <p:spTgt spid="101"/>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119"/>
                                        </p:tgtEl>
                                        <p:attrNameLst>
                                          <p:attrName>style.visibility</p:attrName>
                                        </p:attrNameLst>
                                      </p:cBhvr>
                                      <p:to>
                                        <p:strVal val="visible"/>
                                      </p:to>
                                    </p:set>
                                    <p:animEffect transition="in" filter="fade">
                                      <p:cBhvr>
                                        <p:cTn id="145" dur="500"/>
                                        <p:tgtEl>
                                          <p:spTgt spid="11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102"/>
                                        </p:tgtEl>
                                        <p:attrNameLst>
                                          <p:attrName>style.visibility</p:attrName>
                                        </p:attrNameLst>
                                      </p:cBhvr>
                                      <p:to>
                                        <p:strVal val="visible"/>
                                      </p:to>
                                    </p:set>
                                    <p:animEffect transition="in" filter="fade">
                                      <p:cBhvr>
                                        <p:cTn id="148" dur="500"/>
                                        <p:tgtEl>
                                          <p:spTgt spid="102"/>
                                        </p:tgtEl>
                                      </p:cBhvr>
                                    </p:animEffect>
                                  </p:childTnLst>
                                </p:cTn>
                              </p:par>
                            </p:childTnLst>
                          </p:cTn>
                        </p:par>
                        <p:par>
                          <p:cTn id="149" fill="hold">
                            <p:stCondLst>
                              <p:cond delay="500"/>
                            </p:stCondLst>
                            <p:childTnLst>
                              <p:par>
                                <p:cTn id="150" presetID="1" presetClass="entr" presetSubtype="0" fill="hold" grpId="0" nodeType="afterEffect">
                                  <p:stCondLst>
                                    <p:cond delay="0"/>
                                  </p:stCondLst>
                                  <p:childTnLst>
                                    <p:set>
                                      <p:cBhvr>
                                        <p:cTn id="151" dur="1" fill="hold">
                                          <p:stCondLst>
                                            <p:cond delay="0"/>
                                          </p:stCondLst>
                                        </p:cTn>
                                        <p:tgtEl>
                                          <p:spTgt spid="120">
                                            <p:txEl>
                                              <p:pRg st="0" end="0"/>
                                            </p:txEl>
                                          </p:spTgt>
                                        </p:tgtEl>
                                        <p:attrNameLst>
                                          <p:attrName>style.visibility</p:attrName>
                                        </p:attrNameLst>
                                      </p:cBhvr>
                                      <p:to>
                                        <p:strVal val="visible"/>
                                      </p:to>
                                    </p:set>
                                  </p:childTnLst>
                                </p:cTn>
                              </p:par>
                            </p:childTnLst>
                          </p:cTn>
                        </p:par>
                        <p:par>
                          <p:cTn id="152" fill="hold">
                            <p:stCondLst>
                              <p:cond delay="500"/>
                            </p:stCondLst>
                            <p:childTnLst>
                              <p:par>
                                <p:cTn id="153" presetID="1" presetClass="entr" presetSubtype="0" fill="hold" grpId="0" nodeType="afterEffect">
                                  <p:stCondLst>
                                    <p:cond delay="100"/>
                                  </p:stCondLst>
                                  <p:childTnLst>
                                    <p:set>
                                      <p:cBhvr>
                                        <p:cTn id="154" dur="1" fill="hold">
                                          <p:stCondLst>
                                            <p:cond delay="0"/>
                                          </p:stCondLst>
                                        </p:cTn>
                                        <p:tgtEl>
                                          <p:spTgt spid="120">
                                            <p:txEl>
                                              <p:pRg st="1" end="1"/>
                                            </p:txEl>
                                          </p:spTgt>
                                        </p:tgtEl>
                                        <p:attrNameLst>
                                          <p:attrName>style.visibility</p:attrName>
                                        </p:attrNameLst>
                                      </p:cBhvr>
                                      <p:to>
                                        <p:strVal val="visible"/>
                                      </p:to>
                                    </p:set>
                                  </p:childTnLst>
                                </p:cTn>
                              </p:par>
                            </p:childTnLst>
                          </p:cTn>
                        </p:par>
                        <p:par>
                          <p:cTn id="155" fill="hold">
                            <p:stCondLst>
                              <p:cond delay="600"/>
                            </p:stCondLst>
                            <p:childTnLst>
                              <p:par>
                                <p:cTn id="156" presetID="1" presetClass="entr" presetSubtype="0" fill="hold" grpId="0" nodeType="afterEffect">
                                  <p:stCondLst>
                                    <p:cond delay="100"/>
                                  </p:stCondLst>
                                  <p:childTnLst>
                                    <p:set>
                                      <p:cBhvr>
                                        <p:cTn id="157" dur="1" fill="hold">
                                          <p:stCondLst>
                                            <p:cond delay="0"/>
                                          </p:stCondLst>
                                        </p:cTn>
                                        <p:tgtEl>
                                          <p:spTgt spid="120">
                                            <p:txEl>
                                              <p:pRg st="2" end="2"/>
                                            </p:txEl>
                                          </p:spTgt>
                                        </p:tgtEl>
                                        <p:attrNameLst>
                                          <p:attrName>style.visibility</p:attrName>
                                        </p:attrNameLst>
                                      </p:cBhvr>
                                      <p:to>
                                        <p:strVal val="visible"/>
                                      </p:to>
                                    </p:set>
                                  </p:childTnLst>
                                </p:cTn>
                              </p:par>
                            </p:childTnLst>
                          </p:cTn>
                        </p:par>
                        <p:par>
                          <p:cTn id="158" fill="hold">
                            <p:stCondLst>
                              <p:cond delay="700"/>
                            </p:stCondLst>
                            <p:childTnLst>
                              <p:par>
                                <p:cTn id="159" presetID="1" presetClass="entr" presetSubtype="0" fill="hold" grpId="0" nodeType="afterEffect">
                                  <p:stCondLst>
                                    <p:cond delay="100"/>
                                  </p:stCondLst>
                                  <p:childTnLst>
                                    <p:set>
                                      <p:cBhvr>
                                        <p:cTn id="160" dur="1" fill="hold">
                                          <p:stCondLst>
                                            <p:cond delay="0"/>
                                          </p:stCondLst>
                                        </p:cTn>
                                        <p:tgtEl>
                                          <p:spTgt spid="120">
                                            <p:txEl>
                                              <p:pRg st="3" end="3"/>
                                            </p:txEl>
                                          </p:spTgt>
                                        </p:tgtEl>
                                        <p:attrNameLst>
                                          <p:attrName>style.visibility</p:attrName>
                                        </p:attrNameLst>
                                      </p:cBhvr>
                                      <p:to>
                                        <p:strVal val="visible"/>
                                      </p:to>
                                    </p:set>
                                  </p:childTnLst>
                                </p:cTn>
                              </p:par>
                            </p:childTnLst>
                          </p:cTn>
                        </p:par>
                        <p:par>
                          <p:cTn id="161" fill="hold">
                            <p:stCondLst>
                              <p:cond delay="800"/>
                            </p:stCondLst>
                            <p:childTnLst>
                              <p:par>
                                <p:cTn id="162" presetID="1" presetClass="entr" presetSubtype="0" fill="hold" grpId="0" nodeType="afterEffect">
                                  <p:stCondLst>
                                    <p:cond delay="100"/>
                                  </p:stCondLst>
                                  <p:childTnLst>
                                    <p:set>
                                      <p:cBhvr>
                                        <p:cTn id="163" dur="1" fill="hold">
                                          <p:stCondLst>
                                            <p:cond delay="0"/>
                                          </p:stCondLst>
                                        </p:cTn>
                                        <p:tgtEl>
                                          <p:spTgt spid="120">
                                            <p:txEl>
                                              <p:pRg st="4" end="4"/>
                                            </p:txEl>
                                          </p:spTgt>
                                        </p:tgtEl>
                                        <p:attrNameLst>
                                          <p:attrName>style.visibility</p:attrName>
                                        </p:attrNameLst>
                                      </p:cBhvr>
                                      <p:to>
                                        <p:strVal val="visible"/>
                                      </p:to>
                                    </p:set>
                                  </p:childTnLst>
                                </p:cTn>
                              </p:par>
                            </p:childTnLst>
                          </p:cTn>
                        </p:par>
                        <p:par>
                          <p:cTn id="164" fill="hold">
                            <p:stCondLst>
                              <p:cond delay="900"/>
                            </p:stCondLst>
                            <p:childTnLst>
                              <p:par>
                                <p:cTn id="165" presetID="1" presetClass="entr" presetSubtype="0" fill="hold" grpId="0" nodeType="afterEffect">
                                  <p:stCondLst>
                                    <p:cond delay="100"/>
                                  </p:stCondLst>
                                  <p:childTnLst>
                                    <p:set>
                                      <p:cBhvr>
                                        <p:cTn id="166" dur="1" fill="hold">
                                          <p:stCondLst>
                                            <p:cond delay="0"/>
                                          </p:stCondLst>
                                        </p:cTn>
                                        <p:tgtEl>
                                          <p:spTgt spid="120">
                                            <p:txEl>
                                              <p:pRg st="5" end="5"/>
                                            </p:txEl>
                                          </p:spTgt>
                                        </p:tgtEl>
                                        <p:attrNameLst>
                                          <p:attrName>style.visibility</p:attrName>
                                        </p:attrNameLst>
                                      </p:cBhvr>
                                      <p:to>
                                        <p:strVal val="visible"/>
                                      </p:to>
                                    </p:set>
                                  </p:childTnLst>
                                </p:cTn>
                              </p:par>
                            </p:childTnLst>
                          </p:cTn>
                        </p:par>
                        <p:par>
                          <p:cTn id="167" fill="hold">
                            <p:stCondLst>
                              <p:cond delay="1000"/>
                            </p:stCondLst>
                            <p:childTnLst>
                              <p:par>
                                <p:cTn id="168" presetID="1" presetClass="entr" presetSubtype="0" fill="hold" grpId="0" nodeType="afterEffect">
                                  <p:stCondLst>
                                    <p:cond delay="100"/>
                                  </p:stCondLst>
                                  <p:childTnLst>
                                    <p:set>
                                      <p:cBhvr>
                                        <p:cTn id="169" dur="1" fill="hold">
                                          <p:stCondLst>
                                            <p:cond delay="0"/>
                                          </p:stCondLst>
                                        </p:cTn>
                                        <p:tgtEl>
                                          <p:spTgt spid="120">
                                            <p:txEl>
                                              <p:pRg st="6" end="6"/>
                                            </p:txEl>
                                          </p:spTgt>
                                        </p:tgtEl>
                                        <p:attrNameLst>
                                          <p:attrName>style.visibility</p:attrName>
                                        </p:attrNameLst>
                                      </p:cBhvr>
                                      <p:to>
                                        <p:strVal val="visible"/>
                                      </p:to>
                                    </p:set>
                                  </p:childTnLst>
                                </p:cTn>
                              </p:par>
                            </p:childTnLst>
                          </p:cTn>
                        </p:par>
                        <p:par>
                          <p:cTn id="170" fill="hold">
                            <p:stCondLst>
                              <p:cond delay="1100"/>
                            </p:stCondLst>
                            <p:childTnLst>
                              <p:par>
                                <p:cTn id="171" presetID="1" presetClass="entr" presetSubtype="0" fill="hold" grpId="0" nodeType="afterEffect">
                                  <p:stCondLst>
                                    <p:cond delay="100"/>
                                  </p:stCondLst>
                                  <p:childTnLst>
                                    <p:set>
                                      <p:cBhvr>
                                        <p:cTn id="172" dur="1" fill="hold">
                                          <p:stCondLst>
                                            <p:cond delay="0"/>
                                          </p:stCondLst>
                                        </p:cTn>
                                        <p:tgtEl>
                                          <p:spTgt spid="120">
                                            <p:txEl>
                                              <p:pRg st="7" end="7"/>
                                            </p:txEl>
                                          </p:spTgt>
                                        </p:tgtEl>
                                        <p:attrNameLst>
                                          <p:attrName>style.visibility</p:attrName>
                                        </p:attrNameLst>
                                      </p:cBhvr>
                                      <p:to>
                                        <p:strVal val="visible"/>
                                      </p:to>
                                    </p:set>
                                  </p:childTnLst>
                                </p:cTn>
                              </p:par>
                            </p:childTnLst>
                          </p:cTn>
                        </p:par>
                        <p:par>
                          <p:cTn id="173" fill="hold">
                            <p:stCondLst>
                              <p:cond delay="1200"/>
                            </p:stCondLst>
                            <p:childTnLst>
                              <p:par>
                                <p:cTn id="174" presetID="1" presetClass="entr" presetSubtype="0" fill="hold" grpId="0" nodeType="afterEffect">
                                  <p:stCondLst>
                                    <p:cond delay="100"/>
                                  </p:stCondLst>
                                  <p:childTnLst>
                                    <p:set>
                                      <p:cBhvr>
                                        <p:cTn id="175" dur="1" fill="hold">
                                          <p:stCondLst>
                                            <p:cond delay="0"/>
                                          </p:stCondLst>
                                        </p:cTn>
                                        <p:tgtEl>
                                          <p:spTgt spid="120">
                                            <p:txEl>
                                              <p:pRg st="8" end="8"/>
                                            </p:txEl>
                                          </p:spTgt>
                                        </p:tgtEl>
                                        <p:attrNameLst>
                                          <p:attrName>style.visibility</p:attrName>
                                        </p:attrNameLst>
                                      </p:cBhvr>
                                      <p:to>
                                        <p:strVal val="visible"/>
                                      </p:to>
                                    </p:set>
                                  </p:childTnLst>
                                </p:cTn>
                              </p:par>
                            </p:childTnLst>
                          </p:cTn>
                        </p:par>
                        <p:par>
                          <p:cTn id="176" fill="hold">
                            <p:stCondLst>
                              <p:cond delay="1300"/>
                            </p:stCondLst>
                            <p:childTnLst>
                              <p:par>
                                <p:cTn id="177" presetID="1" presetClass="entr" presetSubtype="0" fill="hold" grpId="0" nodeType="afterEffect">
                                  <p:stCondLst>
                                    <p:cond delay="100"/>
                                  </p:stCondLst>
                                  <p:childTnLst>
                                    <p:set>
                                      <p:cBhvr>
                                        <p:cTn id="178" dur="1" fill="hold">
                                          <p:stCondLst>
                                            <p:cond delay="0"/>
                                          </p:stCondLst>
                                        </p:cTn>
                                        <p:tgtEl>
                                          <p:spTgt spid="120">
                                            <p:txEl>
                                              <p:pRg st="9" end="9"/>
                                            </p:txEl>
                                          </p:spTgt>
                                        </p:tgtEl>
                                        <p:attrNameLst>
                                          <p:attrName>style.visibility</p:attrName>
                                        </p:attrNameLst>
                                      </p:cBhvr>
                                      <p:to>
                                        <p:strVal val="visible"/>
                                      </p:to>
                                    </p:set>
                                  </p:childTnLst>
                                </p:cTn>
                              </p:par>
                            </p:childTnLst>
                          </p:cTn>
                        </p:par>
                        <p:par>
                          <p:cTn id="179" fill="hold">
                            <p:stCondLst>
                              <p:cond delay="1400"/>
                            </p:stCondLst>
                            <p:childTnLst>
                              <p:par>
                                <p:cTn id="180" presetID="1" presetClass="entr" presetSubtype="0" fill="hold" grpId="0" nodeType="afterEffect">
                                  <p:stCondLst>
                                    <p:cond delay="100"/>
                                  </p:stCondLst>
                                  <p:childTnLst>
                                    <p:set>
                                      <p:cBhvr>
                                        <p:cTn id="181" dur="1" fill="hold">
                                          <p:stCondLst>
                                            <p:cond delay="0"/>
                                          </p:stCondLst>
                                        </p:cTn>
                                        <p:tgtEl>
                                          <p:spTgt spid="120">
                                            <p:txEl>
                                              <p:pRg st="10" end="10"/>
                                            </p:txEl>
                                          </p:spTgt>
                                        </p:tgtEl>
                                        <p:attrNameLst>
                                          <p:attrName>style.visibility</p:attrName>
                                        </p:attrNameLst>
                                      </p:cBhvr>
                                      <p:to>
                                        <p:strVal val="visible"/>
                                      </p:to>
                                    </p:set>
                                  </p:childTnLst>
                                </p:cTn>
                              </p:par>
                            </p:childTnLst>
                          </p:cTn>
                        </p:par>
                        <p:par>
                          <p:cTn id="182" fill="hold">
                            <p:stCondLst>
                              <p:cond delay="1500"/>
                            </p:stCondLst>
                            <p:childTnLst>
                              <p:par>
                                <p:cTn id="183" presetID="1" presetClass="entr" presetSubtype="0" fill="hold" grpId="0" nodeType="afterEffect">
                                  <p:stCondLst>
                                    <p:cond delay="100"/>
                                  </p:stCondLst>
                                  <p:childTnLst>
                                    <p:set>
                                      <p:cBhvr>
                                        <p:cTn id="184" dur="1" fill="hold">
                                          <p:stCondLst>
                                            <p:cond delay="0"/>
                                          </p:stCondLst>
                                        </p:cTn>
                                        <p:tgtEl>
                                          <p:spTgt spid="120">
                                            <p:txEl>
                                              <p:pRg st="12" end="12"/>
                                            </p:txEl>
                                          </p:spTgt>
                                        </p:tgtEl>
                                        <p:attrNameLst>
                                          <p:attrName>style.visibility</p:attrName>
                                        </p:attrNameLst>
                                      </p:cBhvr>
                                      <p:to>
                                        <p:strVal val="visible"/>
                                      </p:to>
                                    </p:set>
                                  </p:childTnLst>
                                </p:cTn>
                              </p:par>
                            </p:childTnLst>
                          </p:cTn>
                        </p:par>
                        <p:par>
                          <p:cTn id="185" fill="hold">
                            <p:stCondLst>
                              <p:cond delay="1600"/>
                            </p:stCondLst>
                            <p:childTnLst>
                              <p:par>
                                <p:cTn id="186" presetID="1" presetClass="entr" presetSubtype="0" fill="hold" grpId="0" nodeType="afterEffect">
                                  <p:stCondLst>
                                    <p:cond delay="100"/>
                                  </p:stCondLst>
                                  <p:childTnLst>
                                    <p:set>
                                      <p:cBhvr>
                                        <p:cTn id="187" dur="1" fill="hold">
                                          <p:stCondLst>
                                            <p:cond delay="0"/>
                                          </p:stCondLst>
                                        </p:cTn>
                                        <p:tgtEl>
                                          <p:spTgt spid="120">
                                            <p:txEl>
                                              <p:pRg st="13" end="13"/>
                                            </p:txEl>
                                          </p:spTgt>
                                        </p:tgtEl>
                                        <p:attrNameLst>
                                          <p:attrName>style.visibility</p:attrName>
                                        </p:attrNameLst>
                                      </p:cBhvr>
                                      <p:to>
                                        <p:strVal val="visible"/>
                                      </p:to>
                                    </p:set>
                                  </p:childTnLst>
                                </p:cTn>
                              </p:par>
                            </p:childTnLst>
                          </p:cTn>
                        </p:par>
                        <p:par>
                          <p:cTn id="188" fill="hold">
                            <p:stCondLst>
                              <p:cond delay="1700"/>
                            </p:stCondLst>
                            <p:childTnLst>
                              <p:par>
                                <p:cTn id="189" presetID="1" presetClass="entr" presetSubtype="0" fill="hold" grpId="0" nodeType="afterEffect">
                                  <p:stCondLst>
                                    <p:cond delay="100"/>
                                  </p:stCondLst>
                                  <p:childTnLst>
                                    <p:set>
                                      <p:cBhvr>
                                        <p:cTn id="190" dur="1" fill="hold">
                                          <p:stCondLst>
                                            <p:cond delay="0"/>
                                          </p:stCondLst>
                                        </p:cTn>
                                        <p:tgtEl>
                                          <p:spTgt spid="120">
                                            <p:txEl>
                                              <p:pRg st="14" end="14"/>
                                            </p:txEl>
                                          </p:spTgt>
                                        </p:tgtEl>
                                        <p:attrNameLst>
                                          <p:attrName>style.visibility</p:attrName>
                                        </p:attrNameLst>
                                      </p:cBhvr>
                                      <p:to>
                                        <p:strVal val="visible"/>
                                      </p:to>
                                    </p:set>
                                  </p:childTnLst>
                                </p:cTn>
                              </p:par>
                            </p:childTnLst>
                          </p:cTn>
                        </p:par>
                        <p:par>
                          <p:cTn id="191" fill="hold">
                            <p:stCondLst>
                              <p:cond delay="1800"/>
                            </p:stCondLst>
                            <p:childTnLst>
                              <p:par>
                                <p:cTn id="192" presetID="1" presetClass="entr" presetSubtype="0" fill="hold" grpId="0" nodeType="afterEffect">
                                  <p:stCondLst>
                                    <p:cond delay="100"/>
                                  </p:stCondLst>
                                  <p:childTnLst>
                                    <p:set>
                                      <p:cBhvr>
                                        <p:cTn id="193" dur="1" fill="hold">
                                          <p:stCondLst>
                                            <p:cond delay="0"/>
                                          </p:stCondLst>
                                        </p:cTn>
                                        <p:tgtEl>
                                          <p:spTgt spid="120">
                                            <p:txEl>
                                              <p:pRg st="15" end="15"/>
                                            </p:txEl>
                                          </p:spTgt>
                                        </p:tgtEl>
                                        <p:attrNameLst>
                                          <p:attrName>style.visibility</p:attrName>
                                        </p:attrNameLst>
                                      </p:cBhvr>
                                      <p:to>
                                        <p:strVal val="visible"/>
                                      </p:to>
                                    </p:set>
                                  </p:childTnLst>
                                </p:cTn>
                              </p:par>
                            </p:childTnLst>
                          </p:cTn>
                        </p:par>
                        <p:par>
                          <p:cTn id="194" fill="hold">
                            <p:stCondLst>
                              <p:cond delay="1900"/>
                            </p:stCondLst>
                            <p:childTnLst>
                              <p:par>
                                <p:cTn id="195" presetID="1" presetClass="entr" presetSubtype="0" fill="hold" grpId="0" nodeType="afterEffect">
                                  <p:stCondLst>
                                    <p:cond delay="100"/>
                                  </p:stCondLst>
                                  <p:childTnLst>
                                    <p:set>
                                      <p:cBhvr>
                                        <p:cTn id="196" dur="1" fill="hold">
                                          <p:stCondLst>
                                            <p:cond delay="0"/>
                                          </p:stCondLst>
                                        </p:cTn>
                                        <p:tgtEl>
                                          <p:spTgt spid="120">
                                            <p:txEl>
                                              <p:pRg st="16" end="16"/>
                                            </p:txEl>
                                          </p:spTgt>
                                        </p:tgtEl>
                                        <p:attrNameLst>
                                          <p:attrName>style.visibility</p:attrName>
                                        </p:attrNameLst>
                                      </p:cBhvr>
                                      <p:to>
                                        <p:strVal val="visible"/>
                                      </p:to>
                                    </p:set>
                                  </p:childTnLst>
                                </p:cTn>
                              </p:par>
                            </p:childTnLst>
                          </p:cTn>
                        </p:par>
                        <p:par>
                          <p:cTn id="197" fill="hold">
                            <p:stCondLst>
                              <p:cond delay="2000"/>
                            </p:stCondLst>
                            <p:childTnLst>
                              <p:par>
                                <p:cTn id="198" presetID="1" presetClass="entr" presetSubtype="0" fill="hold" grpId="0" nodeType="afterEffect">
                                  <p:stCondLst>
                                    <p:cond delay="100"/>
                                  </p:stCondLst>
                                  <p:childTnLst>
                                    <p:set>
                                      <p:cBhvr>
                                        <p:cTn id="199" dur="1" fill="hold">
                                          <p:stCondLst>
                                            <p:cond delay="0"/>
                                          </p:stCondLst>
                                        </p:cTn>
                                        <p:tgtEl>
                                          <p:spTgt spid="120">
                                            <p:txEl>
                                              <p:pRg st="17" end="17"/>
                                            </p:txEl>
                                          </p:spTgt>
                                        </p:tgtEl>
                                        <p:attrNameLst>
                                          <p:attrName>style.visibility</p:attrName>
                                        </p:attrNameLst>
                                      </p:cBhvr>
                                      <p:to>
                                        <p:strVal val="visible"/>
                                      </p:to>
                                    </p:set>
                                  </p:childTnLst>
                                </p:cTn>
                              </p:par>
                            </p:childTnLst>
                          </p:cTn>
                        </p:par>
                        <p:par>
                          <p:cTn id="200" fill="hold">
                            <p:stCondLst>
                              <p:cond delay="2100"/>
                            </p:stCondLst>
                            <p:childTnLst>
                              <p:par>
                                <p:cTn id="201" presetID="1" presetClass="entr" presetSubtype="0" fill="hold" grpId="0" nodeType="afterEffect">
                                  <p:stCondLst>
                                    <p:cond delay="100"/>
                                  </p:stCondLst>
                                  <p:childTnLst>
                                    <p:set>
                                      <p:cBhvr>
                                        <p:cTn id="202" dur="1" fill="hold">
                                          <p:stCondLst>
                                            <p:cond delay="0"/>
                                          </p:stCondLst>
                                        </p:cTn>
                                        <p:tgtEl>
                                          <p:spTgt spid="120">
                                            <p:txEl>
                                              <p:pRg st="18" end="18"/>
                                            </p:txEl>
                                          </p:spTgt>
                                        </p:tgtEl>
                                        <p:attrNameLst>
                                          <p:attrName>style.visibility</p:attrName>
                                        </p:attrNameLst>
                                      </p:cBhvr>
                                      <p:to>
                                        <p:strVal val="visible"/>
                                      </p:to>
                                    </p:set>
                                  </p:childTnLst>
                                </p:cTn>
                              </p:par>
                            </p:childTnLst>
                          </p:cTn>
                        </p:par>
                        <p:par>
                          <p:cTn id="203" fill="hold">
                            <p:stCondLst>
                              <p:cond delay="2200"/>
                            </p:stCondLst>
                            <p:childTnLst>
                              <p:par>
                                <p:cTn id="204" presetID="1" presetClass="entr" presetSubtype="0" fill="hold" grpId="0" nodeType="afterEffect">
                                  <p:stCondLst>
                                    <p:cond delay="100"/>
                                  </p:stCondLst>
                                  <p:childTnLst>
                                    <p:set>
                                      <p:cBhvr>
                                        <p:cTn id="205" dur="1" fill="hold">
                                          <p:stCondLst>
                                            <p:cond delay="0"/>
                                          </p:stCondLst>
                                        </p:cTn>
                                        <p:tgtEl>
                                          <p:spTgt spid="120">
                                            <p:txEl>
                                              <p:pRg st="20" end="20"/>
                                            </p:txEl>
                                          </p:spTgt>
                                        </p:tgtEl>
                                        <p:attrNameLst>
                                          <p:attrName>style.visibility</p:attrName>
                                        </p:attrNameLst>
                                      </p:cBhvr>
                                      <p:to>
                                        <p:strVal val="visible"/>
                                      </p:to>
                                    </p:set>
                                  </p:childTnLst>
                                </p:cTn>
                              </p:par>
                            </p:childTnLst>
                          </p:cTn>
                        </p:par>
                        <p:par>
                          <p:cTn id="206" fill="hold">
                            <p:stCondLst>
                              <p:cond delay="2300"/>
                            </p:stCondLst>
                            <p:childTnLst>
                              <p:par>
                                <p:cTn id="207" presetID="1" presetClass="entr" presetSubtype="0" fill="hold" grpId="0" nodeType="afterEffect">
                                  <p:stCondLst>
                                    <p:cond delay="100"/>
                                  </p:stCondLst>
                                  <p:childTnLst>
                                    <p:set>
                                      <p:cBhvr>
                                        <p:cTn id="208" dur="1" fill="hold">
                                          <p:stCondLst>
                                            <p:cond delay="0"/>
                                          </p:stCondLst>
                                        </p:cTn>
                                        <p:tgtEl>
                                          <p:spTgt spid="120">
                                            <p:txEl>
                                              <p:pRg st="21" end="21"/>
                                            </p:txEl>
                                          </p:spTgt>
                                        </p:tgtEl>
                                        <p:attrNameLst>
                                          <p:attrName>style.visibility</p:attrName>
                                        </p:attrNameLst>
                                      </p:cBhvr>
                                      <p:to>
                                        <p:strVal val="visible"/>
                                      </p:to>
                                    </p:set>
                                  </p:childTnLst>
                                </p:cTn>
                              </p:par>
                            </p:childTnLst>
                          </p:cTn>
                        </p:par>
                        <p:par>
                          <p:cTn id="209" fill="hold">
                            <p:stCondLst>
                              <p:cond delay="2400"/>
                            </p:stCondLst>
                            <p:childTnLst>
                              <p:par>
                                <p:cTn id="210" presetID="1" presetClass="entr" presetSubtype="0" fill="hold" grpId="0" nodeType="afterEffect">
                                  <p:stCondLst>
                                    <p:cond delay="100"/>
                                  </p:stCondLst>
                                  <p:childTnLst>
                                    <p:set>
                                      <p:cBhvr>
                                        <p:cTn id="211" dur="1" fill="hold">
                                          <p:stCondLst>
                                            <p:cond delay="0"/>
                                          </p:stCondLst>
                                        </p:cTn>
                                        <p:tgtEl>
                                          <p:spTgt spid="120">
                                            <p:txEl>
                                              <p:pRg st="22" end="22"/>
                                            </p:txEl>
                                          </p:spTgt>
                                        </p:tgtEl>
                                        <p:attrNameLst>
                                          <p:attrName>style.visibility</p:attrName>
                                        </p:attrNameLst>
                                      </p:cBhvr>
                                      <p:to>
                                        <p:strVal val="visible"/>
                                      </p:to>
                                    </p:set>
                                  </p:childTnLst>
                                </p:cTn>
                              </p:par>
                            </p:childTnLst>
                          </p:cTn>
                        </p:par>
                      </p:childTnLst>
                    </p:cTn>
                  </p:par>
                  <p:par>
                    <p:cTn id="212" fill="hold">
                      <p:stCondLst>
                        <p:cond delay="indefinite"/>
                      </p:stCondLst>
                      <p:childTnLst>
                        <p:par>
                          <p:cTn id="213" fill="hold">
                            <p:stCondLst>
                              <p:cond delay="0"/>
                            </p:stCondLst>
                            <p:childTnLst>
                              <p:par>
                                <p:cTn id="214" presetID="12" presetClass="entr" presetSubtype="2" fill="hold" grpId="0" nodeType="clickEffect">
                                  <p:stCondLst>
                                    <p:cond delay="0"/>
                                  </p:stCondLst>
                                  <p:childTnLst>
                                    <p:set>
                                      <p:cBhvr>
                                        <p:cTn id="215" dur="1" fill="hold">
                                          <p:stCondLst>
                                            <p:cond delay="0"/>
                                          </p:stCondLst>
                                        </p:cTn>
                                        <p:tgtEl>
                                          <p:spTgt spid="136"/>
                                        </p:tgtEl>
                                        <p:attrNameLst>
                                          <p:attrName>style.visibility</p:attrName>
                                        </p:attrNameLst>
                                      </p:cBhvr>
                                      <p:to>
                                        <p:strVal val="visible"/>
                                      </p:to>
                                    </p:set>
                                    <p:anim calcmode="lin" valueType="num">
                                      <p:cBhvr additive="base">
                                        <p:cTn id="216" dur="500"/>
                                        <p:tgtEl>
                                          <p:spTgt spid="136"/>
                                        </p:tgtEl>
                                        <p:attrNameLst>
                                          <p:attrName>ppt_x</p:attrName>
                                        </p:attrNameLst>
                                      </p:cBhvr>
                                      <p:tavLst>
                                        <p:tav tm="0">
                                          <p:val>
                                            <p:strVal val="#ppt_x+#ppt_w*1.125000"/>
                                          </p:val>
                                        </p:tav>
                                        <p:tav tm="100000">
                                          <p:val>
                                            <p:strVal val="#ppt_x"/>
                                          </p:val>
                                        </p:tav>
                                      </p:tavLst>
                                    </p:anim>
                                    <p:animEffect transition="in" filter="wipe(left)">
                                      <p:cBhvr>
                                        <p:cTn id="217" dur="500"/>
                                        <p:tgtEl>
                                          <p:spTgt spid="136"/>
                                        </p:tgtEl>
                                      </p:cBhvr>
                                    </p:animEffect>
                                  </p:childTnLst>
                                </p:cTn>
                              </p:par>
                            </p:childTnLst>
                          </p:cTn>
                        </p:par>
                        <p:par>
                          <p:cTn id="218" fill="hold">
                            <p:stCondLst>
                              <p:cond delay="500"/>
                            </p:stCondLst>
                            <p:childTnLst>
                              <p:par>
                                <p:cTn id="219" presetID="10" presetClass="entr" presetSubtype="0" fill="hold" grpId="0" nodeType="afterEffect">
                                  <p:stCondLst>
                                    <p:cond delay="0"/>
                                  </p:stCondLst>
                                  <p:childTnLst>
                                    <p:set>
                                      <p:cBhvr>
                                        <p:cTn id="220" dur="1" fill="hold">
                                          <p:stCondLst>
                                            <p:cond delay="0"/>
                                          </p:stCondLst>
                                        </p:cTn>
                                        <p:tgtEl>
                                          <p:spTgt spid="121"/>
                                        </p:tgtEl>
                                        <p:attrNameLst>
                                          <p:attrName>style.visibility</p:attrName>
                                        </p:attrNameLst>
                                      </p:cBhvr>
                                      <p:to>
                                        <p:strVal val="visible"/>
                                      </p:to>
                                    </p:set>
                                    <p:animEffect transition="in" filter="fade">
                                      <p:cBhvr>
                                        <p:cTn id="221" dur="100"/>
                                        <p:tgtEl>
                                          <p:spTgt spid="121"/>
                                        </p:tgtEl>
                                      </p:cBhvr>
                                    </p:animEffect>
                                  </p:childTnLst>
                                </p:cTn>
                              </p:par>
                            </p:childTnLst>
                          </p:cTn>
                        </p:par>
                        <p:par>
                          <p:cTn id="222" fill="hold">
                            <p:stCondLst>
                              <p:cond delay="600"/>
                            </p:stCondLst>
                            <p:childTnLst>
                              <p:par>
                                <p:cTn id="223" presetID="10" presetClass="entr" presetSubtype="0" fill="hold" grpId="0" nodeType="afterEffect">
                                  <p:stCondLst>
                                    <p:cond delay="0"/>
                                  </p:stCondLst>
                                  <p:childTnLst>
                                    <p:set>
                                      <p:cBhvr>
                                        <p:cTn id="224" dur="1" fill="hold">
                                          <p:stCondLst>
                                            <p:cond delay="0"/>
                                          </p:stCondLst>
                                        </p:cTn>
                                        <p:tgtEl>
                                          <p:spTgt spid="122"/>
                                        </p:tgtEl>
                                        <p:attrNameLst>
                                          <p:attrName>style.visibility</p:attrName>
                                        </p:attrNameLst>
                                      </p:cBhvr>
                                      <p:to>
                                        <p:strVal val="visible"/>
                                      </p:to>
                                    </p:set>
                                    <p:animEffect transition="in" filter="fade">
                                      <p:cBhvr>
                                        <p:cTn id="225" dur="100"/>
                                        <p:tgtEl>
                                          <p:spTgt spid="122"/>
                                        </p:tgtEl>
                                      </p:cBhvr>
                                    </p:animEffect>
                                  </p:childTnLst>
                                </p:cTn>
                              </p:par>
                            </p:childTnLst>
                          </p:cTn>
                        </p:par>
                        <p:par>
                          <p:cTn id="226" fill="hold">
                            <p:stCondLst>
                              <p:cond delay="700"/>
                            </p:stCondLst>
                            <p:childTnLst>
                              <p:par>
                                <p:cTn id="227" presetID="10" presetClass="entr" presetSubtype="0" fill="hold" grpId="0" nodeType="afterEffect">
                                  <p:stCondLst>
                                    <p:cond delay="0"/>
                                  </p:stCondLst>
                                  <p:childTnLst>
                                    <p:set>
                                      <p:cBhvr>
                                        <p:cTn id="228" dur="1" fill="hold">
                                          <p:stCondLst>
                                            <p:cond delay="0"/>
                                          </p:stCondLst>
                                        </p:cTn>
                                        <p:tgtEl>
                                          <p:spTgt spid="123"/>
                                        </p:tgtEl>
                                        <p:attrNameLst>
                                          <p:attrName>style.visibility</p:attrName>
                                        </p:attrNameLst>
                                      </p:cBhvr>
                                      <p:to>
                                        <p:strVal val="visible"/>
                                      </p:to>
                                    </p:set>
                                    <p:animEffect transition="in" filter="fade">
                                      <p:cBhvr>
                                        <p:cTn id="229" dur="100"/>
                                        <p:tgtEl>
                                          <p:spTgt spid="123"/>
                                        </p:tgtEl>
                                      </p:cBhvr>
                                    </p:animEffect>
                                  </p:childTnLst>
                                </p:cTn>
                              </p:par>
                            </p:childTnLst>
                          </p:cTn>
                        </p:par>
                        <p:par>
                          <p:cTn id="230" fill="hold">
                            <p:stCondLst>
                              <p:cond delay="800"/>
                            </p:stCondLst>
                            <p:childTnLst>
                              <p:par>
                                <p:cTn id="231" presetID="10" presetClass="entr" presetSubtype="0" fill="hold" grpId="0" nodeType="afterEffect">
                                  <p:stCondLst>
                                    <p:cond delay="0"/>
                                  </p:stCondLst>
                                  <p:childTnLst>
                                    <p:set>
                                      <p:cBhvr>
                                        <p:cTn id="232" dur="1" fill="hold">
                                          <p:stCondLst>
                                            <p:cond delay="0"/>
                                          </p:stCondLst>
                                        </p:cTn>
                                        <p:tgtEl>
                                          <p:spTgt spid="124"/>
                                        </p:tgtEl>
                                        <p:attrNameLst>
                                          <p:attrName>style.visibility</p:attrName>
                                        </p:attrNameLst>
                                      </p:cBhvr>
                                      <p:to>
                                        <p:strVal val="visible"/>
                                      </p:to>
                                    </p:set>
                                    <p:animEffect transition="in" filter="fade">
                                      <p:cBhvr>
                                        <p:cTn id="233" dur="100"/>
                                        <p:tgtEl>
                                          <p:spTgt spid="124"/>
                                        </p:tgtEl>
                                      </p:cBhvr>
                                    </p:animEffect>
                                  </p:childTnLst>
                                </p:cTn>
                              </p:par>
                            </p:childTnLst>
                          </p:cTn>
                        </p:par>
                        <p:par>
                          <p:cTn id="234" fill="hold">
                            <p:stCondLst>
                              <p:cond delay="900"/>
                            </p:stCondLst>
                            <p:childTnLst>
                              <p:par>
                                <p:cTn id="235" presetID="10" presetClass="entr" presetSubtype="0" fill="hold" grpId="0" nodeType="afterEffect">
                                  <p:stCondLst>
                                    <p:cond delay="0"/>
                                  </p:stCondLst>
                                  <p:childTnLst>
                                    <p:set>
                                      <p:cBhvr>
                                        <p:cTn id="236" dur="1" fill="hold">
                                          <p:stCondLst>
                                            <p:cond delay="0"/>
                                          </p:stCondLst>
                                        </p:cTn>
                                        <p:tgtEl>
                                          <p:spTgt spid="125"/>
                                        </p:tgtEl>
                                        <p:attrNameLst>
                                          <p:attrName>style.visibility</p:attrName>
                                        </p:attrNameLst>
                                      </p:cBhvr>
                                      <p:to>
                                        <p:strVal val="visible"/>
                                      </p:to>
                                    </p:set>
                                    <p:animEffect transition="in" filter="fade">
                                      <p:cBhvr>
                                        <p:cTn id="237" dur="100"/>
                                        <p:tgtEl>
                                          <p:spTgt spid="125"/>
                                        </p:tgtEl>
                                      </p:cBhvr>
                                    </p:animEffect>
                                  </p:childTnLst>
                                </p:cTn>
                              </p:par>
                            </p:childTnLst>
                          </p:cTn>
                        </p:par>
                        <p:par>
                          <p:cTn id="238" fill="hold">
                            <p:stCondLst>
                              <p:cond delay="1000"/>
                            </p:stCondLst>
                            <p:childTnLst>
                              <p:par>
                                <p:cTn id="239" presetID="10" presetClass="entr" presetSubtype="0" fill="hold" grpId="0" nodeType="afterEffect">
                                  <p:stCondLst>
                                    <p:cond delay="0"/>
                                  </p:stCondLst>
                                  <p:childTnLst>
                                    <p:set>
                                      <p:cBhvr>
                                        <p:cTn id="240" dur="1" fill="hold">
                                          <p:stCondLst>
                                            <p:cond delay="0"/>
                                          </p:stCondLst>
                                        </p:cTn>
                                        <p:tgtEl>
                                          <p:spTgt spid="126"/>
                                        </p:tgtEl>
                                        <p:attrNameLst>
                                          <p:attrName>style.visibility</p:attrName>
                                        </p:attrNameLst>
                                      </p:cBhvr>
                                      <p:to>
                                        <p:strVal val="visible"/>
                                      </p:to>
                                    </p:set>
                                    <p:animEffect transition="in" filter="fade">
                                      <p:cBhvr>
                                        <p:cTn id="241" dur="100"/>
                                        <p:tgtEl>
                                          <p:spTgt spid="126"/>
                                        </p:tgtEl>
                                      </p:cBhvr>
                                    </p:animEffect>
                                  </p:childTnLst>
                                </p:cTn>
                              </p:par>
                            </p:childTnLst>
                          </p:cTn>
                        </p:par>
                        <p:par>
                          <p:cTn id="242" fill="hold">
                            <p:stCondLst>
                              <p:cond delay="1100"/>
                            </p:stCondLst>
                            <p:childTnLst>
                              <p:par>
                                <p:cTn id="243" presetID="10" presetClass="entr" presetSubtype="0" fill="hold" grpId="0" nodeType="afterEffect">
                                  <p:stCondLst>
                                    <p:cond delay="0"/>
                                  </p:stCondLst>
                                  <p:childTnLst>
                                    <p:set>
                                      <p:cBhvr>
                                        <p:cTn id="244" dur="1" fill="hold">
                                          <p:stCondLst>
                                            <p:cond delay="0"/>
                                          </p:stCondLst>
                                        </p:cTn>
                                        <p:tgtEl>
                                          <p:spTgt spid="127"/>
                                        </p:tgtEl>
                                        <p:attrNameLst>
                                          <p:attrName>style.visibility</p:attrName>
                                        </p:attrNameLst>
                                      </p:cBhvr>
                                      <p:to>
                                        <p:strVal val="visible"/>
                                      </p:to>
                                    </p:set>
                                    <p:animEffect transition="in" filter="fade">
                                      <p:cBhvr>
                                        <p:cTn id="245" dur="100"/>
                                        <p:tgtEl>
                                          <p:spTgt spid="127"/>
                                        </p:tgtEl>
                                      </p:cBhvr>
                                    </p:animEffect>
                                  </p:childTnLst>
                                </p:cTn>
                              </p:par>
                            </p:childTnLst>
                          </p:cTn>
                        </p:par>
                        <p:par>
                          <p:cTn id="246" fill="hold">
                            <p:stCondLst>
                              <p:cond delay="1200"/>
                            </p:stCondLst>
                            <p:childTnLst>
                              <p:par>
                                <p:cTn id="247" presetID="10" presetClass="entr" presetSubtype="0" fill="hold" grpId="0" nodeType="afterEffect">
                                  <p:stCondLst>
                                    <p:cond delay="0"/>
                                  </p:stCondLst>
                                  <p:childTnLst>
                                    <p:set>
                                      <p:cBhvr>
                                        <p:cTn id="248" dur="1" fill="hold">
                                          <p:stCondLst>
                                            <p:cond delay="0"/>
                                          </p:stCondLst>
                                        </p:cTn>
                                        <p:tgtEl>
                                          <p:spTgt spid="128"/>
                                        </p:tgtEl>
                                        <p:attrNameLst>
                                          <p:attrName>style.visibility</p:attrName>
                                        </p:attrNameLst>
                                      </p:cBhvr>
                                      <p:to>
                                        <p:strVal val="visible"/>
                                      </p:to>
                                    </p:set>
                                    <p:animEffect transition="in" filter="fade">
                                      <p:cBhvr>
                                        <p:cTn id="249" dur="100"/>
                                        <p:tgtEl>
                                          <p:spTgt spid="128"/>
                                        </p:tgtEl>
                                      </p:cBhvr>
                                    </p:animEffect>
                                  </p:childTnLst>
                                </p:cTn>
                              </p:par>
                            </p:childTnLst>
                          </p:cTn>
                        </p:par>
                        <p:par>
                          <p:cTn id="250" fill="hold">
                            <p:stCondLst>
                              <p:cond delay="1300"/>
                            </p:stCondLst>
                            <p:childTnLst>
                              <p:par>
                                <p:cTn id="251" presetID="10" presetClass="entr" presetSubtype="0" fill="hold" grpId="0" nodeType="afterEffect">
                                  <p:stCondLst>
                                    <p:cond delay="0"/>
                                  </p:stCondLst>
                                  <p:childTnLst>
                                    <p:set>
                                      <p:cBhvr>
                                        <p:cTn id="252" dur="1" fill="hold">
                                          <p:stCondLst>
                                            <p:cond delay="0"/>
                                          </p:stCondLst>
                                        </p:cTn>
                                        <p:tgtEl>
                                          <p:spTgt spid="129"/>
                                        </p:tgtEl>
                                        <p:attrNameLst>
                                          <p:attrName>style.visibility</p:attrName>
                                        </p:attrNameLst>
                                      </p:cBhvr>
                                      <p:to>
                                        <p:strVal val="visible"/>
                                      </p:to>
                                    </p:set>
                                    <p:animEffect transition="in" filter="fade">
                                      <p:cBhvr>
                                        <p:cTn id="253" dur="100"/>
                                        <p:tgtEl>
                                          <p:spTgt spid="129"/>
                                        </p:tgtEl>
                                      </p:cBhvr>
                                    </p:animEffect>
                                  </p:childTnLst>
                                </p:cTn>
                              </p:par>
                            </p:childTnLst>
                          </p:cTn>
                        </p:par>
                        <p:par>
                          <p:cTn id="254" fill="hold">
                            <p:stCondLst>
                              <p:cond delay="1400"/>
                            </p:stCondLst>
                            <p:childTnLst>
                              <p:par>
                                <p:cTn id="255" presetID="10" presetClass="entr" presetSubtype="0" fill="hold" grpId="0" nodeType="afterEffect">
                                  <p:stCondLst>
                                    <p:cond delay="0"/>
                                  </p:stCondLst>
                                  <p:childTnLst>
                                    <p:set>
                                      <p:cBhvr>
                                        <p:cTn id="256" dur="1" fill="hold">
                                          <p:stCondLst>
                                            <p:cond delay="0"/>
                                          </p:stCondLst>
                                        </p:cTn>
                                        <p:tgtEl>
                                          <p:spTgt spid="130"/>
                                        </p:tgtEl>
                                        <p:attrNameLst>
                                          <p:attrName>style.visibility</p:attrName>
                                        </p:attrNameLst>
                                      </p:cBhvr>
                                      <p:to>
                                        <p:strVal val="visible"/>
                                      </p:to>
                                    </p:set>
                                    <p:animEffect transition="in" filter="fade">
                                      <p:cBhvr>
                                        <p:cTn id="257" dur="100"/>
                                        <p:tgtEl>
                                          <p:spTgt spid="130"/>
                                        </p:tgtEl>
                                      </p:cBhvr>
                                    </p:animEffect>
                                  </p:childTnLst>
                                </p:cTn>
                              </p:par>
                            </p:childTnLst>
                          </p:cTn>
                        </p:par>
                        <p:par>
                          <p:cTn id="258" fill="hold">
                            <p:stCondLst>
                              <p:cond delay="1500"/>
                            </p:stCondLst>
                            <p:childTnLst>
                              <p:par>
                                <p:cTn id="259" presetID="10" presetClass="entr" presetSubtype="0" fill="hold" grpId="0" nodeType="afterEffect">
                                  <p:stCondLst>
                                    <p:cond delay="0"/>
                                  </p:stCondLst>
                                  <p:childTnLst>
                                    <p:set>
                                      <p:cBhvr>
                                        <p:cTn id="260" dur="1" fill="hold">
                                          <p:stCondLst>
                                            <p:cond delay="0"/>
                                          </p:stCondLst>
                                        </p:cTn>
                                        <p:tgtEl>
                                          <p:spTgt spid="131"/>
                                        </p:tgtEl>
                                        <p:attrNameLst>
                                          <p:attrName>style.visibility</p:attrName>
                                        </p:attrNameLst>
                                      </p:cBhvr>
                                      <p:to>
                                        <p:strVal val="visible"/>
                                      </p:to>
                                    </p:set>
                                    <p:animEffect transition="in" filter="fade">
                                      <p:cBhvr>
                                        <p:cTn id="261" dur="100"/>
                                        <p:tgtEl>
                                          <p:spTgt spid="131"/>
                                        </p:tgtEl>
                                      </p:cBhvr>
                                    </p:animEffect>
                                  </p:childTnLst>
                                </p:cTn>
                              </p:par>
                            </p:childTnLst>
                          </p:cTn>
                        </p:par>
                        <p:par>
                          <p:cTn id="262" fill="hold">
                            <p:stCondLst>
                              <p:cond delay="1600"/>
                            </p:stCondLst>
                            <p:childTnLst>
                              <p:par>
                                <p:cTn id="263" presetID="10" presetClass="entr" presetSubtype="0" fill="hold" grpId="0" nodeType="afterEffect">
                                  <p:stCondLst>
                                    <p:cond delay="0"/>
                                  </p:stCondLst>
                                  <p:childTnLst>
                                    <p:set>
                                      <p:cBhvr>
                                        <p:cTn id="264" dur="1" fill="hold">
                                          <p:stCondLst>
                                            <p:cond delay="0"/>
                                          </p:stCondLst>
                                        </p:cTn>
                                        <p:tgtEl>
                                          <p:spTgt spid="132"/>
                                        </p:tgtEl>
                                        <p:attrNameLst>
                                          <p:attrName>style.visibility</p:attrName>
                                        </p:attrNameLst>
                                      </p:cBhvr>
                                      <p:to>
                                        <p:strVal val="visible"/>
                                      </p:to>
                                    </p:set>
                                    <p:animEffect transition="in" filter="fade">
                                      <p:cBhvr>
                                        <p:cTn id="265" dur="100"/>
                                        <p:tgtEl>
                                          <p:spTgt spid="132"/>
                                        </p:tgtEl>
                                      </p:cBhvr>
                                    </p:animEffect>
                                  </p:childTnLst>
                                </p:cTn>
                              </p:par>
                            </p:childTnLst>
                          </p:cTn>
                        </p:par>
                        <p:par>
                          <p:cTn id="266" fill="hold">
                            <p:stCondLst>
                              <p:cond delay="1700"/>
                            </p:stCondLst>
                            <p:childTnLst>
                              <p:par>
                                <p:cTn id="267" presetID="10" presetClass="entr" presetSubtype="0" fill="hold" grpId="0" nodeType="afterEffect">
                                  <p:stCondLst>
                                    <p:cond delay="0"/>
                                  </p:stCondLst>
                                  <p:childTnLst>
                                    <p:set>
                                      <p:cBhvr>
                                        <p:cTn id="268" dur="1" fill="hold">
                                          <p:stCondLst>
                                            <p:cond delay="0"/>
                                          </p:stCondLst>
                                        </p:cTn>
                                        <p:tgtEl>
                                          <p:spTgt spid="133"/>
                                        </p:tgtEl>
                                        <p:attrNameLst>
                                          <p:attrName>style.visibility</p:attrName>
                                        </p:attrNameLst>
                                      </p:cBhvr>
                                      <p:to>
                                        <p:strVal val="visible"/>
                                      </p:to>
                                    </p:set>
                                    <p:animEffect transition="in" filter="fade">
                                      <p:cBhvr>
                                        <p:cTn id="269" dur="100"/>
                                        <p:tgtEl>
                                          <p:spTgt spid="133"/>
                                        </p:tgtEl>
                                      </p:cBhvr>
                                    </p:animEffect>
                                  </p:childTnLst>
                                </p:cTn>
                              </p:par>
                            </p:childTnLst>
                          </p:cTn>
                        </p:par>
                        <p:par>
                          <p:cTn id="270" fill="hold">
                            <p:stCondLst>
                              <p:cond delay="1800"/>
                            </p:stCondLst>
                            <p:childTnLst>
                              <p:par>
                                <p:cTn id="271" presetID="10" presetClass="entr" presetSubtype="0" fill="hold" grpId="0" nodeType="afterEffect">
                                  <p:stCondLst>
                                    <p:cond delay="0"/>
                                  </p:stCondLst>
                                  <p:childTnLst>
                                    <p:set>
                                      <p:cBhvr>
                                        <p:cTn id="272" dur="1" fill="hold">
                                          <p:stCondLst>
                                            <p:cond delay="0"/>
                                          </p:stCondLst>
                                        </p:cTn>
                                        <p:tgtEl>
                                          <p:spTgt spid="134"/>
                                        </p:tgtEl>
                                        <p:attrNameLst>
                                          <p:attrName>style.visibility</p:attrName>
                                        </p:attrNameLst>
                                      </p:cBhvr>
                                      <p:to>
                                        <p:strVal val="visible"/>
                                      </p:to>
                                    </p:set>
                                    <p:animEffect transition="in" filter="fade">
                                      <p:cBhvr>
                                        <p:cTn id="273" dur="100"/>
                                        <p:tgtEl>
                                          <p:spTgt spid="134"/>
                                        </p:tgtEl>
                                      </p:cBhvr>
                                    </p:animEffect>
                                  </p:childTnLst>
                                </p:cTn>
                              </p:par>
                            </p:childTnLst>
                          </p:cTn>
                        </p:par>
                        <p:par>
                          <p:cTn id="274" fill="hold">
                            <p:stCondLst>
                              <p:cond delay="1900"/>
                            </p:stCondLst>
                            <p:childTnLst>
                              <p:par>
                                <p:cTn id="275" presetID="10" presetClass="entr" presetSubtype="0" fill="hold" grpId="0" nodeType="afterEffect">
                                  <p:stCondLst>
                                    <p:cond delay="0"/>
                                  </p:stCondLst>
                                  <p:childTnLst>
                                    <p:set>
                                      <p:cBhvr>
                                        <p:cTn id="276" dur="1" fill="hold">
                                          <p:stCondLst>
                                            <p:cond delay="0"/>
                                          </p:stCondLst>
                                        </p:cTn>
                                        <p:tgtEl>
                                          <p:spTgt spid="135"/>
                                        </p:tgtEl>
                                        <p:attrNameLst>
                                          <p:attrName>style.visibility</p:attrName>
                                        </p:attrNameLst>
                                      </p:cBhvr>
                                      <p:to>
                                        <p:strVal val="visible"/>
                                      </p:to>
                                    </p:set>
                                    <p:animEffect transition="in" filter="fade">
                                      <p:cBhvr>
                                        <p:cTn id="277" dur="1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66" grpId="0"/>
      <p:bldP spid="75" grpId="0" animBg="1"/>
      <p:bldP spid="77" grpId="0" animBg="1"/>
      <p:bldP spid="78" grpId="0" animBg="1"/>
      <p:bldP spid="79" grpId="0" animBg="1"/>
      <p:bldP spid="100" grpId="0" animBg="1"/>
      <p:bldP spid="101" grpId="0" animBg="1"/>
      <p:bldP spid="102" grpId="0" animBg="1"/>
      <p:bldP spid="119" grpId="0"/>
      <p:bldP spid="120" grpId="0" uiExpand="1" build="p" bldLvl="2"/>
      <p:bldP spid="121" grpId="0"/>
      <p:bldP spid="122" grpId="0"/>
      <p:bldP spid="123" grpId="0"/>
      <p:bldP spid="124" grpId="0"/>
      <p:bldP spid="125" grpId="0"/>
      <p:bldP spid="126" grpId="0"/>
      <p:bldP spid="127" grpId="0"/>
      <p:bldP spid="128" grpId="0"/>
      <p:bldP spid="129" grpId="0"/>
      <p:bldP spid="130" grpId="0"/>
      <p:bldP spid="131" grpId="0"/>
      <p:bldP spid="132" grpId="0"/>
      <p:bldP spid="133" grpId="0"/>
      <p:bldP spid="134" grpId="0"/>
      <p:bldP spid="135" grpId="0"/>
      <p:bldP spid="1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Coûts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1530101708"/>
              </p:ext>
            </p:extLst>
          </p:nvPr>
        </p:nvGraphicFramePr>
        <p:xfrm>
          <a:off x="1" y="2075689"/>
          <a:ext cx="12192000" cy="4782320"/>
        </p:xfrm>
        <a:graphic>
          <a:graphicData uri="http://schemas.openxmlformats.org/drawingml/2006/table">
            <a:tbl>
              <a:tblPr firstRow="1" firstCol="1" bandRow="1">
                <a:tableStyleId>{5C22544A-7EE6-4342-B048-85BDC9FD1C3A}</a:tableStyleId>
              </a:tblPr>
              <a:tblGrid>
                <a:gridCol w="1746503">
                  <a:extLst>
                    <a:ext uri="{9D8B030D-6E8A-4147-A177-3AD203B41FA5}">
                      <a16:colId xmlns:a16="http://schemas.microsoft.com/office/drawing/2014/main" val="1127857420"/>
                    </a:ext>
                  </a:extLst>
                </a:gridCol>
                <a:gridCol w="1664208">
                  <a:extLst>
                    <a:ext uri="{9D8B030D-6E8A-4147-A177-3AD203B41FA5}">
                      <a16:colId xmlns:a16="http://schemas.microsoft.com/office/drawing/2014/main" val="2810747619"/>
                    </a:ext>
                  </a:extLst>
                </a:gridCol>
                <a:gridCol w="4919472">
                  <a:extLst>
                    <a:ext uri="{9D8B030D-6E8A-4147-A177-3AD203B41FA5}">
                      <a16:colId xmlns:a16="http://schemas.microsoft.com/office/drawing/2014/main" val="2951733625"/>
                    </a:ext>
                  </a:extLst>
                </a:gridCol>
                <a:gridCol w="1380744">
                  <a:extLst>
                    <a:ext uri="{9D8B030D-6E8A-4147-A177-3AD203B41FA5}">
                      <a16:colId xmlns:a16="http://schemas.microsoft.com/office/drawing/2014/main" val="1872595277"/>
                    </a:ext>
                  </a:extLst>
                </a:gridCol>
                <a:gridCol w="2481073">
                  <a:extLst>
                    <a:ext uri="{9D8B030D-6E8A-4147-A177-3AD203B41FA5}">
                      <a16:colId xmlns:a16="http://schemas.microsoft.com/office/drawing/2014/main" val="3610101091"/>
                    </a:ext>
                  </a:extLst>
                </a:gridCol>
              </a:tblGrid>
              <a:tr h="264950">
                <a:tc>
                  <a:txBody>
                    <a:bodyPr/>
                    <a:lstStyle/>
                    <a:p>
                      <a:pPr marL="0" marR="0">
                        <a:buNone/>
                      </a:pPr>
                      <a:r>
                        <a:rPr lang="fr-CA" sz="1000" kern="100">
                          <a:effectLst/>
                        </a:rPr>
                        <a:t>Catégorie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a:effectLst/>
                        </a:rPr>
                        <a:t>Module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dirty="0">
                          <a:effectLst/>
                        </a:rPr>
                        <a:t>Description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lgn="r">
                        <a:buNone/>
                      </a:pPr>
                      <a:r>
                        <a:rPr lang="fr-CA" sz="1000" kern="100" dirty="0">
                          <a:effectLst/>
                        </a:rPr>
                        <a:t>Coût unitaire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60000" marR="72000" marT="36000" marB="36000">
                    <a:solidFill>
                      <a:srgbClr val="0063C1"/>
                    </a:solidFill>
                  </a:tcPr>
                </a:tc>
                <a:tc>
                  <a:txBody>
                    <a:bodyPr/>
                    <a:lstStyle/>
                    <a:p>
                      <a:pPr marL="7938" marR="0" indent="0" algn="l">
                        <a:buNone/>
                        <a:tabLst/>
                      </a:pPr>
                      <a:r>
                        <a:rPr lang="fr-CA" sz="1000" kern="100" dirty="0">
                          <a:effectLst/>
                        </a:rPr>
                        <a:t>Type d’objet compté</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0" marT="36000" marB="36000">
                    <a:solidFill>
                      <a:srgbClr val="0063C1"/>
                    </a:solidFill>
                  </a:tcPr>
                </a:tc>
                <a:extLst>
                  <a:ext uri="{0D108BD9-81ED-4DB2-BD59-A6C34878D82A}">
                    <a16:rowId xmlns:a16="http://schemas.microsoft.com/office/drawing/2014/main" val="1740431198"/>
                  </a:ext>
                </a:extLst>
              </a:tr>
              <a:tr h="173745">
                <a:tc rowSpan="3">
                  <a:txBody>
                    <a:bodyPr/>
                    <a:lstStyle/>
                    <a:p>
                      <a:pPr marL="0" marR="0">
                        <a:buNone/>
                      </a:pPr>
                      <a:r>
                        <a:rPr lang="fr-CA" sz="2000" b="1" kern="100" dirty="0">
                          <a:solidFill>
                            <a:schemeClr val="tx1"/>
                          </a:solidFill>
                          <a:effectLst/>
                          <a:latin typeface="+mj-lt"/>
                        </a:rPr>
                        <a:t>Organisation</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b="1" kern="100" dirty="0">
                          <a:effectLst/>
                        </a:rPr>
                        <a:t>Configuration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Tous les paramètres et configurations du SSI</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SSI</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219666333"/>
                  </a:ext>
                </a:extLst>
              </a:tr>
              <a:tr h="173745">
                <a:tc vMerge="1">
                  <a:txBody>
                    <a:bodyPr/>
                    <a:lstStyle/>
                    <a:p>
                      <a:endParaRPr lang="fr-CA"/>
                    </a:p>
                  </a:txBody>
                  <a:tcPr/>
                </a:tc>
                <a:tc>
                  <a:txBody>
                    <a:bodyPr/>
                    <a:lstStyle/>
                    <a:p>
                      <a:pPr marL="0" marR="0">
                        <a:buNone/>
                      </a:pPr>
                      <a:r>
                        <a:rPr lang="fr-CA" sz="1100" b="1" kern="100" dirty="0">
                          <a:effectLst/>
                        </a:rPr>
                        <a:t>Documents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Pièces jointes, photos, etc.</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0,05 $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document</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475803942"/>
                  </a:ext>
                </a:extLst>
              </a:tr>
              <a:tr h="173745">
                <a:tc vMerge="1">
                  <a:txBody>
                    <a:bodyPr/>
                    <a:lstStyle/>
                    <a:p>
                      <a:endParaRPr lang="fr-CA"/>
                    </a:p>
                  </a:txBody>
                  <a:tcPr/>
                </a:tc>
                <a:tc>
                  <a:txBody>
                    <a:bodyPr/>
                    <a:lstStyle/>
                    <a:p>
                      <a:pPr marL="0" marR="0">
                        <a:buNone/>
                      </a:pPr>
                      <a:r>
                        <a:rPr lang="fr-CA" sz="1100" b="1" kern="100" dirty="0">
                          <a:effectLst/>
                        </a:rPr>
                        <a:t>Rapports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Rapport central et sections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rapport central</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487850578"/>
                  </a:ext>
                </a:extLst>
              </a:tr>
              <a:tr h="173745">
                <a:tc rowSpan="6">
                  <a:txBody>
                    <a:bodyPr/>
                    <a:lstStyle/>
                    <a:p>
                      <a:pPr marL="0" marR="0">
                        <a:buNone/>
                      </a:pPr>
                      <a:r>
                        <a:rPr lang="fr-CA" sz="2000" b="1" kern="100" dirty="0">
                          <a:solidFill>
                            <a:schemeClr val="tx1"/>
                          </a:solidFill>
                          <a:effectLst/>
                          <a:latin typeface="+mj-lt"/>
                        </a:rPr>
                        <a:t>Territoire</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rowSpan="3">
                  <a:txBody>
                    <a:bodyPr/>
                    <a:lstStyle/>
                    <a:p>
                      <a:pPr marL="0" marR="0">
                        <a:buNone/>
                      </a:pPr>
                      <a:r>
                        <a:rPr lang="fr-CA" sz="1100" b="1" kern="100" dirty="0">
                          <a:effectLst/>
                        </a:rPr>
                        <a:t>Dossier adresse</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Dossiers actifs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actif</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270063139"/>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Copies antérieures de dossiers, pour archives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0,05 $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antérieur</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259189665"/>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dirty="0">
                          <a:effectLst/>
                        </a:rPr>
                        <a:t>Dossiers affectés à une tablette mobile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0,05 $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mobile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44797902"/>
                  </a:ext>
                </a:extLst>
              </a:tr>
              <a:tr h="173745">
                <a:tc vMerge="1">
                  <a:txBody>
                    <a:bodyPr/>
                    <a:lstStyle/>
                    <a:p>
                      <a:endParaRPr lang="fr-CA"/>
                    </a:p>
                  </a:txBody>
                  <a:tcPr/>
                </a:tc>
                <a:tc>
                  <a:txBody>
                    <a:bodyPr/>
                    <a:lstStyle/>
                    <a:p>
                      <a:pPr marL="0" marR="0">
                        <a:buNone/>
                      </a:pPr>
                      <a:r>
                        <a:rPr lang="fr-CA" sz="1100" b="1" kern="100" dirty="0">
                          <a:effectLst/>
                        </a:rPr>
                        <a:t>Plan d’intervention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Plans et toutes les données liées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plan</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311691276"/>
                  </a:ext>
                </a:extLst>
              </a:tr>
              <a:tr h="173745">
                <a:tc vMerge="1">
                  <a:txBody>
                    <a:bodyPr/>
                    <a:lstStyle/>
                    <a:p>
                      <a:endParaRPr lang="fr-CA"/>
                    </a:p>
                  </a:txBody>
                  <a:tcPr/>
                </a:tc>
                <a:tc rowSpan="2">
                  <a:txBody>
                    <a:bodyPr/>
                    <a:lstStyle/>
                    <a:p>
                      <a:pPr marL="0" marR="0">
                        <a:buNone/>
                      </a:pPr>
                      <a:r>
                        <a:rPr lang="fr-CA" sz="1100" b="1" kern="100" dirty="0">
                          <a:effectLst/>
                        </a:rPr>
                        <a:t>Sécurité civile</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Plan de sécurité civile et documents afférents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document</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608169868"/>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Interventions et simulations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intervention ou simulation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438378649"/>
                  </a:ext>
                </a:extLst>
              </a:tr>
              <a:tr h="173745">
                <a:tc rowSpan="6">
                  <a:txBody>
                    <a:bodyPr/>
                    <a:lstStyle/>
                    <a:p>
                      <a:pPr marL="0" marR="0">
                        <a:buNone/>
                      </a:pPr>
                      <a:r>
                        <a:rPr lang="fr-CA" sz="2000" b="1" kern="100" dirty="0">
                          <a:solidFill>
                            <a:schemeClr val="tx1"/>
                          </a:solidFill>
                          <a:effectLst/>
                          <a:latin typeface="+mj-lt"/>
                        </a:rPr>
                        <a:t>Matériel</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b="1" kern="100" dirty="0">
                          <a:effectLst/>
                        </a:rPr>
                        <a:t>Casernes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Casernes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caserne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755151281"/>
                  </a:ext>
                </a:extLst>
              </a:tr>
              <a:tr h="173745">
                <a:tc vMerge="1">
                  <a:txBody>
                    <a:bodyPr/>
                    <a:lstStyle/>
                    <a:p>
                      <a:endParaRPr lang="fr-CA"/>
                    </a:p>
                  </a:txBody>
                  <a:tcPr/>
                </a:tc>
                <a:tc>
                  <a:txBody>
                    <a:bodyPr/>
                    <a:lstStyle/>
                    <a:p>
                      <a:pPr marL="0" marR="0">
                        <a:buNone/>
                      </a:pPr>
                      <a:r>
                        <a:rPr lang="fr-CA" sz="1100" b="1" kern="100" dirty="0">
                          <a:effectLst/>
                        </a:rPr>
                        <a:t>Véhicules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Véhicules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véhicule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678723730"/>
                  </a:ext>
                </a:extLst>
              </a:tr>
              <a:tr h="173745">
                <a:tc vMerge="1">
                  <a:txBody>
                    <a:bodyPr/>
                    <a:lstStyle/>
                    <a:p>
                      <a:endParaRPr lang="fr-CA"/>
                    </a:p>
                  </a:txBody>
                  <a:tcPr/>
                </a:tc>
                <a:tc rowSpan="2">
                  <a:txBody>
                    <a:bodyPr/>
                    <a:lstStyle/>
                    <a:p>
                      <a:pPr marL="0" marR="0">
                        <a:buNone/>
                      </a:pPr>
                      <a:r>
                        <a:rPr lang="fr-CA" sz="1100" b="1" kern="100" dirty="0">
                          <a:effectLst/>
                        </a:rPr>
                        <a:t>Bornes et points d’eau</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Définitions des bornes et points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borne ou point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689206172"/>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Maintenances sur les bornes et points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maintenance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900611939"/>
                  </a:ext>
                </a:extLst>
              </a:tr>
              <a:tr h="173745">
                <a:tc vMerge="1">
                  <a:txBody>
                    <a:bodyPr/>
                    <a:lstStyle/>
                    <a:p>
                      <a:endParaRPr lang="fr-CA"/>
                    </a:p>
                  </a:txBody>
                  <a:tcPr/>
                </a:tc>
                <a:tc rowSpan="2">
                  <a:txBody>
                    <a:bodyPr/>
                    <a:lstStyle/>
                    <a:p>
                      <a:pPr marL="0" marR="0">
                        <a:buNone/>
                      </a:pPr>
                      <a:r>
                        <a:rPr lang="fr-CA" sz="1100" b="1" kern="100" dirty="0">
                          <a:effectLst/>
                        </a:rPr>
                        <a:t>Équipements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Définitions des équipements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équipement</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670263557"/>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Maintenances sur les équipements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maintenance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375728176"/>
                  </a:ext>
                </a:extLst>
              </a:tr>
              <a:tr h="173745">
                <a:tc rowSpan="6">
                  <a:txBody>
                    <a:bodyPr/>
                    <a:lstStyle/>
                    <a:p>
                      <a:pPr marL="0" marR="0">
                        <a:buNone/>
                      </a:pPr>
                      <a:r>
                        <a:rPr lang="fr-CA" sz="2000" b="1" kern="100" dirty="0">
                          <a:solidFill>
                            <a:schemeClr val="tx1"/>
                          </a:solidFill>
                          <a:effectLst/>
                          <a:latin typeface="+mj-lt"/>
                        </a:rPr>
                        <a:t>Personnel</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b="1" kern="100" dirty="0">
                          <a:effectLst/>
                        </a:rPr>
                        <a:t>Employés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Dossiers d’employé</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employé</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84412411"/>
                  </a:ext>
                </a:extLst>
              </a:tr>
              <a:tr h="173745">
                <a:tc vMerge="1">
                  <a:txBody>
                    <a:bodyPr/>
                    <a:lstStyle/>
                    <a:p>
                      <a:endParaRPr lang="fr-CA"/>
                    </a:p>
                  </a:txBody>
                  <a:tcPr/>
                </a:tc>
                <a:tc>
                  <a:txBody>
                    <a:bodyPr/>
                    <a:lstStyle/>
                    <a:p>
                      <a:pPr marL="0" marR="0">
                        <a:buNone/>
                      </a:pPr>
                      <a:r>
                        <a:rPr lang="fr-CA" sz="1100" b="1" kern="100" dirty="0">
                          <a:effectLst/>
                        </a:rPr>
                        <a:t>Équipes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Regroupements d’employés par équipe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équipe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978325200"/>
                  </a:ext>
                </a:extLst>
              </a:tr>
              <a:tr h="173745">
                <a:tc vMerge="1">
                  <a:txBody>
                    <a:bodyPr/>
                    <a:lstStyle/>
                    <a:p>
                      <a:endParaRPr lang="fr-CA"/>
                    </a:p>
                  </a:txBody>
                  <a:tcPr/>
                </a:tc>
                <a:tc>
                  <a:txBody>
                    <a:bodyPr/>
                    <a:lstStyle/>
                    <a:p>
                      <a:pPr marL="0" marR="0">
                        <a:buNone/>
                      </a:pPr>
                      <a:r>
                        <a:rPr lang="fr-CA" sz="1100" b="1" kern="100" dirty="0">
                          <a:effectLst/>
                        </a:rPr>
                        <a:t>Utilisateurs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Comptes utilisateurs pour les employés autorisés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utilisateur</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640833190"/>
                  </a:ext>
                </a:extLst>
              </a:tr>
              <a:tr h="173745">
                <a:tc vMerge="1">
                  <a:txBody>
                    <a:bodyPr/>
                    <a:lstStyle/>
                    <a:p>
                      <a:endParaRPr lang="fr-CA"/>
                    </a:p>
                  </a:txBody>
                  <a:tcPr/>
                </a:tc>
                <a:tc rowSpan="2">
                  <a:txBody>
                    <a:bodyPr/>
                    <a:lstStyle/>
                    <a:p>
                      <a:pPr marL="0" marR="0">
                        <a:buNone/>
                      </a:pPr>
                      <a:r>
                        <a:rPr lang="fr-CA" sz="1100" b="1" kern="100" dirty="0">
                          <a:effectLst/>
                        </a:rPr>
                        <a:t>Horaires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Configurations d’horaires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horaire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864845438"/>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dirty="0">
                          <a:effectLst/>
                        </a:rPr>
                        <a:t>Quarts de travail créés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0,25 $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quart</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149441215"/>
                  </a:ext>
                </a:extLst>
              </a:tr>
              <a:tr h="173745">
                <a:tc vMerge="1">
                  <a:txBody>
                    <a:bodyPr/>
                    <a:lstStyle/>
                    <a:p>
                      <a:endParaRPr lang="fr-CA"/>
                    </a:p>
                  </a:txBody>
                  <a:tcPr/>
                </a:tc>
                <a:tc>
                  <a:txBody>
                    <a:bodyPr/>
                    <a:lstStyle/>
                    <a:p>
                      <a:pPr marL="0" marR="0">
                        <a:buNone/>
                      </a:pPr>
                      <a:r>
                        <a:rPr lang="fr-CA" sz="1100" b="1" kern="100" dirty="0">
                          <a:effectLst/>
                        </a:rPr>
                        <a:t>Formation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Formations offertes / suivies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formation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091767897"/>
                  </a:ext>
                </a:extLst>
              </a:tr>
              <a:tr h="173745">
                <a:tc rowSpan="5">
                  <a:txBody>
                    <a:bodyPr/>
                    <a:lstStyle/>
                    <a:p>
                      <a:pPr marL="0" marR="0">
                        <a:buNone/>
                      </a:pPr>
                      <a:r>
                        <a:rPr lang="fr-CA" sz="2000" b="1" kern="100" dirty="0">
                          <a:solidFill>
                            <a:schemeClr val="tx1"/>
                          </a:solidFill>
                          <a:effectLst/>
                          <a:latin typeface="+mj-lt"/>
                        </a:rPr>
                        <a:t>Activités</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rowSpan="2">
                  <a:txBody>
                    <a:bodyPr/>
                    <a:lstStyle/>
                    <a:p>
                      <a:pPr marL="0" marR="0">
                        <a:buNone/>
                      </a:pPr>
                      <a:r>
                        <a:rPr lang="fr-CA" sz="1100" b="1" kern="100" dirty="0">
                          <a:effectLst/>
                        </a:rPr>
                        <a:t>Prévention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Activité de prévention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0,50 $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prévention</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049266309"/>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Type d’anomalie et configurations associées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0,25 $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type d’anomalie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273930335"/>
                  </a:ext>
                </a:extLst>
              </a:tr>
              <a:tr h="173745">
                <a:tc vMerge="1">
                  <a:txBody>
                    <a:bodyPr/>
                    <a:lstStyle/>
                    <a:p>
                      <a:endParaRPr lang="fr-CA"/>
                    </a:p>
                  </a:txBody>
                  <a:tcPr/>
                </a:tc>
                <a:tc>
                  <a:txBody>
                    <a:bodyPr/>
                    <a:lstStyle/>
                    <a:p>
                      <a:pPr marL="0" marR="0">
                        <a:buNone/>
                      </a:pPr>
                      <a:r>
                        <a:rPr lang="fr-CA" sz="1100" b="1" kern="100" dirty="0">
                          <a:effectLst/>
                        </a:rPr>
                        <a:t>Intervention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Rapport d’intervention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intervention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243664553"/>
                  </a:ext>
                </a:extLst>
              </a:tr>
              <a:tr h="173745">
                <a:tc vMerge="1">
                  <a:txBody>
                    <a:bodyPr/>
                    <a:lstStyle/>
                    <a:p>
                      <a:endParaRPr lang="fr-CA"/>
                    </a:p>
                  </a:txBody>
                  <a:tcPr/>
                </a:tc>
                <a:tc>
                  <a:txBody>
                    <a:bodyPr/>
                    <a:lstStyle/>
                    <a:p>
                      <a:pPr marL="0" marR="0">
                        <a:buNone/>
                      </a:pPr>
                      <a:r>
                        <a:rPr lang="fr-CA" sz="1100" b="1" kern="100" dirty="0">
                          <a:effectLst/>
                        </a:rPr>
                        <a:t>RCCI</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Rapport d’enquête RCCI complet (pas DSI)</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enquête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19219309"/>
                  </a:ext>
                </a:extLst>
              </a:tr>
              <a:tr h="173745">
                <a:tc vMerge="1">
                  <a:txBody>
                    <a:bodyPr/>
                    <a:lstStyle/>
                    <a:p>
                      <a:endParaRPr lang="fr-CA"/>
                    </a:p>
                  </a:txBody>
                  <a:tcPr/>
                </a:tc>
                <a:tc>
                  <a:txBody>
                    <a:bodyPr/>
                    <a:lstStyle/>
                    <a:p>
                      <a:pPr marL="0" marR="0">
                        <a:buNone/>
                      </a:pPr>
                      <a:r>
                        <a:rPr lang="fr-CA" sz="1100" b="1" kern="100" dirty="0">
                          <a:effectLst/>
                        </a:rPr>
                        <a:t>Autre travail</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Feuilles de temps autres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0,25 $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feuille de travail</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701617036"/>
                  </a:ext>
                </a:extLst>
              </a:tr>
            </a:tbl>
          </a:graphicData>
        </a:graphic>
      </p:graphicFrame>
      <p:sp>
        <p:nvSpPr>
          <p:cNvPr id="4" name="TextBox 3">
            <a:extLst>
              <a:ext uri="{FF2B5EF4-FFF2-40B4-BE49-F238E27FC236}">
                <a16:creationId xmlns:a16="http://schemas.microsoft.com/office/drawing/2014/main" id="{05EFA734-79EE-7805-F258-B71A3ACEEDA6}"/>
              </a:ext>
            </a:extLst>
          </p:cNvPr>
          <p:cNvSpPr txBox="1"/>
          <p:nvPr/>
        </p:nvSpPr>
        <p:spPr>
          <a:xfrm>
            <a:off x="4525479" y="1302212"/>
            <a:ext cx="7258354" cy="646331"/>
          </a:xfrm>
          <a:prstGeom prst="rect">
            <a:avLst/>
          </a:prstGeom>
          <a:noFill/>
        </p:spPr>
        <p:txBody>
          <a:bodyPr wrap="square" rtlCol="0">
            <a:spAutoFit/>
          </a:bodyPr>
          <a:lstStyle/>
          <a:p>
            <a:pPr marL="285750" indent="-285750">
              <a:buFont typeface="Arial" panose="020B0604020202020204" pitchFamily="34" charset="0"/>
              <a:buChar char="•"/>
            </a:pPr>
            <a:r>
              <a:rPr lang="fr-CA" dirty="0">
                <a:latin typeface="+mj-lt"/>
              </a:rPr>
              <a:t>Coût basé sur la quantité des différents contenus de la base de données</a:t>
            </a:r>
          </a:p>
          <a:p>
            <a:pPr marL="285750" indent="-285750">
              <a:buFont typeface="Arial" panose="020B0604020202020204" pitchFamily="34" charset="0"/>
              <a:buChar char="•"/>
            </a:pPr>
            <a:r>
              <a:rPr lang="fr-CA" dirty="0">
                <a:latin typeface="+mj-lt"/>
              </a:rPr>
              <a:t>Prix total déterminé lors de l'analyse initiale de la base de données</a:t>
            </a:r>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6798572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p:tgtEl>
                                          <p:spTgt spid="2"/>
                                        </p:tgtEl>
                                        <p:attrNameLst>
                                          <p:attrName>ppt_y</p:attrName>
                                        </p:attrNameLst>
                                      </p:cBhvr>
                                      <p:tavLst>
                                        <p:tav tm="0">
                                          <p:val>
                                            <p:strVal val="#ppt_y+#ppt_h*1.125000"/>
                                          </p:val>
                                        </p:tav>
                                        <p:tav tm="100000">
                                          <p:val>
                                            <p:strVal val="#ppt_y"/>
                                          </p:val>
                                        </p:tav>
                                      </p:tavLst>
                                    </p:anim>
                                    <p:animEffect transition="in" filter="wipe(up)">
                                      <p:cBhvr>
                                        <p:cTn id="1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EDC3B2E3-1201-D134-0CA4-A8BD5A454A4F}"/>
              </a:ext>
            </a:extLst>
          </p:cNvPr>
          <p:cNvGrpSpPr/>
          <p:nvPr/>
        </p:nvGrpSpPr>
        <p:grpSpPr>
          <a:xfrm>
            <a:off x="403841" y="2097937"/>
            <a:ext cx="6283206" cy="4338031"/>
            <a:chOff x="403841" y="2097937"/>
            <a:chExt cx="6283206" cy="4338031"/>
          </a:xfrm>
        </p:grpSpPr>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dirty="0"/>
                <a:t>PL</a:t>
              </a:r>
            </a:p>
          </p:txBody>
        </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dirty="0">
                  <a:latin typeface="+mj-lt"/>
                </a:rPr>
                <a:t>Fichier</a:t>
              </a:r>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noFill/>
          </p:spPr>
          <p:txBody>
            <a:bodyPr wrap="square" rtlCol="0">
              <a:spAutoFit/>
            </a:bodyPr>
            <a:lstStyle/>
            <a:p>
              <a:pPr algn="ctr"/>
              <a:r>
                <a:rPr lang="fr-CA" dirty="0">
                  <a:latin typeface="+mj-lt"/>
                </a:rPr>
                <a:t>Options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grpSp>
        <p:nvGrpSpPr>
          <p:cNvPr id="12" name="Group 11">
            <a:extLst>
              <a:ext uri="{FF2B5EF4-FFF2-40B4-BE49-F238E27FC236}">
                <a16:creationId xmlns:a16="http://schemas.microsoft.com/office/drawing/2014/main" id="{D410D7D4-16CA-FEE2-4308-7297CE5CB6DE}"/>
              </a:ext>
            </a:extLst>
          </p:cNvPr>
          <p:cNvGrpSpPr/>
          <p:nvPr/>
        </p:nvGrpSpPr>
        <p:grpSpPr>
          <a:xfrm>
            <a:off x="1040639" y="3365161"/>
            <a:ext cx="1733385" cy="411902"/>
            <a:chOff x="1040639" y="3365161"/>
            <a:chExt cx="1733385" cy="411902"/>
          </a:xfrm>
        </p:grpSpPr>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dirty="0">
                  <a:latin typeface="+mj-lt"/>
                </a:rPr>
                <a:t>Configuration</a:t>
              </a:r>
            </a:p>
          </p:txBody>
        </p:sp>
      </p:grpSp>
      <p:grpSp>
        <p:nvGrpSpPr>
          <p:cNvPr id="13" name="Group 12">
            <a:extLst>
              <a:ext uri="{FF2B5EF4-FFF2-40B4-BE49-F238E27FC236}">
                <a16:creationId xmlns:a16="http://schemas.microsoft.com/office/drawing/2014/main" id="{8CF99C83-AEE8-7A72-D5B8-C2EDD2A3AC5C}"/>
              </a:ext>
            </a:extLst>
          </p:cNvPr>
          <p:cNvGrpSpPr/>
          <p:nvPr/>
        </p:nvGrpSpPr>
        <p:grpSpPr>
          <a:xfrm>
            <a:off x="801468" y="3961693"/>
            <a:ext cx="5464160" cy="2081298"/>
            <a:chOff x="801468" y="3961693"/>
            <a:chExt cx="5464160" cy="2081298"/>
          </a:xfrm>
        </p:grpSpPr>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dirty="0">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dirty="0">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grpSp>
        <p:nvGrpSpPr>
          <p:cNvPr id="14" name="Group 13">
            <a:extLst>
              <a:ext uri="{FF2B5EF4-FFF2-40B4-BE49-F238E27FC236}">
                <a16:creationId xmlns:a16="http://schemas.microsoft.com/office/drawing/2014/main" id="{C57490A2-B119-5A55-E8B7-9608229DD9BA}"/>
              </a:ext>
            </a:extLst>
          </p:cNvPr>
          <p:cNvGrpSpPr/>
          <p:nvPr/>
        </p:nvGrpSpPr>
        <p:grpSpPr>
          <a:xfrm>
            <a:off x="2774024" y="4125514"/>
            <a:ext cx="3319316" cy="1728646"/>
            <a:chOff x="2774024" y="4125514"/>
            <a:chExt cx="3319316" cy="1728646"/>
          </a:xfrm>
        </p:grpSpPr>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dirty="0">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dirty="0">
                <a:solidFill>
                  <a:schemeClr val="tx1"/>
                </a:solidFill>
                <a:latin typeface="+mj-lt"/>
              </a:rPr>
              <a:t>Faire une copie MAINTENANT</a:t>
            </a:r>
          </a:p>
        </p:txBody>
      </p:sp>
      <p:grpSp>
        <p:nvGrpSpPr>
          <p:cNvPr id="15" name="Group 14">
            <a:extLst>
              <a:ext uri="{FF2B5EF4-FFF2-40B4-BE49-F238E27FC236}">
                <a16:creationId xmlns:a16="http://schemas.microsoft.com/office/drawing/2014/main" id="{7FBA9DBC-9B6E-9C2C-BD07-780CA4858919}"/>
              </a:ext>
            </a:extLst>
          </p:cNvPr>
          <p:cNvGrpSpPr/>
          <p:nvPr/>
        </p:nvGrpSpPr>
        <p:grpSpPr>
          <a:xfrm>
            <a:off x="2790908" y="4617691"/>
            <a:ext cx="3143681" cy="369332"/>
            <a:chOff x="2790908" y="4617691"/>
            <a:chExt cx="3143681" cy="369332"/>
          </a:xfrm>
        </p:grpSpPr>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dirty="0">
                  <a:solidFill>
                    <a:schemeClr val="tx1"/>
                  </a:solidFill>
                </a:rPr>
                <a:t>C:\PL\Backup\</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dirty="0">
                  <a:latin typeface="+mj-lt"/>
                </a:rPr>
                <a:t>Répertoire:</a:t>
              </a:r>
            </a:p>
          </p:txBody>
        </p:sp>
      </p:gr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dirty="0"/>
              <a:t>👉</a:t>
            </a:r>
          </a:p>
        </p:txBody>
      </p:sp>
      <p:sp>
        <p:nvSpPr>
          <p:cNvPr id="2" name="TextBox 1">
            <a:extLst>
              <a:ext uri="{FF2B5EF4-FFF2-40B4-BE49-F238E27FC236}">
                <a16:creationId xmlns:a16="http://schemas.microsoft.com/office/drawing/2014/main" id="{EB200FCF-239F-19A6-147B-C1F13F7EE013}"/>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dirty="0">
                <a:latin typeface="+mj-lt"/>
              </a:rPr>
              <a:t>Options</a:t>
            </a:r>
          </a:p>
        </p:txBody>
      </p:sp>
    </p:spTree>
    <p:extLst>
      <p:ext uri="{BB962C8B-B14F-4D97-AF65-F5344CB8AC3E}">
        <p14:creationId xmlns:p14="http://schemas.microsoft.com/office/powerpoint/2010/main" val="367210928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500"/>
                                        <p:tgtEl>
                                          <p:spTgt spid="2"/>
                                        </p:tgtEl>
                                      </p:cBhvr>
                                    </p:animEffect>
                                  </p:childTnLst>
                                </p:cTn>
                              </p:par>
                            </p:childTnLst>
                          </p:cTn>
                        </p:par>
                        <p:par>
                          <p:cTn id="15" fill="hold">
                            <p:stCondLst>
                              <p:cond delay="500"/>
                            </p:stCondLst>
                            <p:childTnLst>
                              <p:par>
                                <p:cTn id="16" presetID="22" presetClass="entr" presetSubtype="1" fill="hold" nodeType="after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up)">
                                      <p:cBhvr>
                                        <p:cTn id="18" dur="200"/>
                                        <p:tgtEl>
                                          <p:spTgt spid="12"/>
                                        </p:tgtEl>
                                      </p:cBhvr>
                                    </p:animEffect>
                                  </p:childTnLst>
                                </p:cTn>
                              </p:par>
                            </p:childTnLst>
                          </p:cTn>
                        </p:par>
                        <p:par>
                          <p:cTn id="19" fill="hold">
                            <p:stCondLst>
                              <p:cond delay="700"/>
                            </p:stCondLst>
                            <p:childTnLst>
                              <p:par>
                                <p:cTn id="20" presetID="53" presetClass="entr" presetSubtype="16" fill="hold"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p:cTn id="22" dur="500" fill="hold"/>
                                        <p:tgtEl>
                                          <p:spTgt spid="13"/>
                                        </p:tgtEl>
                                        <p:attrNameLst>
                                          <p:attrName>ppt_w</p:attrName>
                                        </p:attrNameLst>
                                      </p:cBhvr>
                                      <p:tavLst>
                                        <p:tav tm="0">
                                          <p:val>
                                            <p:fltVal val="0"/>
                                          </p:val>
                                        </p:tav>
                                        <p:tav tm="100000">
                                          <p:val>
                                            <p:strVal val="#ppt_w"/>
                                          </p:val>
                                        </p:tav>
                                      </p:tavLst>
                                    </p:anim>
                                    <p:anim calcmode="lin" valueType="num">
                                      <p:cBhvr>
                                        <p:cTn id="23" dur="500" fill="hold"/>
                                        <p:tgtEl>
                                          <p:spTgt spid="13"/>
                                        </p:tgtEl>
                                        <p:attrNameLst>
                                          <p:attrName>ppt_h</p:attrName>
                                        </p:attrNameLst>
                                      </p:cBhvr>
                                      <p:tavLst>
                                        <p:tav tm="0">
                                          <p:val>
                                            <p:fltVal val="0"/>
                                          </p:val>
                                        </p:tav>
                                        <p:tav tm="100000">
                                          <p:val>
                                            <p:strVal val="#ppt_h"/>
                                          </p:val>
                                        </p:tav>
                                      </p:tavLst>
                                    </p:anim>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500"/>
                                        <p:tgtEl>
                                          <p:spTgt spid="6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nodeType="clickEffect">
                                  <p:stCondLst>
                                    <p:cond delay="0"/>
                                  </p:stCondLst>
                                  <p:childTnLst>
                                    <p:set>
                                      <p:cBhvr>
                                        <p:cTn id="33" dur="1" fill="hold">
                                          <p:stCondLst>
                                            <p:cond delay="0"/>
                                          </p:stCondLst>
                                        </p:cTn>
                                        <p:tgtEl>
                                          <p:spTgt spid="69"/>
                                        </p:tgtEl>
                                        <p:attrNameLst>
                                          <p:attrName>style.visibility</p:attrName>
                                        </p:attrNameLst>
                                      </p:cBhvr>
                                      <p:to>
                                        <p:strVal val="visible"/>
                                      </p:to>
                                    </p:set>
                                    <p:animEffect transition="in" filter="wipe(up)">
                                      <p:cBhvr>
                                        <p:cTn id="34" dur="500"/>
                                        <p:tgtEl>
                                          <p:spTgt spid="69"/>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childTnLst>
                          </p:cTn>
                        </p:par>
                      </p:childTnLst>
                    </p:cTn>
                  </p:par>
                  <p:par>
                    <p:cTn id="39" fill="hold">
                      <p:stCondLst>
                        <p:cond delay="indefinite"/>
                      </p:stCondLst>
                      <p:childTnLst>
                        <p:par>
                          <p:cTn id="40" fill="hold">
                            <p:stCondLst>
                              <p:cond delay="0"/>
                            </p:stCondLst>
                            <p:childTnLst>
                              <p:par>
                                <p:cTn id="41" presetID="53" presetClass="entr" presetSubtype="16"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p:cTn id="43" dur="500" fill="hold"/>
                                        <p:tgtEl>
                                          <p:spTgt spid="14"/>
                                        </p:tgtEl>
                                        <p:attrNameLst>
                                          <p:attrName>ppt_w</p:attrName>
                                        </p:attrNameLst>
                                      </p:cBhvr>
                                      <p:tavLst>
                                        <p:tav tm="0">
                                          <p:val>
                                            <p:fltVal val="0"/>
                                          </p:val>
                                        </p:tav>
                                        <p:tav tm="100000">
                                          <p:val>
                                            <p:strVal val="#ppt_w"/>
                                          </p:val>
                                        </p:tav>
                                      </p:tavLst>
                                    </p:anim>
                                    <p:anim calcmode="lin" valueType="num">
                                      <p:cBhvr>
                                        <p:cTn id="44" dur="500" fill="hold"/>
                                        <p:tgtEl>
                                          <p:spTgt spid="14"/>
                                        </p:tgtEl>
                                        <p:attrNameLst>
                                          <p:attrName>ppt_h</p:attrName>
                                        </p:attrNameLst>
                                      </p:cBhvr>
                                      <p:tavLst>
                                        <p:tav tm="0">
                                          <p:val>
                                            <p:fltVal val="0"/>
                                          </p:val>
                                        </p:tav>
                                        <p:tav tm="100000">
                                          <p:val>
                                            <p:strVal val="#ppt_h"/>
                                          </p:val>
                                        </p:tav>
                                      </p:tavLst>
                                    </p:anim>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500"/>
                                        <p:tgtEl>
                                          <p:spTgt spid="4"/>
                                        </p:tgtEl>
                                      </p:cBhvr>
                                    </p:animEffect>
                                  </p:childTnLst>
                                </p:cTn>
                              </p:par>
                            </p:childTnLst>
                          </p:cTn>
                        </p:par>
                        <p:par>
                          <p:cTn id="51" fill="hold">
                            <p:stCondLst>
                              <p:cond delay="500"/>
                            </p:stCondLst>
                            <p:childTnLst>
                              <p:par>
                                <p:cTn id="52" presetID="52" presetClass="entr" presetSubtype="0" fill="hold" grpId="0" nodeType="afterEffect">
                                  <p:stCondLst>
                                    <p:cond delay="0"/>
                                  </p:stCondLst>
                                  <p:childTnLst>
                                    <p:set>
                                      <p:cBhvr>
                                        <p:cTn id="53" dur="1" fill="hold">
                                          <p:stCondLst>
                                            <p:cond delay="0"/>
                                          </p:stCondLst>
                                        </p:cTn>
                                        <p:tgtEl>
                                          <p:spTgt spid="30"/>
                                        </p:tgtEl>
                                        <p:attrNameLst>
                                          <p:attrName>style.visibility</p:attrName>
                                        </p:attrNameLst>
                                      </p:cBhvr>
                                      <p:to>
                                        <p:strVal val="visible"/>
                                      </p:to>
                                    </p:set>
                                    <p:animScale>
                                      <p:cBhvr>
                                        <p:cTn id="54" dur="1000" decel="50000" fill="hold">
                                          <p:stCondLst>
                                            <p:cond delay="0"/>
                                          </p:stCondLst>
                                        </p:cTn>
                                        <p:tgtEl>
                                          <p:spTgt spid="30"/>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55" dur="1000" decel="50000" fill="hold">
                                          <p:stCondLst>
                                            <p:cond delay="0"/>
                                          </p:stCondLst>
                                        </p:cTn>
                                        <p:tgtEl>
                                          <p:spTgt spid="30"/>
                                        </p:tgtEl>
                                        <p:attrNameLst>
                                          <p:attrName>ppt_x</p:attrName>
                                          <p:attrName>ppt_y</p:attrName>
                                        </p:attrNameLst>
                                      </p:cBhvr>
                                    </p:animMotion>
                                    <p:animEffect transition="in" filter="fade">
                                      <p:cBhvr>
                                        <p:cTn id="56" dur="1000"/>
                                        <p:tgtEl>
                                          <p:spTgt spid="3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childTnLst>
                          </p:cTn>
                        </p:par>
                      </p:childTnLst>
                    </p:cTn>
                  </p:par>
                  <p:par>
                    <p:cTn id="62" fill="hold">
                      <p:stCondLst>
                        <p:cond delay="indefinite"/>
                      </p:stCondLst>
                      <p:childTnLst>
                        <p:par>
                          <p:cTn id="63" fill="hold">
                            <p:stCondLst>
                              <p:cond delay="0"/>
                            </p:stCondLst>
                            <p:childTnLst>
                              <p:par>
                                <p:cTn id="64" presetID="12" presetClass="entr" presetSubtype="8" fill="hold" grpId="0" nodeType="clickEffect">
                                  <p:stCondLst>
                                    <p:cond delay="0"/>
                                  </p:stCondLst>
                                  <p:childTnLst>
                                    <p:set>
                                      <p:cBhvr>
                                        <p:cTn id="65" dur="1" fill="hold">
                                          <p:stCondLst>
                                            <p:cond delay="0"/>
                                          </p:stCondLst>
                                        </p:cTn>
                                        <p:tgtEl>
                                          <p:spTgt spid="6"/>
                                        </p:tgtEl>
                                        <p:attrNameLst>
                                          <p:attrName>style.visibility</p:attrName>
                                        </p:attrNameLst>
                                      </p:cBhvr>
                                      <p:to>
                                        <p:strVal val="visible"/>
                                      </p:to>
                                    </p:set>
                                    <p:anim calcmode="lin" valueType="num">
                                      <p:cBhvr additive="base">
                                        <p:cTn id="66" dur="500"/>
                                        <p:tgtEl>
                                          <p:spTgt spid="6"/>
                                        </p:tgtEl>
                                        <p:attrNameLst>
                                          <p:attrName>ppt_x</p:attrName>
                                        </p:attrNameLst>
                                      </p:cBhvr>
                                      <p:tavLst>
                                        <p:tav tm="0">
                                          <p:val>
                                            <p:strVal val="#ppt_x-#ppt_w*1.125000"/>
                                          </p:val>
                                        </p:tav>
                                        <p:tav tm="100000">
                                          <p:val>
                                            <p:strVal val="#ppt_x"/>
                                          </p:val>
                                        </p:tav>
                                      </p:tavLst>
                                    </p:anim>
                                    <p:animEffect transition="in" filter="wipe(right)">
                                      <p:cBhvr>
                                        <p:cTn id="67" dur="500"/>
                                        <p:tgtEl>
                                          <p:spTgt spid="6"/>
                                        </p:tgtEl>
                                      </p:cBhvr>
                                    </p:animEffect>
                                  </p:childTnLst>
                                </p:cTn>
                              </p:par>
                            </p:childTnLst>
                          </p:cTn>
                        </p:par>
                        <p:par>
                          <p:cTn id="68" fill="hold">
                            <p:stCondLst>
                              <p:cond delay="500"/>
                            </p:stCondLst>
                            <p:childTnLst>
                              <p:par>
                                <p:cTn id="69" presetID="12" presetClass="entr" presetSubtype="8" fill="hold" nodeType="afterEffect">
                                  <p:stCondLst>
                                    <p:cond delay="0"/>
                                  </p:stCondLst>
                                  <p:childTnLst>
                                    <p:set>
                                      <p:cBhvr>
                                        <p:cTn id="70" dur="1" fill="hold">
                                          <p:stCondLst>
                                            <p:cond delay="0"/>
                                          </p:stCondLst>
                                        </p:cTn>
                                        <p:tgtEl>
                                          <p:spTgt spid="32"/>
                                        </p:tgtEl>
                                        <p:attrNameLst>
                                          <p:attrName>style.visibility</p:attrName>
                                        </p:attrNameLst>
                                      </p:cBhvr>
                                      <p:to>
                                        <p:strVal val="visible"/>
                                      </p:to>
                                    </p:set>
                                    <p:anim calcmode="lin" valueType="num">
                                      <p:cBhvr additive="base">
                                        <p:cTn id="71" dur="500"/>
                                        <p:tgtEl>
                                          <p:spTgt spid="32"/>
                                        </p:tgtEl>
                                        <p:attrNameLst>
                                          <p:attrName>ppt_x</p:attrName>
                                        </p:attrNameLst>
                                      </p:cBhvr>
                                      <p:tavLst>
                                        <p:tav tm="0">
                                          <p:val>
                                            <p:strVal val="#ppt_x-#ppt_w*1.125000"/>
                                          </p:val>
                                        </p:tav>
                                        <p:tav tm="100000">
                                          <p:val>
                                            <p:strVal val="#ppt_x"/>
                                          </p:val>
                                        </p:tav>
                                      </p:tavLst>
                                    </p:anim>
                                    <p:animEffect transition="in" filter="wipe(right)">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6" grpId="0"/>
      <p:bldP spid="67" grpId="0"/>
      <p:bldP spid="4" grpId="0" animBg="1"/>
      <p:bldP spid="30" grpId="0"/>
      <p:bldP spid="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5" name="Group 4">
            <a:extLst>
              <a:ext uri="{FF2B5EF4-FFF2-40B4-BE49-F238E27FC236}">
                <a16:creationId xmlns:a16="http://schemas.microsoft.com/office/drawing/2014/main" id="{25A7A2B5-78A3-ECC0-3B13-CF75047EC903}"/>
              </a:ext>
            </a:extLst>
          </p:cNvPr>
          <p:cNvGrpSpPr/>
          <p:nvPr/>
        </p:nvGrpSpPr>
        <p:grpSpPr>
          <a:xfrm>
            <a:off x="3494287" y="3279024"/>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pic>
        <p:nvPicPr>
          <p:cNvPr id="7" name="Picture 6">
            <a:extLst>
              <a:ext uri="{FF2B5EF4-FFF2-40B4-BE49-F238E27FC236}">
                <a16:creationId xmlns:a16="http://schemas.microsoft.com/office/drawing/2014/main" id="{B3FE6250-4A1A-7E83-5BBC-E81B35A10993}"/>
              </a:ext>
            </a:extLst>
          </p:cNvPr>
          <p:cNvPicPr>
            <a:picLocks noChangeAspect="1"/>
          </p:cNvPicPr>
          <p:nvPr/>
        </p:nvPicPr>
        <p:blipFill>
          <a:blip r:embed="rId5"/>
          <a:srcRect l="1" r="1010"/>
          <a:stretch>
            <a:fillRect/>
          </a:stretch>
        </p:blipFill>
        <p:spPr>
          <a:xfrm>
            <a:off x="7071343" y="1138603"/>
            <a:ext cx="5120657" cy="5680841"/>
          </a:xfrm>
          <a:prstGeom prst="rect">
            <a:avLst/>
          </a:prstGeom>
        </p:spPr>
      </p:pic>
      <p:grpSp>
        <p:nvGrpSpPr>
          <p:cNvPr id="13" name="Group 12">
            <a:extLst>
              <a:ext uri="{FF2B5EF4-FFF2-40B4-BE49-F238E27FC236}">
                <a16:creationId xmlns:a16="http://schemas.microsoft.com/office/drawing/2014/main" id="{73B0093D-CC72-7E4F-86DD-D27A8CD9FC8B}"/>
              </a:ext>
            </a:extLst>
          </p:cNvPr>
          <p:cNvGrpSpPr/>
          <p:nvPr/>
        </p:nvGrpSpPr>
        <p:grpSpPr>
          <a:xfrm>
            <a:off x="-78066" y="1967789"/>
            <a:ext cx="8067144" cy="602166"/>
            <a:chOff x="2699419" y="5898993"/>
            <a:chExt cx="8067144" cy="602166"/>
          </a:xfrm>
          <a:effectLst>
            <a:outerShdw blurRad="50800" dist="38100" dir="2700000" algn="tl" rotWithShape="0">
              <a:prstClr val="black">
                <a:alpha val="40000"/>
              </a:prstClr>
            </a:outerShdw>
          </a:effectLst>
        </p:grpSpPr>
        <p:sp>
          <p:nvSpPr>
            <p:cNvPr id="11" name="Rounded Rectangle 10">
              <a:extLst>
                <a:ext uri="{FF2B5EF4-FFF2-40B4-BE49-F238E27FC236}">
                  <a16:creationId xmlns:a16="http://schemas.microsoft.com/office/drawing/2014/main" id="{021571F5-6644-6B76-E64E-1C913955DF0B}"/>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 name="TextBox 3">
              <a:hlinkClick r:id="rId6"/>
              <a:extLst>
                <a:ext uri="{FF2B5EF4-FFF2-40B4-BE49-F238E27FC236}">
                  <a16:creationId xmlns:a16="http://schemas.microsoft.com/office/drawing/2014/main" id="{4551C0F2-3F67-C4EC-098E-791556A4980E}"/>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sp>
        <p:nvSpPr>
          <p:cNvPr id="2" name="Right Arrow 1">
            <a:extLst>
              <a:ext uri="{FF2B5EF4-FFF2-40B4-BE49-F238E27FC236}">
                <a16:creationId xmlns:a16="http://schemas.microsoft.com/office/drawing/2014/main" id="{8EB90778-A492-C553-6032-64BE21F09E11}"/>
              </a:ext>
            </a:extLst>
          </p:cNvPr>
          <p:cNvSpPr/>
          <p:nvPr/>
        </p:nvSpPr>
        <p:spPr>
          <a:xfrm>
            <a:off x="6236913" y="4489056"/>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27073143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8" fill="hold" nodeType="after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500"/>
                            </p:stCondLst>
                            <p:childTnLst>
                              <p:par>
                                <p:cTn id="20" presetID="12" presetClass="entr" presetSubtype="8"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anim calcmode="lin" valueType="num">
                                      <p:cBhvr additive="base">
                                        <p:cTn id="22" dur="500"/>
                                        <p:tgtEl>
                                          <p:spTgt spid="2"/>
                                        </p:tgtEl>
                                        <p:attrNameLst>
                                          <p:attrName>ppt_x</p:attrName>
                                        </p:attrNameLst>
                                      </p:cBhvr>
                                      <p:tavLst>
                                        <p:tav tm="0">
                                          <p:val>
                                            <p:strVal val="#ppt_x-#ppt_w*1.125000"/>
                                          </p:val>
                                        </p:tav>
                                        <p:tav tm="100000">
                                          <p:val>
                                            <p:strVal val="#ppt_x"/>
                                          </p:val>
                                        </p:tav>
                                      </p:tavLst>
                                    </p:anim>
                                    <p:animEffect transition="in" filter="wipe(right)">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grpSp>
        <p:nvGrpSpPr>
          <p:cNvPr id="25" name="Group 24">
            <a:extLst>
              <a:ext uri="{FF2B5EF4-FFF2-40B4-BE49-F238E27FC236}">
                <a16:creationId xmlns:a16="http://schemas.microsoft.com/office/drawing/2014/main" id="{0C85823E-DC9C-301E-E3FD-79A9F2DC4A29}"/>
              </a:ext>
            </a:extLst>
          </p:cNvPr>
          <p:cNvGrpSpPr/>
          <p:nvPr/>
        </p:nvGrpSpPr>
        <p:grpSpPr>
          <a:xfrm>
            <a:off x="6482580" y="923098"/>
            <a:ext cx="5857021" cy="6267724"/>
            <a:chOff x="6482581" y="1275893"/>
            <a:chExt cx="5413086" cy="5792659"/>
          </a:xfrm>
        </p:grpSpPr>
        <p:grpSp>
          <p:nvGrpSpPr>
            <p:cNvPr id="5" name="Group 4">
              <a:extLst>
                <a:ext uri="{FF2B5EF4-FFF2-40B4-BE49-F238E27FC236}">
                  <a16:creationId xmlns:a16="http://schemas.microsoft.com/office/drawing/2014/main" id="{28C787C2-1CAC-1008-6FDD-901D5968210E}"/>
                </a:ext>
              </a:extLst>
            </p:cNvPr>
            <p:cNvGrpSpPr/>
            <p:nvPr/>
          </p:nvGrpSpPr>
          <p:grpSpPr>
            <a:xfrm>
              <a:off x="6482581" y="1275893"/>
              <a:ext cx="5413086" cy="5792659"/>
              <a:chOff x="4103673" y="2260395"/>
              <a:chExt cx="2799778" cy="2996103"/>
            </a:xfrm>
          </p:grpSpPr>
          <p:pic>
            <p:nvPicPr>
              <p:cNvPr id="9" name="Picture 8">
                <a:extLst>
                  <a:ext uri="{FF2B5EF4-FFF2-40B4-BE49-F238E27FC236}">
                    <a16:creationId xmlns:a16="http://schemas.microsoft.com/office/drawing/2014/main" id="{D7FEC2DD-A699-3B3A-101F-5B7ABDCA9E4D}"/>
                  </a:ext>
                </a:extLst>
              </p:cNvPr>
              <p:cNvPicPr>
                <a:picLocks noChangeAspect="1"/>
              </p:cNvPicPr>
              <p:nvPr/>
            </p:nvPicPr>
            <p:blipFill>
              <a:blip r:embed="rId2"/>
              <a:stretch>
                <a:fillRect/>
              </a:stretch>
            </p:blipFill>
            <p:spPr>
              <a:xfrm>
                <a:off x="4103673" y="2260395"/>
                <a:ext cx="2799778" cy="2799778"/>
              </a:xfrm>
              <a:prstGeom prst="rect">
                <a:avLst/>
              </a:prstGeom>
            </p:spPr>
          </p:pic>
          <p:sp>
            <p:nvSpPr>
              <p:cNvPr id="8" name="TextBox 7">
                <a:extLst>
                  <a:ext uri="{FF2B5EF4-FFF2-40B4-BE49-F238E27FC236}">
                    <a16:creationId xmlns:a16="http://schemas.microsoft.com/office/drawing/2014/main" id="{FD8C2A02-9FE3-983C-D0EC-DB594C54898A}"/>
                  </a:ext>
                </a:extLst>
              </p:cNvPr>
              <p:cNvSpPr txBox="1"/>
              <p:nvPr/>
            </p:nvSpPr>
            <p:spPr>
              <a:xfrm>
                <a:off x="4417711" y="4887166"/>
                <a:ext cx="2171700" cy="369332"/>
              </a:xfrm>
              <a:prstGeom prst="rect">
                <a:avLst/>
              </a:prstGeom>
              <a:noFill/>
            </p:spPr>
            <p:txBody>
              <a:bodyPr wrap="square" rtlCol="0">
                <a:spAutoFit/>
              </a:bodyPr>
              <a:lstStyle/>
              <a:p>
                <a:pPr algn="ctr"/>
                <a:r>
                  <a:rPr lang="fr-CA" b="1" dirty="0" err="1">
                    <a:latin typeface="+mj-lt"/>
                  </a:rPr>
                  <a:t>Données.zip</a:t>
                </a:r>
                <a:endParaRPr lang="fr-CA" b="1" dirty="0">
                  <a:latin typeface="+mj-lt"/>
                </a:endParaRPr>
              </a:p>
            </p:txBody>
          </p:sp>
        </p:grpSp>
        <p:sp>
          <p:nvSpPr>
            <p:cNvPr id="24" name="Rounded Rectangle 23">
              <a:extLst>
                <a:ext uri="{FF2B5EF4-FFF2-40B4-BE49-F238E27FC236}">
                  <a16:creationId xmlns:a16="http://schemas.microsoft.com/office/drawing/2014/main" id="{C7F81B41-76F5-CE11-AED7-924EA81801E7}"/>
                </a:ext>
              </a:extLst>
            </p:cNvPr>
            <p:cNvSpPr/>
            <p:nvPr/>
          </p:nvSpPr>
          <p:spPr>
            <a:xfrm>
              <a:off x="7585116" y="1786759"/>
              <a:ext cx="1908323" cy="2307766"/>
            </a:xfrm>
            <a:prstGeom prst="roundRect">
              <a:avLst/>
            </a:prstGeom>
            <a:solidFill>
              <a:srgbClr val="F3F3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pic>
        <p:nvPicPr>
          <p:cNvPr id="17" name="Picture 16">
            <a:extLst>
              <a:ext uri="{FF2B5EF4-FFF2-40B4-BE49-F238E27FC236}">
                <a16:creationId xmlns:a16="http://schemas.microsoft.com/office/drawing/2014/main" id="{3E13B1B6-A4F7-16B6-C356-5DD32DA47745}"/>
              </a:ext>
            </a:extLst>
          </p:cNvPr>
          <p:cNvPicPr>
            <a:picLocks noChangeAspect="1"/>
          </p:cNvPicPr>
          <p:nvPr/>
        </p:nvPicPr>
        <p:blipFill>
          <a:blip r:embed="rId3"/>
          <a:stretch>
            <a:fillRect/>
          </a:stretch>
        </p:blipFill>
        <p:spPr>
          <a:xfrm>
            <a:off x="7631430" y="3357178"/>
            <a:ext cx="3654772" cy="2039025"/>
          </a:xfrm>
          <a:prstGeom prst="rect">
            <a:avLst/>
          </a:prstGeom>
        </p:spPr>
      </p:pic>
      <p:pic>
        <p:nvPicPr>
          <p:cNvPr id="18" name="Picture 17">
            <a:extLst>
              <a:ext uri="{FF2B5EF4-FFF2-40B4-BE49-F238E27FC236}">
                <a16:creationId xmlns:a16="http://schemas.microsoft.com/office/drawing/2014/main" id="{1523C05C-2BA6-40F2-E6DD-10686485DF26}"/>
              </a:ext>
            </a:extLst>
          </p:cNvPr>
          <p:cNvPicPr>
            <a:picLocks noChangeAspect="1"/>
          </p:cNvPicPr>
          <p:nvPr/>
        </p:nvPicPr>
        <p:blipFill>
          <a:blip r:embed="rId4"/>
          <a:srcRect l="46478" r="3522"/>
          <a:stretch>
            <a:fillRect/>
          </a:stretch>
        </p:blipFill>
        <p:spPr>
          <a:xfrm>
            <a:off x="9035959" y="2008129"/>
            <a:ext cx="978238" cy="1154065"/>
          </a:xfrm>
          <a:prstGeom prst="rect">
            <a:avLst/>
          </a:prstGeom>
        </p:spPr>
      </p:pic>
      <p:grpSp>
        <p:nvGrpSpPr>
          <p:cNvPr id="26" name="Group 25">
            <a:extLst>
              <a:ext uri="{FF2B5EF4-FFF2-40B4-BE49-F238E27FC236}">
                <a16:creationId xmlns:a16="http://schemas.microsoft.com/office/drawing/2014/main" id="{E32FFF2D-9644-EEB2-3E8E-EB8C7B8F92C0}"/>
              </a:ext>
            </a:extLst>
          </p:cNvPr>
          <p:cNvGrpSpPr/>
          <p:nvPr/>
        </p:nvGrpSpPr>
        <p:grpSpPr>
          <a:xfrm>
            <a:off x="7436732" y="1253287"/>
            <a:ext cx="1647290" cy="1979696"/>
            <a:chOff x="7436732" y="1579097"/>
            <a:chExt cx="1647290" cy="1979696"/>
          </a:xfrm>
        </p:grpSpPr>
        <p:pic>
          <p:nvPicPr>
            <p:cNvPr id="19" name="Picture 18">
              <a:extLst>
                <a:ext uri="{FF2B5EF4-FFF2-40B4-BE49-F238E27FC236}">
                  <a16:creationId xmlns:a16="http://schemas.microsoft.com/office/drawing/2014/main" id="{7E83025E-3A80-C66D-74CF-1FE220F32FC3}"/>
                </a:ext>
              </a:extLst>
            </p:cNvPr>
            <p:cNvPicPr>
              <a:picLocks noChangeAspect="1"/>
            </p:cNvPicPr>
            <p:nvPr/>
          </p:nvPicPr>
          <p:blipFill>
            <a:blip r:embed="rId4"/>
            <a:srcRect r="50000"/>
            <a:stretch>
              <a:fillRect/>
            </a:stretch>
          </p:blipFill>
          <p:spPr>
            <a:xfrm>
              <a:off x="7436732" y="1579097"/>
              <a:ext cx="1343153" cy="1584569"/>
            </a:xfrm>
            <a:prstGeom prst="rect">
              <a:avLst/>
            </a:prstGeom>
          </p:spPr>
        </p:pic>
        <p:pic>
          <p:nvPicPr>
            <p:cNvPr id="20" name="Picture 19">
              <a:extLst>
                <a:ext uri="{FF2B5EF4-FFF2-40B4-BE49-F238E27FC236}">
                  <a16:creationId xmlns:a16="http://schemas.microsoft.com/office/drawing/2014/main" id="{DFC9A48C-6DDD-DF77-926A-408AA842D7BF}"/>
                </a:ext>
              </a:extLst>
            </p:cNvPr>
            <p:cNvPicPr>
              <a:picLocks noChangeAspect="1"/>
            </p:cNvPicPr>
            <p:nvPr/>
          </p:nvPicPr>
          <p:blipFill>
            <a:blip r:embed="rId4"/>
            <a:srcRect r="50000"/>
            <a:stretch>
              <a:fillRect/>
            </a:stretch>
          </p:blipFill>
          <p:spPr>
            <a:xfrm>
              <a:off x="7588948" y="1762549"/>
              <a:ext cx="1343153" cy="1584569"/>
            </a:xfrm>
            <a:prstGeom prst="rect">
              <a:avLst/>
            </a:prstGeom>
          </p:spPr>
        </p:pic>
        <p:pic>
          <p:nvPicPr>
            <p:cNvPr id="21" name="Picture 20">
              <a:extLst>
                <a:ext uri="{FF2B5EF4-FFF2-40B4-BE49-F238E27FC236}">
                  <a16:creationId xmlns:a16="http://schemas.microsoft.com/office/drawing/2014/main" id="{B627C8E0-5CA3-06BD-1630-7DFB0C428186}"/>
                </a:ext>
              </a:extLst>
            </p:cNvPr>
            <p:cNvPicPr>
              <a:picLocks noChangeAspect="1"/>
            </p:cNvPicPr>
            <p:nvPr/>
          </p:nvPicPr>
          <p:blipFill>
            <a:blip r:embed="rId4"/>
            <a:srcRect r="50000"/>
            <a:stretch>
              <a:fillRect/>
            </a:stretch>
          </p:blipFill>
          <p:spPr>
            <a:xfrm>
              <a:off x="7740869" y="1974224"/>
              <a:ext cx="1343153" cy="1584569"/>
            </a:xfrm>
            <a:prstGeom prst="rect">
              <a:avLst/>
            </a:prstGeom>
          </p:spPr>
        </p:pic>
      </p:grpSp>
      <p:sp>
        <p:nvSpPr>
          <p:cNvPr id="27" name="TextBox 26">
            <a:extLst>
              <a:ext uri="{FF2B5EF4-FFF2-40B4-BE49-F238E27FC236}">
                <a16:creationId xmlns:a16="http://schemas.microsoft.com/office/drawing/2014/main" id="{EE2BD9B6-9BFF-BD9B-67D6-77A39AD82AF1}"/>
              </a:ext>
            </a:extLst>
          </p:cNvPr>
          <p:cNvSpPr txBox="1"/>
          <p:nvPr/>
        </p:nvSpPr>
        <p:spPr>
          <a:xfrm>
            <a:off x="8891104" y="2468524"/>
            <a:ext cx="308098" cy="369332"/>
          </a:xfrm>
          <a:prstGeom prst="rect">
            <a:avLst/>
          </a:prstGeom>
          <a:noFill/>
        </p:spPr>
        <p:txBody>
          <a:bodyPr wrap="none" rtlCol="0">
            <a:spAutoFit/>
          </a:bodyPr>
          <a:lstStyle/>
          <a:p>
            <a:r>
              <a:rPr lang="fr-CA" dirty="0"/>
              <a:t>+</a:t>
            </a:r>
          </a:p>
        </p:txBody>
      </p:sp>
      <p:sp>
        <p:nvSpPr>
          <p:cNvPr id="28" name="Rounded Rectangle 27">
            <a:extLst>
              <a:ext uri="{FF2B5EF4-FFF2-40B4-BE49-F238E27FC236}">
                <a16:creationId xmlns:a16="http://schemas.microsoft.com/office/drawing/2014/main" id="{1BFBED10-6247-2F86-7C28-728F00C5B945}"/>
              </a:ext>
            </a:extLst>
          </p:cNvPr>
          <p:cNvSpPr/>
          <p:nvPr/>
        </p:nvSpPr>
        <p:spPr>
          <a:xfrm>
            <a:off x="8859512" y="3345344"/>
            <a:ext cx="1017767" cy="332224"/>
          </a:xfrm>
          <a:prstGeom prst="roundRect">
            <a:avLst/>
          </a:prstGeom>
          <a:gradFill flip="none" rotWithShape="1">
            <a:gsLst>
              <a:gs pos="0">
                <a:srgbClr val="1763A0"/>
              </a:gs>
              <a:gs pos="100000">
                <a:srgbClr val="3286BF"/>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grpSp>
        <p:nvGrpSpPr>
          <p:cNvPr id="34" name="Group 33">
            <a:extLst>
              <a:ext uri="{FF2B5EF4-FFF2-40B4-BE49-F238E27FC236}">
                <a16:creationId xmlns:a16="http://schemas.microsoft.com/office/drawing/2014/main" id="{6691CA65-07D9-8A92-47EF-5088A7A17D4D}"/>
              </a:ext>
            </a:extLst>
          </p:cNvPr>
          <p:cNvGrpSpPr/>
          <p:nvPr/>
        </p:nvGrpSpPr>
        <p:grpSpPr>
          <a:xfrm>
            <a:off x="296333" y="3739848"/>
            <a:ext cx="2256643" cy="2788080"/>
            <a:chOff x="296333" y="3075896"/>
            <a:chExt cx="2256643" cy="2788080"/>
          </a:xfrm>
        </p:grpSpPr>
        <p:pic>
          <p:nvPicPr>
            <p:cNvPr id="1026" name="Picture 2">
              <a:extLst>
                <a:ext uri="{FF2B5EF4-FFF2-40B4-BE49-F238E27FC236}">
                  <a16:creationId xmlns:a16="http://schemas.microsoft.com/office/drawing/2014/main" id="{7BA2511E-A831-0E87-23DF-7DB796AA74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5FE83FD0-D296-489D-3028-3BBD4B469440}"/>
                </a:ext>
              </a:extLst>
            </p:cNvPr>
            <p:cNvSpPr txBox="1"/>
            <p:nvPr/>
          </p:nvSpPr>
          <p:spPr>
            <a:xfrm>
              <a:off x="347134" y="5494644"/>
              <a:ext cx="2205842" cy="369332"/>
            </a:xfrm>
            <a:prstGeom prst="rect">
              <a:avLst/>
            </a:prstGeom>
            <a:noFill/>
          </p:spPr>
          <p:txBody>
            <a:bodyPr wrap="square" rtlCol="0">
              <a:spAutoFit/>
            </a:bodyPr>
            <a:lstStyle/>
            <a:p>
              <a:pPr algn="ctr"/>
              <a:r>
                <a:rPr lang="fr-CA" b="1" dirty="0" err="1">
                  <a:latin typeface="+mj-lt"/>
                </a:rPr>
                <a:t>Soumission.pdf</a:t>
              </a:r>
              <a:endParaRPr lang="fr-CA" b="1" dirty="0">
                <a:latin typeface="+mj-lt"/>
              </a:endParaRPr>
            </a:p>
          </p:txBody>
        </p:sp>
      </p:grpSp>
      <p:grpSp>
        <p:nvGrpSpPr>
          <p:cNvPr id="33" name="Group 32">
            <a:extLst>
              <a:ext uri="{FF2B5EF4-FFF2-40B4-BE49-F238E27FC236}">
                <a16:creationId xmlns:a16="http://schemas.microsoft.com/office/drawing/2014/main" id="{D9B905F8-CE51-A4E3-ACE5-E7CBF99531DF}"/>
              </a:ext>
            </a:extLst>
          </p:cNvPr>
          <p:cNvGrpSpPr/>
          <p:nvPr/>
        </p:nvGrpSpPr>
        <p:grpSpPr>
          <a:xfrm>
            <a:off x="3062670" y="2088711"/>
            <a:ext cx="2586290" cy="2788080"/>
            <a:chOff x="3377630" y="3075896"/>
            <a:chExt cx="2586290" cy="2788080"/>
          </a:xfrm>
        </p:grpSpPr>
        <p:pic>
          <p:nvPicPr>
            <p:cNvPr id="30" name="Picture 2">
              <a:extLst>
                <a:ext uri="{FF2B5EF4-FFF2-40B4-BE49-F238E27FC236}">
                  <a16:creationId xmlns:a16="http://schemas.microsoft.com/office/drawing/2014/main" id="{77DF7CCD-5138-1CE8-48D1-28474B81298B}"/>
                </a:ext>
              </a:extLst>
            </p:cNvPr>
            <p:cNvPicPr>
              <a:picLocks noChangeAspect="1" noChangeArrowheads="1"/>
            </p:cNvPicPr>
            <p:nvPr/>
          </p:nvPicPr>
          <p:blipFill>
            <a:blip r:embed="rId6"/>
            <a:srcRect l="19601" r="19601"/>
            <a:stretch/>
          </p:blipFill>
          <p:spPr bwMode="auto">
            <a:xfrm>
              <a:off x="342561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04C7F81F-9729-D886-7154-C430F3E030A2}"/>
                </a:ext>
              </a:extLst>
            </p:cNvPr>
            <p:cNvSpPr txBox="1"/>
            <p:nvPr/>
          </p:nvSpPr>
          <p:spPr>
            <a:xfrm>
              <a:off x="3377630" y="5494644"/>
              <a:ext cx="2586290" cy="369332"/>
            </a:xfrm>
            <a:prstGeom prst="rect">
              <a:avLst/>
            </a:prstGeom>
            <a:noFill/>
          </p:spPr>
          <p:txBody>
            <a:bodyPr wrap="square" rtlCol="0">
              <a:spAutoFit/>
            </a:bodyPr>
            <a:lstStyle/>
            <a:p>
              <a:pPr algn="ctr"/>
              <a:r>
                <a:rPr lang="fr-CA" b="1" dirty="0">
                  <a:latin typeface="+mj-lt"/>
                </a:rPr>
                <a:t>Bon de </a:t>
              </a:r>
              <a:r>
                <a:rPr lang="fr-CA" b="1" dirty="0" err="1">
                  <a:latin typeface="+mj-lt"/>
                </a:rPr>
                <a:t>commande.pdf</a:t>
              </a:r>
              <a:endParaRPr lang="fr-CA" b="1" dirty="0">
                <a:latin typeface="+mj-lt"/>
              </a:endParaRPr>
            </a:p>
          </p:txBody>
        </p:sp>
      </p:grpSp>
      <p:sp>
        <p:nvSpPr>
          <p:cNvPr id="51" name="Right Arrow 50">
            <a:extLst>
              <a:ext uri="{FF2B5EF4-FFF2-40B4-BE49-F238E27FC236}">
                <a16:creationId xmlns:a16="http://schemas.microsoft.com/office/drawing/2014/main" id="{9D75867D-4E83-F4F0-ED52-4DBE85896F8D}"/>
              </a:ext>
            </a:extLst>
          </p:cNvPr>
          <p:cNvSpPr/>
          <p:nvPr/>
        </p:nvSpPr>
        <p:spPr>
          <a:xfrm rot="5400000">
            <a:off x="1113148" y="2853049"/>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3" name="Right Arrow 52">
            <a:extLst>
              <a:ext uri="{FF2B5EF4-FFF2-40B4-BE49-F238E27FC236}">
                <a16:creationId xmlns:a16="http://schemas.microsoft.com/office/drawing/2014/main" id="{C92E5641-A176-456E-3FA1-CB2814FD8DCA}"/>
              </a:ext>
            </a:extLst>
          </p:cNvPr>
          <p:cNvSpPr/>
          <p:nvPr/>
        </p:nvSpPr>
        <p:spPr>
          <a:xfrm>
            <a:off x="6061680" y="3232983"/>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6" name="Freeform 55">
            <a:extLst>
              <a:ext uri="{FF2B5EF4-FFF2-40B4-BE49-F238E27FC236}">
                <a16:creationId xmlns:a16="http://schemas.microsoft.com/office/drawing/2014/main" id="{602C0F36-8EFF-A93E-EA0E-4E1F0050F378}"/>
              </a:ext>
            </a:extLst>
          </p:cNvPr>
          <p:cNvSpPr/>
          <p:nvPr/>
        </p:nvSpPr>
        <p:spPr>
          <a:xfrm>
            <a:off x="3688080" y="5102304"/>
            <a:ext cx="998375" cy="800656"/>
          </a:xfrm>
          <a:custGeom>
            <a:avLst/>
            <a:gdLst>
              <a:gd name="connsiteX0" fmla="*/ 698214 w 998375"/>
              <a:gd name="connsiteY0" fmla="*/ 0 h 800656"/>
              <a:gd name="connsiteX1" fmla="*/ 998375 w 998375"/>
              <a:gd name="connsiteY1" fmla="*/ 286106 h 800656"/>
              <a:gd name="connsiteX2" fmla="*/ 811342 w 998375"/>
              <a:gd name="connsiteY2" fmla="*/ 286106 h 800656"/>
              <a:gd name="connsiteX3" fmla="*/ 811342 w 998375"/>
              <a:gd name="connsiteY3" fmla="*/ 572212 h 800656"/>
              <a:gd name="connsiteX4" fmla="*/ 812800 w 998375"/>
              <a:gd name="connsiteY4" fmla="*/ 572212 h 800656"/>
              <a:gd name="connsiteX5" fmla="*/ 812800 w 998375"/>
              <a:gd name="connsiteY5" fmla="*/ 800656 h 800656"/>
              <a:gd name="connsiteX6" fmla="*/ 0 w 998375"/>
              <a:gd name="connsiteY6" fmla="*/ 800656 h 800656"/>
              <a:gd name="connsiteX7" fmla="*/ 0 w 998375"/>
              <a:gd name="connsiteY7" fmla="*/ 572212 h 800656"/>
              <a:gd name="connsiteX8" fmla="*/ 585086 w 998375"/>
              <a:gd name="connsiteY8" fmla="*/ 572212 h 800656"/>
              <a:gd name="connsiteX9" fmla="*/ 585086 w 998375"/>
              <a:gd name="connsiteY9" fmla="*/ 286106 h 800656"/>
              <a:gd name="connsiteX10" fmla="*/ 398053 w 998375"/>
              <a:gd name="connsiteY10" fmla="*/ 286106 h 80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8375" h="800656">
                <a:moveTo>
                  <a:pt x="698214" y="0"/>
                </a:moveTo>
                <a:lnTo>
                  <a:pt x="998375" y="286106"/>
                </a:lnTo>
                <a:lnTo>
                  <a:pt x="811342" y="286106"/>
                </a:lnTo>
                <a:lnTo>
                  <a:pt x="811342" y="572212"/>
                </a:lnTo>
                <a:lnTo>
                  <a:pt x="812800" y="572212"/>
                </a:lnTo>
                <a:lnTo>
                  <a:pt x="812800" y="800656"/>
                </a:lnTo>
                <a:lnTo>
                  <a:pt x="0" y="800656"/>
                </a:lnTo>
                <a:lnTo>
                  <a:pt x="0" y="572212"/>
                </a:lnTo>
                <a:lnTo>
                  <a:pt x="585086" y="572212"/>
                </a:lnTo>
                <a:lnTo>
                  <a:pt x="585086" y="286106"/>
                </a:lnTo>
                <a:lnTo>
                  <a:pt x="398053" y="286106"/>
                </a:lnTo>
                <a:close/>
              </a:path>
            </a:pathLst>
          </a:cu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CA"/>
          </a:p>
        </p:txBody>
      </p:sp>
    </p:spTree>
    <p:extLst>
      <p:ext uri="{BB962C8B-B14F-4D97-AF65-F5344CB8AC3E}">
        <p14:creationId xmlns:p14="http://schemas.microsoft.com/office/powerpoint/2010/main" val="419408685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1"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additive="base">
                                        <p:cTn id="7" dur="500"/>
                                        <p:tgtEl>
                                          <p:spTgt spid="51"/>
                                        </p:tgtEl>
                                        <p:attrNameLst>
                                          <p:attrName>ppt_y</p:attrName>
                                        </p:attrNameLst>
                                      </p:cBhvr>
                                      <p:tavLst>
                                        <p:tav tm="0">
                                          <p:val>
                                            <p:strVal val="#ppt_y-#ppt_h*1.125000"/>
                                          </p:val>
                                        </p:tav>
                                        <p:tav tm="100000">
                                          <p:val>
                                            <p:strVal val="#ppt_y"/>
                                          </p:val>
                                        </p:tav>
                                      </p:tavLst>
                                    </p:anim>
                                    <p:animEffect transition="in" filter="wipe(down)">
                                      <p:cBhvr>
                                        <p:cTn id="8" dur="500"/>
                                        <p:tgtEl>
                                          <p:spTgt spid="51"/>
                                        </p:tgtEl>
                                      </p:cBhvr>
                                    </p:animEffect>
                                  </p:childTnLst>
                                </p:cTn>
                              </p:par>
                              <p:par>
                                <p:cTn id="9" presetID="12" presetClass="entr" presetSubtype="1"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anim calcmode="lin" valueType="num">
                                      <p:cBhvr additive="base">
                                        <p:cTn id="11" dur="500"/>
                                        <p:tgtEl>
                                          <p:spTgt spid="34"/>
                                        </p:tgtEl>
                                        <p:attrNameLst>
                                          <p:attrName>ppt_y</p:attrName>
                                        </p:attrNameLst>
                                      </p:cBhvr>
                                      <p:tavLst>
                                        <p:tav tm="0">
                                          <p:val>
                                            <p:strVal val="#ppt_y-#ppt_h*1.125000"/>
                                          </p:val>
                                        </p:tav>
                                        <p:tav tm="100000">
                                          <p:val>
                                            <p:strVal val="#ppt_y"/>
                                          </p:val>
                                        </p:tav>
                                      </p:tavLst>
                                    </p:anim>
                                    <p:animEffect transition="in" filter="wipe(down)">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56"/>
                                        </p:tgtEl>
                                        <p:attrNameLst>
                                          <p:attrName>style.visibility</p:attrName>
                                        </p:attrNameLst>
                                      </p:cBhvr>
                                      <p:to>
                                        <p:strVal val="visible"/>
                                      </p:to>
                                    </p:set>
                                    <p:animEffect transition="in" filter="wipe(down)">
                                      <p:cBhvr>
                                        <p:cTn id="17" dur="500"/>
                                        <p:tgtEl>
                                          <p:spTgt spid="56"/>
                                        </p:tgtEl>
                                      </p:cBhvr>
                                    </p:animEffect>
                                  </p:childTnLst>
                                </p:cTn>
                              </p:par>
                              <p:par>
                                <p:cTn id="18" presetID="22" presetClass="entr" presetSubtype="4" fill="hold" nodeType="with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wipe(down)">
                                      <p:cBhvr>
                                        <p:cTn id="20" dur="500"/>
                                        <p:tgtEl>
                                          <p:spTgt spid="3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wipe(left)">
                                      <p:cBhvr>
                                        <p:cTn id="25" dur="500"/>
                                        <p:tgtEl>
                                          <p:spTgt spid="53"/>
                                        </p:tgtEl>
                                      </p:cBhvr>
                                    </p:animEffect>
                                  </p:childTnLst>
                                </p:cTn>
                              </p:par>
                            </p:childTnLst>
                          </p:cTn>
                        </p:par>
                        <p:par>
                          <p:cTn id="26" fill="hold">
                            <p:stCondLst>
                              <p:cond delay="500"/>
                            </p:stCondLst>
                            <p:childTnLst>
                              <p:par>
                                <p:cTn id="27" presetID="22" presetClass="entr" presetSubtype="8" fill="hold"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wipe(left)">
                                      <p:cBhvr>
                                        <p:cTn id="29" dur="5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500"/>
                                        <p:tgtEl>
                                          <p:spTgt spid="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childTnLst>
                          </p:cTn>
                        </p:par>
                        <p:par>
                          <p:cTn id="46" fill="hold">
                            <p:stCondLst>
                              <p:cond delay="500"/>
                            </p:stCondLst>
                            <p:childTnLst>
                              <p:par>
                                <p:cTn id="47" presetID="10" presetClass="entr" presetSubtype="0" fill="hold" grpId="0" nodeType="after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8" grpId="0" animBg="1"/>
      <p:bldP spid="51" grpId="0" animBg="1"/>
      <p:bldP spid="53" grpId="0" animBg="1"/>
      <p:bldP spid="5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5EF50-C999-484F-69DF-ACD2F676DC91}"/>
            </a:ext>
          </a:extLst>
        </p:cNvPr>
        <p:cNvGrpSpPr/>
        <p:nvPr/>
      </p:nvGrpSpPr>
      <p:grpSpPr>
        <a:xfrm>
          <a:off x="0" y="0"/>
          <a:ext cx="0" cy="0"/>
          <a:chOff x="0" y="0"/>
          <a:chExt cx="0" cy="0"/>
        </a:xfrm>
      </p:grpSpPr>
      <p:pic>
        <p:nvPicPr>
          <p:cNvPr id="5122" name="Picture 2">
            <a:extLst>
              <a:ext uri="{FF2B5EF4-FFF2-40B4-BE49-F238E27FC236}">
                <a16:creationId xmlns:a16="http://schemas.microsoft.com/office/drawing/2014/main" id="{B9E5AE9F-9AC7-3592-E150-57B40F3CE2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AB6D4EE3-C429-2F04-2D29-E4AA1F3345B6}"/>
              </a:ext>
            </a:extLst>
          </p:cNvPr>
          <p:cNvGrpSpPr/>
          <p:nvPr/>
        </p:nvGrpSpPr>
        <p:grpSpPr>
          <a:xfrm>
            <a:off x="6096000" y="5108252"/>
            <a:ext cx="5380075" cy="1256007"/>
            <a:chOff x="5178056" y="297713"/>
            <a:chExt cx="5380075" cy="1256007"/>
          </a:xfrm>
        </p:grpSpPr>
        <p:sp>
          <p:nvSpPr>
            <p:cNvPr id="6" name="TextBox 5">
              <a:extLst>
                <a:ext uri="{FF2B5EF4-FFF2-40B4-BE49-F238E27FC236}">
                  <a16:creationId xmlns:a16="http://schemas.microsoft.com/office/drawing/2014/main" id="{ECE78804-C5CD-F516-664E-B3426F78E027}"/>
                </a:ext>
              </a:extLst>
            </p:cNvPr>
            <p:cNvSpPr txBox="1"/>
            <p:nvPr/>
          </p:nvSpPr>
          <p:spPr>
            <a:xfrm>
              <a:off x="5178056" y="297713"/>
              <a:ext cx="5380075"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algn="r"/>
              <a:r>
                <a:rPr lang="fr-CA" sz="6600" b="1" noProof="0" dirty="0">
                  <a:solidFill>
                    <a:schemeClr val="bg1"/>
                  </a:solidFill>
                  <a:latin typeface="Arial" panose="020B0604020202020204" pitchFamily="34" charset="0"/>
                  <a:cs typeface="Arial" panose="020B0604020202020204" pitchFamily="34" charset="0"/>
                </a:rPr>
                <a:t>Migration</a:t>
              </a:r>
              <a:r>
                <a:rPr lang="fr-CA" sz="6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 name="TextBox 6">
              <a:extLst>
                <a:ext uri="{FF2B5EF4-FFF2-40B4-BE49-F238E27FC236}">
                  <a16:creationId xmlns:a16="http://schemas.microsoft.com/office/drawing/2014/main" id="{76E7B8C2-B91C-D3F6-648E-8DE31993E4E5}"/>
                </a:ext>
              </a:extLst>
            </p:cNvPr>
            <p:cNvSpPr txBox="1"/>
            <p:nvPr/>
          </p:nvSpPr>
          <p:spPr>
            <a:xfrm>
              <a:off x="7788347" y="1215166"/>
              <a:ext cx="2727252" cy="338554"/>
            </a:xfrm>
            <a:prstGeom prst="rect">
              <a:avLst/>
            </a:prstGeom>
            <a:noFill/>
          </p:spPr>
          <p:txBody>
            <a:bodyPr wrap="square" rtlCol="0">
              <a:spAutoFit/>
            </a:bodyPr>
            <a:lstStyle/>
            <a:p>
              <a:pPr algn="r"/>
              <a:r>
                <a:rPr lang="fr-CA" sz="1600" noProof="0" dirty="0">
                  <a:solidFill>
                    <a:schemeClr val="tx2">
                      <a:lumMod val="25000"/>
                      <a:lumOff val="75000"/>
                    </a:schemeClr>
                  </a:solidFill>
                  <a:latin typeface="Arial" panose="020B0604020202020204" pitchFamily="34" charset="0"/>
                  <a:cs typeface="Arial" panose="020B0604020202020204" pitchFamily="34" charset="0"/>
                </a:rPr>
                <a:t>Gestion Technologies</a:t>
              </a:r>
            </a:p>
          </p:txBody>
        </p:sp>
      </p:grpSp>
      <p:sp>
        <p:nvSpPr>
          <p:cNvPr id="10" name="Rounded Rectangle 9">
            <a:extLst>
              <a:ext uri="{FF2B5EF4-FFF2-40B4-BE49-F238E27FC236}">
                <a16:creationId xmlns:a16="http://schemas.microsoft.com/office/drawing/2014/main" id="{8F0A8747-B4B6-FFCE-3EC5-88907E164223}"/>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sp>
        <p:nvSpPr>
          <p:cNvPr id="11" name="Rounded Rectangle 10">
            <a:extLst>
              <a:ext uri="{FF2B5EF4-FFF2-40B4-BE49-F238E27FC236}">
                <a16:creationId xmlns:a16="http://schemas.microsoft.com/office/drawing/2014/main" id="{F932F389-A323-7F1D-5BE8-54C513AAE7D8}"/>
              </a:ext>
            </a:extLst>
          </p:cNvPr>
          <p:cNvSpPr/>
          <p:nvPr/>
        </p:nvSpPr>
        <p:spPr>
          <a:xfrm rot="21300000">
            <a:off x="9967297" y="1383916"/>
            <a:ext cx="1017767" cy="332224"/>
          </a:xfrm>
          <a:prstGeom prst="roundRect">
            <a:avLst/>
          </a:prstGeom>
          <a:gradFill flip="none" rotWithShape="1">
            <a:gsLst>
              <a:gs pos="0">
                <a:srgbClr val="3266AD"/>
              </a:gs>
              <a:gs pos="100000">
                <a:srgbClr val="5A8ACC"/>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
        <p:nvSpPr>
          <p:cNvPr id="2" name="TextBox 1">
            <a:extLst>
              <a:ext uri="{FF2B5EF4-FFF2-40B4-BE49-F238E27FC236}">
                <a16:creationId xmlns:a16="http://schemas.microsoft.com/office/drawing/2014/main" id="{4B1A4662-EEF3-0843-4C45-CEBA023EC1AD}"/>
              </a:ext>
            </a:extLst>
          </p:cNvPr>
          <p:cNvSpPr txBox="1"/>
          <p:nvPr/>
        </p:nvSpPr>
        <p:spPr>
          <a:xfrm>
            <a:off x="414680" y="4642009"/>
            <a:ext cx="5964484" cy="221599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13800" b="1" noProof="0" dirty="0">
                <a:solidFill>
                  <a:srgbClr val="3286BF">
                    <a:alpha val="66662"/>
                  </a:srgbClr>
                </a:solidFill>
                <a:latin typeface="Arial" panose="020B0604020202020204" pitchFamily="34" charset="0"/>
                <a:cs typeface="Arial" panose="020B0604020202020204" pitchFamily="34" charset="0"/>
              </a:rPr>
              <a:t>Merci!</a:t>
            </a:r>
          </a:p>
        </p:txBody>
      </p:sp>
    </p:spTree>
    <p:extLst>
      <p:ext uri="{BB962C8B-B14F-4D97-AF65-F5344CB8AC3E}">
        <p14:creationId xmlns:p14="http://schemas.microsoft.com/office/powerpoint/2010/main" val="182363041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16384</TotalTime>
  <Words>1387</Words>
  <Application>Microsoft Macintosh PowerPoint</Application>
  <PresentationFormat>Widescreen</PresentationFormat>
  <Paragraphs>385</Paragraphs>
  <Slides>14</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Aptos Display</vt:lpstr>
      <vt:lpstr>Arial</vt:lpstr>
      <vt:lpstr>Courier New</vt:lpstr>
      <vt:lpstr>System Font Regular</vt:lpstr>
      <vt:lpstr>Office Theme</vt:lpstr>
      <vt:lpstr>PowerPoint Presentation</vt:lpstr>
      <vt:lpstr>Extraction de 100% des données PL</vt:lpstr>
      <vt:lpstr>Contexte:</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182</cp:revision>
  <dcterms:created xsi:type="dcterms:W3CDTF">2026-02-22T19:14:44Z</dcterms:created>
  <dcterms:modified xsi:type="dcterms:W3CDTF">2026-03-08T15:52:58Z</dcterms:modified>
</cp:coreProperties>
</file>